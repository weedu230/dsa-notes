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2"/>
  </p:notesMasterIdLst>
  <p:sldIdLst>
    <p:sldId id="256" r:id="rId5"/>
    <p:sldId id="257" r:id="rId6"/>
    <p:sldId id="290" r:id="rId7"/>
    <p:sldId id="293" r:id="rId8"/>
    <p:sldId id="294" r:id="rId9"/>
    <p:sldId id="295" r:id="rId10"/>
    <p:sldId id="291" r:id="rId11"/>
    <p:sldId id="292" r:id="rId12"/>
    <p:sldId id="405" r:id="rId13"/>
    <p:sldId id="404" r:id="rId14"/>
    <p:sldId id="406" r:id="rId15"/>
    <p:sldId id="407" r:id="rId16"/>
    <p:sldId id="408" r:id="rId17"/>
    <p:sldId id="409" r:id="rId18"/>
    <p:sldId id="410" r:id="rId19"/>
    <p:sldId id="411" r:id="rId20"/>
    <p:sldId id="358" r:id="rId21"/>
    <p:sldId id="366" r:id="rId22"/>
    <p:sldId id="304" r:id="rId23"/>
    <p:sldId id="305" r:id="rId24"/>
    <p:sldId id="306" r:id="rId25"/>
    <p:sldId id="400" r:id="rId26"/>
    <p:sldId id="402" r:id="rId27"/>
    <p:sldId id="403" r:id="rId28"/>
    <p:sldId id="399" r:id="rId29"/>
    <p:sldId id="314" r:id="rId30"/>
    <p:sldId id="313" r:id="rId31"/>
    <p:sldId id="317" r:id="rId32"/>
    <p:sldId id="318" r:id="rId33"/>
    <p:sldId id="324" r:id="rId34"/>
    <p:sldId id="367" r:id="rId35"/>
    <p:sldId id="333" r:id="rId36"/>
    <p:sldId id="368" r:id="rId37"/>
    <p:sldId id="369" r:id="rId38"/>
    <p:sldId id="370" r:id="rId39"/>
    <p:sldId id="371" r:id="rId40"/>
    <p:sldId id="372" r:id="rId41"/>
    <p:sldId id="373" r:id="rId42"/>
    <p:sldId id="374" r:id="rId43"/>
    <p:sldId id="375" r:id="rId44"/>
    <p:sldId id="376" r:id="rId45"/>
    <p:sldId id="377" r:id="rId46"/>
    <p:sldId id="378" r:id="rId47"/>
    <p:sldId id="379" r:id="rId48"/>
    <p:sldId id="380" r:id="rId49"/>
    <p:sldId id="388" r:id="rId50"/>
    <p:sldId id="382" r:id="rId51"/>
    <p:sldId id="384" r:id="rId52"/>
    <p:sldId id="385" r:id="rId53"/>
    <p:sldId id="386" r:id="rId54"/>
    <p:sldId id="387" r:id="rId55"/>
    <p:sldId id="383" r:id="rId56"/>
    <p:sldId id="389" r:id="rId57"/>
    <p:sldId id="360" r:id="rId58"/>
    <p:sldId id="393" r:id="rId59"/>
    <p:sldId id="348" r:id="rId60"/>
    <p:sldId id="273"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38" autoAdjust="0"/>
    <p:restoredTop sz="94660"/>
  </p:normalViewPr>
  <p:slideViewPr>
    <p:cSldViewPr>
      <p:cViewPr varScale="1">
        <p:scale>
          <a:sx n="79" d="100"/>
          <a:sy n="79" d="100"/>
        </p:scale>
        <p:origin x="1162" y="8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60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6ABBB9-D43F-4F6B-B6A1-E0CDD613A533}" type="datetimeFigureOut">
              <a:rPr lang="en-US" smtClean="0"/>
              <a:pPr/>
              <a:t>16-Sep-2025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D8513B-4632-4E89-ACB7-7E7F9046F24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01CAF95E-F396-4FA5-8EA8-61895D50A2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DF6F2BEB-C89C-4E00-8845-FB3A985704C2}" type="slidenum">
              <a:rPr lang="zh-CN" altLang="en-US" sz="1200" b="0">
                <a:latin typeface="Times New Roman" panose="02020603050405020304" pitchFamily="18" charset="0"/>
                <a:ea typeface="SimSun" panose="02010600030101010101" pitchFamily="2" charset="-122"/>
              </a:rPr>
              <a:pPr/>
              <a:t>17</a:t>
            </a:fld>
            <a:endParaRPr lang="en-US" altLang="zh-CN" sz="1200" b="0">
              <a:latin typeface="Times New Roman" panose="02020603050405020304" pitchFamily="18" charset="0"/>
              <a:ea typeface="SimSun" panose="02010600030101010101" pitchFamily="2" charset="-122"/>
            </a:endParaRPr>
          </a:p>
        </p:txBody>
      </p:sp>
      <p:sp>
        <p:nvSpPr>
          <p:cNvPr id="53251" name="Rectangle 2">
            <a:extLst>
              <a:ext uri="{FF2B5EF4-FFF2-40B4-BE49-F238E27FC236}">
                <a16:creationId xmlns:a16="http://schemas.microsoft.com/office/drawing/2014/main" id="{DF8E697B-826C-48B6-B7A3-206B84849F56}"/>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0375FC2B-1CB0-4DAA-8564-821497BE6A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93F26C58-D3B8-4996-944C-E8A424E533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5F77FE9F-DD78-4F0B-B67C-4E4C8E499A31}" type="slidenum">
              <a:rPr lang="zh-CN" altLang="en-US" sz="1200" b="0">
                <a:latin typeface="Times New Roman" panose="02020603050405020304" pitchFamily="18" charset="0"/>
                <a:ea typeface="SimSun" panose="02010600030101010101" pitchFamily="2" charset="-122"/>
              </a:rPr>
              <a:pPr/>
              <a:t>18</a:t>
            </a:fld>
            <a:endParaRPr lang="en-US" altLang="zh-CN" sz="1200" b="0">
              <a:latin typeface="Times New Roman" panose="02020603050405020304" pitchFamily="18" charset="0"/>
              <a:ea typeface="SimSun" panose="02010600030101010101" pitchFamily="2" charset="-122"/>
            </a:endParaRPr>
          </a:p>
        </p:txBody>
      </p:sp>
      <p:sp>
        <p:nvSpPr>
          <p:cNvPr id="54275" name="Rectangle 2">
            <a:extLst>
              <a:ext uri="{FF2B5EF4-FFF2-40B4-BE49-F238E27FC236}">
                <a16:creationId xmlns:a16="http://schemas.microsoft.com/office/drawing/2014/main" id="{4879FA87-A177-4F95-98DD-E623F6E4A70C}"/>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9732D987-D7C6-4A26-9830-1276545CFE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57370612-6B86-47AE-B318-96E1E420A7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9452AFF6-E893-4BAF-8A2A-2512E2CB844C}" type="slidenum">
              <a:rPr lang="zh-CN" altLang="en-US" sz="1200" b="0">
                <a:latin typeface="Times New Roman" panose="02020603050405020304" pitchFamily="18" charset="0"/>
                <a:ea typeface="SimSun" panose="02010600030101010101" pitchFamily="2" charset="-122"/>
              </a:rPr>
              <a:pPr/>
              <a:t>19</a:t>
            </a:fld>
            <a:endParaRPr lang="en-US" altLang="zh-CN" sz="1200" b="0">
              <a:latin typeface="Times New Roman" panose="02020603050405020304" pitchFamily="18" charset="0"/>
              <a:ea typeface="SimSun" panose="02010600030101010101" pitchFamily="2" charset="-122"/>
            </a:endParaRPr>
          </a:p>
        </p:txBody>
      </p:sp>
      <p:sp>
        <p:nvSpPr>
          <p:cNvPr id="55299" name="Rectangle 2">
            <a:extLst>
              <a:ext uri="{FF2B5EF4-FFF2-40B4-BE49-F238E27FC236}">
                <a16:creationId xmlns:a16="http://schemas.microsoft.com/office/drawing/2014/main" id="{6DD912E2-9341-4370-9F4C-7F503D242D71}"/>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B57B060E-04FE-4B5E-8021-38A9CA2774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0EFB4BD0-01F8-4244-85E1-369BC5A3D3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ABB00561-877D-4BCD-9B31-3E371764AAD8}" type="slidenum">
              <a:rPr lang="zh-CN" altLang="en-US" sz="1200" b="0">
                <a:latin typeface="Times New Roman" panose="02020603050405020304" pitchFamily="18" charset="0"/>
                <a:ea typeface="SimSun" panose="02010600030101010101" pitchFamily="2" charset="-122"/>
              </a:rPr>
              <a:pPr/>
              <a:t>20</a:t>
            </a:fld>
            <a:endParaRPr lang="en-US" altLang="zh-CN" sz="1200" b="0">
              <a:latin typeface="Times New Roman" panose="02020603050405020304" pitchFamily="18" charset="0"/>
              <a:ea typeface="SimSun" panose="02010600030101010101" pitchFamily="2" charset="-122"/>
            </a:endParaRPr>
          </a:p>
        </p:txBody>
      </p:sp>
      <p:sp>
        <p:nvSpPr>
          <p:cNvPr id="56323" name="Rectangle 2">
            <a:extLst>
              <a:ext uri="{FF2B5EF4-FFF2-40B4-BE49-F238E27FC236}">
                <a16:creationId xmlns:a16="http://schemas.microsoft.com/office/drawing/2014/main" id="{3C61A3F2-29B6-4A33-A759-76F685A78976}"/>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F82BF35B-EF8C-4744-9EB4-833C483955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FFC30D23-084D-4B54-B898-64FD5CA464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97097311-A7A3-47D2-B4F7-63C6944DA1F8}" type="slidenum">
              <a:rPr lang="zh-CN" altLang="en-US" sz="1200" b="0">
                <a:latin typeface="Times New Roman" panose="02020603050405020304" pitchFamily="18" charset="0"/>
                <a:ea typeface="SimSun" panose="02010600030101010101" pitchFamily="2" charset="-122"/>
              </a:rPr>
              <a:pPr/>
              <a:t>21</a:t>
            </a:fld>
            <a:endParaRPr lang="en-US" altLang="zh-CN" sz="1200" b="0">
              <a:latin typeface="Times New Roman" panose="02020603050405020304" pitchFamily="18" charset="0"/>
              <a:ea typeface="SimSun" panose="02010600030101010101" pitchFamily="2" charset="-122"/>
            </a:endParaRPr>
          </a:p>
        </p:txBody>
      </p:sp>
      <p:sp>
        <p:nvSpPr>
          <p:cNvPr id="57347" name="Rectangle 2">
            <a:extLst>
              <a:ext uri="{FF2B5EF4-FFF2-40B4-BE49-F238E27FC236}">
                <a16:creationId xmlns:a16="http://schemas.microsoft.com/office/drawing/2014/main" id="{0F72856D-3C0E-4590-A663-2FE22692857D}"/>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81C77A64-00DB-4F50-98AC-8A0621FF1C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A48CFDED-660B-44A9-9054-D51DEB197D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EC441309-C845-4D3F-8A17-67D8EAB0A377}" type="slidenum">
              <a:rPr lang="zh-CN" altLang="en-US" sz="1200" b="0">
                <a:latin typeface="Times New Roman" panose="02020603050405020304" pitchFamily="18" charset="0"/>
                <a:ea typeface="SimSun" panose="02010600030101010101" pitchFamily="2" charset="-122"/>
              </a:rPr>
              <a:pPr/>
              <a:t>22</a:t>
            </a:fld>
            <a:endParaRPr lang="en-US" altLang="zh-CN" sz="1200" b="0">
              <a:latin typeface="Times New Roman" panose="02020603050405020304" pitchFamily="18" charset="0"/>
              <a:ea typeface="SimSun" panose="02010600030101010101" pitchFamily="2" charset="-122"/>
            </a:endParaRPr>
          </a:p>
        </p:txBody>
      </p:sp>
      <p:sp>
        <p:nvSpPr>
          <p:cNvPr id="58371" name="Rectangle 2">
            <a:extLst>
              <a:ext uri="{FF2B5EF4-FFF2-40B4-BE49-F238E27FC236}">
                <a16:creationId xmlns:a16="http://schemas.microsoft.com/office/drawing/2014/main" id="{83E55FE1-D0C5-43E0-9602-60550C89332B}"/>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4FA40030-524B-45DA-A0C0-337ACC3C55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2423F88D-E311-4551-814C-B0E1180E67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8F6BC71D-BC85-4F18-8AE0-9D2F1E1E1A77}" type="slidenum">
              <a:rPr lang="zh-CN" altLang="en-US" sz="1200" b="0">
                <a:latin typeface="Times New Roman" panose="02020603050405020304" pitchFamily="18" charset="0"/>
                <a:ea typeface="SimSun" panose="02010600030101010101" pitchFamily="2" charset="-122"/>
              </a:rPr>
              <a:pPr/>
              <a:t>23</a:t>
            </a:fld>
            <a:endParaRPr lang="en-US" altLang="zh-CN" sz="1200" b="0">
              <a:latin typeface="Times New Roman" panose="02020603050405020304" pitchFamily="18" charset="0"/>
              <a:ea typeface="SimSun" panose="02010600030101010101" pitchFamily="2" charset="-122"/>
            </a:endParaRPr>
          </a:p>
        </p:txBody>
      </p:sp>
      <p:sp>
        <p:nvSpPr>
          <p:cNvPr id="59395" name="Rectangle 2">
            <a:extLst>
              <a:ext uri="{FF2B5EF4-FFF2-40B4-BE49-F238E27FC236}">
                <a16:creationId xmlns:a16="http://schemas.microsoft.com/office/drawing/2014/main" id="{9F43BE9D-9D7A-47CD-82FF-9F3492073902}"/>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54248234-63CC-4CE3-B8F7-7D0A90EE36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79F7DBCE-234D-4023-ADCB-BAA12A93E8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56063D74-200B-4596-8C0F-0D615644917A}" type="slidenum">
              <a:rPr lang="zh-CN" altLang="en-US" sz="1200" b="0">
                <a:latin typeface="Times New Roman" panose="02020603050405020304" pitchFamily="18" charset="0"/>
                <a:ea typeface="SimSun" panose="02010600030101010101" pitchFamily="2" charset="-122"/>
              </a:rPr>
              <a:pPr/>
              <a:t>24</a:t>
            </a:fld>
            <a:endParaRPr lang="en-US" altLang="zh-CN" sz="1200" b="0">
              <a:latin typeface="Times New Roman" panose="02020603050405020304" pitchFamily="18" charset="0"/>
              <a:ea typeface="SimSun" panose="02010600030101010101" pitchFamily="2" charset="-122"/>
            </a:endParaRPr>
          </a:p>
        </p:txBody>
      </p:sp>
      <p:sp>
        <p:nvSpPr>
          <p:cNvPr id="60419" name="Rectangle 2">
            <a:extLst>
              <a:ext uri="{FF2B5EF4-FFF2-40B4-BE49-F238E27FC236}">
                <a16:creationId xmlns:a16="http://schemas.microsoft.com/office/drawing/2014/main" id="{FDCBFC34-44C4-4932-9C3A-B7A367E02503}"/>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1E65AF5C-9219-4713-80A3-71E443EF3B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29423CD5-E317-4DF0-AEC9-A005D0ACAF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A3D770FA-291F-4D48-8487-10B6BD335FB0}" type="slidenum">
              <a:rPr lang="zh-CN" altLang="en-US" sz="1200" b="0">
                <a:latin typeface="Times New Roman" panose="02020603050405020304" pitchFamily="18" charset="0"/>
                <a:ea typeface="SimSun" panose="02010600030101010101" pitchFamily="2" charset="-122"/>
              </a:rPr>
              <a:pPr/>
              <a:t>25</a:t>
            </a:fld>
            <a:endParaRPr lang="en-US" altLang="zh-CN" sz="1200" b="0">
              <a:latin typeface="Times New Roman" panose="02020603050405020304" pitchFamily="18" charset="0"/>
              <a:ea typeface="SimSun" panose="02010600030101010101" pitchFamily="2" charset="-122"/>
            </a:endParaRPr>
          </a:p>
        </p:txBody>
      </p:sp>
      <p:sp>
        <p:nvSpPr>
          <p:cNvPr id="61443" name="Rectangle 2">
            <a:extLst>
              <a:ext uri="{FF2B5EF4-FFF2-40B4-BE49-F238E27FC236}">
                <a16:creationId xmlns:a16="http://schemas.microsoft.com/office/drawing/2014/main" id="{F72F34DD-D693-4A90-981B-233503058BE0}"/>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77F15B69-2F2A-4378-9651-5664F30B9D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8A46EBFF-2D28-442F-8CB2-BC2E5CA3DC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EBCAF72D-357A-40AF-98F6-06657FA70BF3}" type="slidenum">
              <a:rPr lang="zh-CN" altLang="en-US" sz="1200" b="0">
                <a:latin typeface="Times New Roman" panose="02020603050405020304" pitchFamily="18" charset="0"/>
                <a:ea typeface="SimSun" panose="02010600030101010101" pitchFamily="2" charset="-122"/>
              </a:rPr>
              <a:pPr/>
              <a:t>26</a:t>
            </a:fld>
            <a:endParaRPr lang="en-US" altLang="zh-CN" sz="1200" b="0">
              <a:latin typeface="Times New Roman" panose="02020603050405020304" pitchFamily="18" charset="0"/>
              <a:ea typeface="SimSun" panose="02010600030101010101" pitchFamily="2" charset="-122"/>
            </a:endParaRPr>
          </a:p>
        </p:txBody>
      </p:sp>
      <p:sp>
        <p:nvSpPr>
          <p:cNvPr id="62467" name="Rectangle 2">
            <a:extLst>
              <a:ext uri="{FF2B5EF4-FFF2-40B4-BE49-F238E27FC236}">
                <a16:creationId xmlns:a16="http://schemas.microsoft.com/office/drawing/2014/main" id="{A7B54036-1568-41F1-B310-2F9C7A273DE0}"/>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8E5B962E-7A26-4CEC-95F5-F072EBEAFD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C4EA0157-4910-4409-9EC0-F3956112B1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033FF28B-91C4-4EC2-8FCD-6B40B5B26DE2}" type="slidenum">
              <a:rPr lang="zh-CN" altLang="en-US" sz="1200" b="0">
                <a:latin typeface="Times New Roman" panose="02020603050405020304" pitchFamily="18" charset="0"/>
                <a:ea typeface="SimSun" panose="02010600030101010101" pitchFamily="2" charset="-122"/>
              </a:rPr>
              <a:pPr/>
              <a:t>27</a:t>
            </a:fld>
            <a:endParaRPr lang="en-US" altLang="zh-CN" sz="1200" b="0">
              <a:latin typeface="Times New Roman" panose="02020603050405020304" pitchFamily="18" charset="0"/>
              <a:ea typeface="SimSun" panose="02010600030101010101" pitchFamily="2" charset="-122"/>
            </a:endParaRPr>
          </a:p>
        </p:txBody>
      </p:sp>
      <p:sp>
        <p:nvSpPr>
          <p:cNvPr id="64515" name="Rectangle 2">
            <a:extLst>
              <a:ext uri="{FF2B5EF4-FFF2-40B4-BE49-F238E27FC236}">
                <a16:creationId xmlns:a16="http://schemas.microsoft.com/office/drawing/2014/main" id="{33AD9192-C216-4E6B-BF30-72A117A9D9DB}"/>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B373FC0F-A80C-4E17-81E1-29EA846D86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413D1B50-15DB-49EA-B0F1-96F49F7112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51CE92CF-9ABB-4ABB-85D4-CE62853411FD}" type="slidenum">
              <a:rPr lang="zh-CN" altLang="en-US" sz="1200" b="0">
                <a:latin typeface="Times New Roman" panose="02020603050405020304" pitchFamily="18" charset="0"/>
                <a:ea typeface="SimSun" panose="02010600030101010101" pitchFamily="2" charset="-122"/>
              </a:rPr>
              <a:pPr/>
              <a:t>28</a:t>
            </a:fld>
            <a:endParaRPr lang="en-US" altLang="zh-CN" sz="1200" b="0">
              <a:latin typeface="Times New Roman" panose="02020603050405020304" pitchFamily="18" charset="0"/>
              <a:ea typeface="SimSun" panose="02010600030101010101" pitchFamily="2" charset="-122"/>
            </a:endParaRPr>
          </a:p>
        </p:txBody>
      </p:sp>
      <p:sp>
        <p:nvSpPr>
          <p:cNvPr id="66563" name="Rectangle 2">
            <a:extLst>
              <a:ext uri="{FF2B5EF4-FFF2-40B4-BE49-F238E27FC236}">
                <a16:creationId xmlns:a16="http://schemas.microsoft.com/office/drawing/2014/main" id="{BBD8BD02-BFB5-4C30-AB0D-23246943B684}"/>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5C63C42C-4667-4C00-BA4C-7AA8337766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22150C5D-B47D-460A-B90D-D2663C11B9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E268E3D1-F725-4B56-A0B1-69A528A904A8}" type="slidenum">
              <a:rPr lang="zh-CN" altLang="en-US" sz="1200" b="0">
                <a:latin typeface="Times New Roman" panose="02020603050405020304" pitchFamily="18" charset="0"/>
                <a:ea typeface="SimSun" panose="02010600030101010101" pitchFamily="2" charset="-122"/>
              </a:rPr>
              <a:pPr/>
              <a:t>29</a:t>
            </a:fld>
            <a:endParaRPr lang="en-US" altLang="zh-CN" sz="1200" b="0">
              <a:latin typeface="Times New Roman" panose="02020603050405020304" pitchFamily="18" charset="0"/>
              <a:ea typeface="SimSun" panose="02010600030101010101" pitchFamily="2" charset="-122"/>
            </a:endParaRPr>
          </a:p>
        </p:txBody>
      </p:sp>
      <p:sp>
        <p:nvSpPr>
          <p:cNvPr id="67587" name="Rectangle 2">
            <a:extLst>
              <a:ext uri="{FF2B5EF4-FFF2-40B4-BE49-F238E27FC236}">
                <a16:creationId xmlns:a16="http://schemas.microsoft.com/office/drawing/2014/main" id="{A6D4EE2E-B478-4CFF-8C56-8A4C754F4119}"/>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686D1C37-0D4D-437C-BB20-9AB90E9F62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38FD83BB-572E-433F-8E53-D528BFC5A7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D6DAB5CB-4EFF-43AB-BA2E-7BEA375DF011}" type="slidenum">
              <a:rPr lang="zh-CN" altLang="en-US" sz="1200" b="0">
                <a:latin typeface="Times New Roman" panose="02020603050405020304" pitchFamily="18" charset="0"/>
                <a:ea typeface="SimSun" panose="02010600030101010101" pitchFamily="2" charset="-122"/>
              </a:rPr>
              <a:pPr/>
              <a:t>30</a:t>
            </a:fld>
            <a:endParaRPr lang="en-US" altLang="zh-CN" sz="1200" b="0">
              <a:latin typeface="Times New Roman" panose="02020603050405020304" pitchFamily="18" charset="0"/>
              <a:ea typeface="SimSun" panose="02010600030101010101" pitchFamily="2" charset="-122"/>
            </a:endParaRPr>
          </a:p>
        </p:txBody>
      </p:sp>
      <p:sp>
        <p:nvSpPr>
          <p:cNvPr id="68611" name="Rectangle 2">
            <a:extLst>
              <a:ext uri="{FF2B5EF4-FFF2-40B4-BE49-F238E27FC236}">
                <a16:creationId xmlns:a16="http://schemas.microsoft.com/office/drawing/2014/main" id="{5471EB1D-EC66-4059-8626-22922F3636AF}"/>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3112AF1D-183B-4750-BF16-4C7C75830E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D6E1CB95-716D-403B-856A-3458367AB0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DD3620AA-F62D-4F36-BA2C-6DC695CD2598}" type="slidenum">
              <a:rPr lang="zh-CN" altLang="en-US" sz="1200" b="0">
                <a:latin typeface="Times New Roman" panose="02020603050405020304" pitchFamily="18" charset="0"/>
                <a:ea typeface="SimSun" panose="02010600030101010101" pitchFamily="2" charset="-122"/>
              </a:rPr>
              <a:pPr/>
              <a:t>31</a:t>
            </a:fld>
            <a:endParaRPr lang="en-US" altLang="zh-CN" sz="1200" b="0">
              <a:latin typeface="Times New Roman" panose="02020603050405020304" pitchFamily="18" charset="0"/>
              <a:ea typeface="SimSun" panose="02010600030101010101" pitchFamily="2" charset="-122"/>
            </a:endParaRPr>
          </a:p>
        </p:txBody>
      </p:sp>
      <p:sp>
        <p:nvSpPr>
          <p:cNvPr id="69635" name="Rectangle 2">
            <a:extLst>
              <a:ext uri="{FF2B5EF4-FFF2-40B4-BE49-F238E27FC236}">
                <a16:creationId xmlns:a16="http://schemas.microsoft.com/office/drawing/2014/main" id="{1EA7D85A-50F5-4068-8BBF-A966EA337581}"/>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73058E25-8875-4D71-AFCB-2630234F7A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B236FE5A-5AB4-49CF-9A36-B0CEE15635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E1B092CA-FEAD-4524-B78E-FDFF46C6EC27}" type="slidenum">
              <a:rPr lang="zh-CN" altLang="en-US" sz="1200" b="0">
                <a:latin typeface="Times New Roman" panose="02020603050405020304" pitchFamily="18" charset="0"/>
                <a:ea typeface="SimSun" panose="02010600030101010101" pitchFamily="2" charset="-122"/>
              </a:rPr>
              <a:pPr/>
              <a:t>32</a:t>
            </a:fld>
            <a:endParaRPr lang="en-US" altLang="zh-CN" sz="1200" b="0">
              <a:latin typeface="Times New Roman" panose="02020603050405020304" pitchFamily="18" charset="0"/>
              <a:ea typeface="SimSun" panose="02010600030101010101" pitchFamily="2" charset="-122"/>
            </a:endParaRPr>
          </a:p>
        </p:txBody>
      </p:sp>
      <p:sp>
        <p:nvSpPr>
          <p:cNvPr id="70659" name="Rectangle 2">
            <a:extLst>
              <a:ext uri="{FF2B5EF4-FFF2-40B4-BE49-F238E27FC236}">
                <a16:creationId xmlns:a16="http://schemas.microsoft.com/office/drawing/2014/main" id="{E8E14B3B-4873-4869-AC32-79385694759E}"/>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A370748F-DC02-48D1-8A2A-6851176CFC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C1A6A924-7784-4023-8826-38CDD621DD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DE646CA9-3383-4C7F-84B2-39F3E9E1B3C9}" type="slidenum">
              <a:rPr lang="zh-CN" altLang="en-US" sz="1200" b="0">
                <a:latin typeface="Times New Roman" panose="02020603050405020304" pitchFamily="18" charset="0"/>
                <a:ea typeface="SimSun" panose="02010600030101010101" pitchFamily="2" charset="-122"/>
              </a:rPr>
              <a:pPr/>
              <a:t>33</a:t>
            </a:fld>
            <a:endParaRPr lang="en-US" altLang="zh-CN" sz="1200" b="0">
              <a:latin typeface="Times New Roman" panose="02020603050405020304" pitchFamily="18" charset="0"/>
              <a:ea typeface="SimSun" panose="02010600030101010101" pitchFamily="2" charset="-122"/>
            </a:endParaRPr>
          </a:p>
        </p:txBody>
      </p:sp>
      <p:sp>
        <p:nvSpPr>
          <p:cNvPr id="71683" name="Rectangle 2">
            <a:extLst>
              <a:ext uri="{FF2B5EF4-FFF2-40B4-BE49-F238E27FC236}">
                <a16:creationId xmlns:a16="http://schemas.microsoft.com/office/drawing/2014/main" id="{65A7C4A3-216E-4A91-9812-AD20F831D830}"/>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3B017405-7D87-4822-B3BA-EB950B0599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E105F530-F24E-4D22-8EA5-3743CF6168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C09A70B3-D16B-4BF5-8F6F-3EE0C99F7EE9}" type="slidenum">
              <a:rPr lang="zh-CN" altLang="en-US" sz="1200" b="0">
                <a:latin typeface="Times New Roman" panose="02020603050405020304" pitchFamily="18" charset="0"/>
                <a:ea typeface="SimSun" panose="02010600030101010101" pitchFamily="2" charset="-122"/>
              </a:rPr>
              <a:pPr/>
              <a:t>34</a:t>
            </a:fld>
            <a:endParaRPr lang="en-US" altLang="zh-CN" sz="1200" b="0">
              <a:latin typeface="Times New Roman" panose="02020603050405020304" pitchFamily="18" charset="0"/>
              <a:ea typeface="SimSun" panose="02010600030101010101" pitchFamily="2" charset="-122"/>
            </a:endParaRPr>
          </a:p>
        </p:txBody>
      </p:sp>
      <p:sp>
        <p:nvSpPr>
          <p:cNvPr id="72707" name="Rectangle 2">
            <a:extLst>
              <a:ext uri="{FF2B5EF4-FFF2-40B4-BE49-F238E27FC236}">
                <a16:creationId xmlns:a16="http://schemas.microsoft.com/office/drawing/2014/main" id="{5E9909FA-434C-472E-A8E1-90EB5939C2C3}"/>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172BF958-1BAD-4557-8BC2-C244072044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FAFA8FD3-5E6E-4712-96EA-C6B744AA61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2D8868C9-A1AF-473B-88A9-E0615C920B93}" type="slidenum">
              <a:rPr lang="zh-CN" altLang="en-US" sz="1200" b="0">
                <a:latin typeface="Times New Roman" panose="02020603050405020304" pitchFamily="18" charset="0"/>
                <a:ea typeface="SimSun" panose="02010600030101010101" pitchFamily="2" charset="-122"/>
              </a:rPr>
              <a:pPr/>
              <a:t>35</a:t>
            </a:fld>
            <a:endParaRPr lang="en-US" altLang="zh-CN" sz="1200" b="0">
              <a:latin typeface="Times New Roman" panose="02020603050405020304" pitchFamily="18" charset="0"/>
              <a:ea typeface="SimSun" panose="02010600030101010101" pitchFamily="2" charset="-122"/>
            </a:endParaRPr>
          </a:p>
        </p:txBody>
      </p:sp>
      <p:sp>
        <p:nvSpPr>
          <p:cNvPr id="73731" name="Rectangle 2">
            <a:extLst>
              <a:ext uri="{FF2B5EF4-FFF2-40B4-BE49-F238E27FC236}">
                <a16:creationId xmlns:a16="http://schemas.microsoft.com/office/drawing/2014/main" id="{FCA29CCB-CBD1-4813-93AF-3B63F2D65609}"/>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0EE64E6D-166E-491F-B56B-CF3179BED9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CF563666-1B92-4F83-8508-17960AF29D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C11B518A-0FE5-4ED6-967D-1A680E6F9CB9}" type="slidenum">
              <a:rPr lang="zh-CN" altLang="en-US" sz="1200" b="0">
                <a:latin typeface="Times New Roman" panose="02020603050405020304" pitchFamily="18" charset="0"/>
                <a:ea typeface="SimSun" panose="02010600030101010101" pitchFamily="2" charset="-122"/>
              </a:rPr>
              <a:pPr/>
              <a:t>36</a:t>
            </a:fld>
            <a:endParaRPr lang="en-US" altLang="zh-CN" sz="1200" b="0">
              <a:latin typeface="Times New Roman" panose="02020603050405020304" pitchFamily="18" charset="0"/>
              <a:ea typeface="SimSun" panose="02010600030101010101" pitchFamily="2" charset="-122"/>
            </a:endParaRPr>
          </a:p>
        </p:txBody>
      </p:sp>
      <p:sp>
        <p:nvSpPr>
          <p:cNvPr id="74755" name="Rectangle 2">
            <a:extLst>
              <a:ext uri="{FF2B5EF4-FFF2-40B4-BE49-F238E27FC236}">
                <a16:creationId xmlns:a16="http://schemas.microsoft.com/office/drawing/2014/main" id="{68153FD8-2F3C-45D4-B945-43DD73E93A51}"/>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D80CCA7D-9DB4-4B7C-9971-C9A487C32D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36877127-98E7-4A78-8166-7C6665BE54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2347F76C-101B-4953-A13B-FA7CCD6E91E1}" type="slidenum">
              <a:rPr lang="zh-CN" altLang="en-US" sz="1200" b="0">
                <a:latin typeface="Times New Roman" panose="02020603050405020304" pitchFamily="18" charset="0"/>
                <a:ea typeface="SimSun" panose="02010600030101010101" pitchFamily="2" charset="-122"/>
              </a:rPr>
              <a:pPr/>
              <a:t>37</a:t>
            </a:fld>
            <a:endParaRPr lang="en-US" altLang="zh-CN" sz="1200" b="0">
              <a:latin typeface="Times New Roman" panose="02020603050405020304" pitchFamily="18" charset="0"/>
              <a:ea typeface="SimSun" panose="02010600030101010101" pitchFamily="2" charset="-122"/>
            </a:endParaRPr>
          </a:p>
        </p:txBody>
      </p:sp>
      <p:sp>
        <p:nvSpPr>
          <p:cNvPr id="75779" name="Rectangle 2">
            <a:extLst>
              <a:ext uri="{FF2B5EF4-FFF2-40B4-BE49-F238E27FC236}">
                <a16:creationId xmlns:a16="http://schemas.microsoft.com/office/drawing/2014/main" id="{01847BD7-63EA-4308-90CD-76E6F31F72D8}"/>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CE815027-CA94-48C0-9CBF-C4DE71827C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1CEBB838-0607-4B94-BFCF-9234BFCEA1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7DB298AD-3257-4D60-B7B8-041B708B01B9}" type="slidenum">
              <a:rPr lang="zh-CN" altLang="en-US" sz="1200" b="0">
                <a:latin typeface="Times New Roman" panose="02020603050405020304" pitchFamily="18" charset="0"/>
                <a:ea typeface="SimSun" panose="02010600030101010101" pitchFamily="2" charset="-122"/>
              </a:rPr>
              <a:pPr/>
              <a:t>38</a:t>
            </a:fld>
            <a:endParaRPr lang="en-US" altLang="zh-CN" sz="1200" b="0">
              <a:latin typeface="Times New Roman" panose="02020603050405020304" pitchFamily="18" charset="0"/>
              <a:ea typeface="SimSun" panose="02010600030101010101" pitchFamily="2" charset="-122"/>
            </a:endParaRPr>
          </a:p>
        </p:txBody>
      </p:sp>
      <p:sp>
        <p:nvSpPr>
          <p:cNvPr id="76803" name="Rectangle 2">
            <a:extLst>
              <a:ext uri="{FF2B5EF4-FFF2-40B4-BE49-F238E27FC236}">
                <a16:creationId xmlns:a16="http://schemas.microsoft.com/office/drawing/2014/main" id="{278C49DA-3EC5-4E98-A21F-71E74634DCA2}"/>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E0B3A79E-A0E4-4F70-A715-068E5C8300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7ABD0AEB-FBE7-4CEB-AA97-DC2BCEE3AA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E124E8FC-EF9B-4F4A-91DA-BC26ADC330FD}" type="slidenum">
              <a:rPr lang="zh-CN" altLang="en-US" sz="1200" b="0">
                <a:latin typeface="Times New Roman" panose="02020603050405020304" pitchFamily="18" charset="0"/>
                <a:ea typeface="SimSun" panose="02010600030101010101" pitchFamily="2" charset="-122"/>
              </a:rPr>
              <a:pPr/>
              <a:t>39</a:t>
            </a:fld>
            <a:endParaRPr lang="en-US" altLang="zh-CN" sz="1200" b="0">
              <a:latin typeface="Times New Roman" panose="02020603050405020304" pitchFamily="18" charset="0"/>
              <a:ea typeface="SimSun" panose="02010600030101010101" pitchFamily="2" charset="-122"/>
            </a:endParaRPr>
          </a:p>
        </p:txBody>
      </p:sp>
      <p:sp>
        <p:nvSpPr>
          <p:cNvPr id="77827" name="Rectangle 2">
            <a:extLst>
              <a:ext uri="{FF2B5EF4-FFF2-40B4-BE49-F238E27FC236}">
                <a16:creationId xmlns:a16="http://schemas.microsoft.com/office/drawing/2014/main" id="{665D6E84-4053-4C64-B94F-BDF8CF2B0B68}"/>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646AA269-37E1-4B28-B380-9A3993762A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81C5DD9D-AF4F-4952-A1F7-14056AB36C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C83B10CD-0419-43A6-82DA-60254355B2D0}" type="slidenum">
              <a:rPr lang="zh-CN" altLang="en-US" sz="1200" b="0">
                <a:latin typeface="Times New Roman" panose="02020603050405020304" pitchFamily="18" charset="0"/>
                <a:ea typeface="SimSun" panose="02010600030101010101" pitchFamily="2" charset="-122"/>
              </a:rPr>
              <a:pPr/>
              <a:t>40</a:t>
            </a:fld>
            <a:endParaRPr lang="en-US" altLang="zh-CN" sz="1200" b="0">
              <a:latin typeface="Times New Roman" panose="02020603050405020304" pitchFamily="18" charset="0"/>
              <a:ea typeface="SimSun" panose="02010600030101010101" pitchFamily="2" charset="-122"/>
            </a:endParaRPr>
          </a:p>
        </p:txBody>
      </p:sp>
      <p:sp>
        <p:nvSpPr>
          <p:cNvPr id="78851" name="Rectangle 2">
            <a:extLst>
              <a:ext uri="{FF2B5EF4-FFF2-40B4-BE49-F238E27FC236}">
                <a16:creationId xmlns:a16="http://schemas.microsoft.com/office/drawing/2014/main" id="{36A55DFB-9138-4DA3-9F7F-F08A675398FA}"/>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6518B04B-83E3-4F9B-9354-B58046F27A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F5D09719-9DF8-4439-924D-CCCBE4FDA7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D22CF3C4-BCC0-4C10-AF75-EFD6C2E8B180}" type="slidenum">
              <a:rPr lang="zh-CN" altLang="en-US" sz="1200" b="0">
                <a:latin typeface="Times New Roman" panose="02020603050405020304" pitchFamily="18" charset="0"/>
                <a:ea typeface="SimSun" panose="02010600030101010101" pitchFamily="2" charset="-122"/>
              </a:rPr>
              <a:pPr/>
              <a:t>41</a:t>
            </a:fld>
            <a:endParaRPr lang="en-US" altLang="zh-CN" sz="1200" b="0">
              <a:latin typeface="Times New Roman" panose="02020603050405020304" pitchFamily="18" charset="0"/>
              <a:ea typeface="SimSun" panose="02010600030101010101" pitchFamily="2" charset="-122"/>
            </a:endParaRPr>
          </a:p>
        </p:txBody>
      </p:sp>
      <p:sp>
        <p:nvSpPr>
          <p:cNvPr id="79875" name="Rectangle 2">
            <a:extLst>
              <a:ext uri="{FF2B5EF4-FFF2-40B4-BE49-F238E27FC236}">
                <a16:creationId xmlns:a16="http://schemas.microsoft.com/office/drawing/2014/main" id="{D953EEB4-629D-4D43-9A51-B1583EDE5E40}"/>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67DF3327-76E1-4E81-92EE-F1AB6A32FD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FD55F25F-643F-465A-99B5-91B4441711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D2AA8454-8F9B-46E6-86C9-F2B2E90DD6EC}" type="slidenum">
              <a:rPr lang="zh-CN" altLang="en-US" sz="1200" b="0">
                <a:latin typeface="Times New Roman" panose="02020603050405020304" pitchFamily="18" charset="0"/>
                <a:ea typeface="SimSun" panose="02010600030101010101" pitchFamily="2" charset="-122"/>
              </a:rPr>
              <a:pPr/>
              <a:t>42</a:t>
            </a:fld>
            <a:endParaRPr lang="en-US" altLang="zh-CN" sz="1200" b="0">
              <a:latin typeface="Times New Roman" panose="02020603050405020304" pitchFamily="18" charset="0"/>
              <a:ea typeface="SimSun" panose="02010600030101010101" pitchFamily="2" charset="-122"/>
            </a:endParaRPr>
          </a:p>
        </p:txBody>
      </p:sp>
      <p:sp>
        <p:nvSpPr>
          <p:cNvPr id="80899" name="Rectangle 2">
            <a:extLst>
              <a:ext uri="{FF2B5EF4-FFF2-40B4-BE49-F238E27FC236}">
                <a16:creationId xmlns:a16="http://schemas.microsoft.com/office/drawing/2014/main" id="{42792C55-052C-4602-888E-C7F7DC5C2E5F}"/>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CFA63B27-3701-4E8E-8448-BEBEF52F66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68B81A4B-BB11-4084-ABB0-6860A3C737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415D4CE6-628F-428F-AD89-30DF692D22E4}" type="slidenum">
              <a:rPr lang="zh-CN" altLang="en-US" sz="1200" b="0">
                <a:latin typeface="Times New Roman" panose="02020603050405020304" pitchFamily="18" charset="0"/>
                <a:ea typeface="SimSun" panose="02010600030101010101" pitchFamily="2" charset="-122"/>
              </a:rPr>
              <a:pPr/>
              <a:t>43</a:t>
            </a:fld>
            <a:endParaRPr lang="en-US" altLang="zh-CN" sz="1200" b="0">
              <a:latin typeface="Times New Roman" panose="02020603050405020304" pitchFamily="18" charset="0"/>
              <a:ea typeface="SimSun" panose="02010600030101010101" pitchFamily="2" charset="-122"/>
            </a:endParaRPr>
          </a:p>
        </p:txBody>
      </p:sp>
      <p:sp>
        <p:nvSpPr>
          <p:cNvPr id="81923" name="Rectangle 2">
            <a:extLst>
              <a:ext uri="{FF2B5EF4-FFF2-40B4-BE49-F238E27FC236}">
                <a16:creationId xmlns:a16="http://schemas.microsoft.com/office/drawing/2014/main" id="{A092F924-F429-4118-A8F6-8CD9D607F922}"/>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BEE559D6-BBAE-4D0D-AF16-C7D5C07DE1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9F81CD6B-9090-4199-A66C-CC011CE223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30F68BC2-1B2C-4B2D-8C4B-954391EAC98D}" type="slidenum">
              <a:rPr lang="zh-CN" altLang="en-US" sz="1200" b="0">
                <a:latin typeface="Times New Roman" panose="02020603050405020304" pitchFamily="18" charset="0"/>
                <a:ea typeface="SimSun" panose="02010600030101010101" pitchFamily="2" charset="-122"/>
              </a:rPr>
              <a:pPr/>
              <a:t>44</a:t>
            </a:fld>
            <a:endParaRPr lang="en-US" altLang="zh-CN" sz="1200" b="0">
              <a:latin typeface="Times New Roman" panose="02020603050405020304" pitchFamily="18" charset="0"/>
              <a:ea typeface="SimSun" panose="02010600030101010101" pitchFamily="2" charset="-122"/>
            </a:endParaRPr>
          </a:p>
        </p:txBody>
      </p:sp>
      <p:sp>
        <p:nvSpPr>
          <p:cNvPr id="82947" name="Rectangle 2">
            <a:extLst>
              <a:ext uri="{FF2B5EF4-FFF2-40B4-BE49-F238E27FC236}">
                <a16:creationId xmlns:a16="http://schemas.microsoft.com/office/drawing/2014/main" id="{EB83ADED-D6CB-4E1D-B9B0-874A40234F35}"/>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0DE07CA2-50CA-43E5-950C-63C9DF82A8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082118CE-BAAD-45AF-9C69-A36F4678E1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872C8397-270A-4A87-8F6E-98AB83C26264}" type="slidenum">
              <a:rPr lang="zh-CN" altLang="en-US" sz="1200" b="0">
                <a:latin typeface="Times New Roman" panose="02020603050405020304" pitchFamily="18" charset="0"/>
                <a:ea typeface="SimSun" panose="02010600030101010101" pitchFamily="2" charset="-122"/>
              </a:rPr>
              <a:pPr/>
              <a:t>45</a:t>
            </a:fld>
            <a:endParaRPr lang="en-US" altLang="zh-CN" sz="1200" b="0">
              <a:latin typeface="Times New Roman" panose="02020603050405020304" pitchFamily="18" charset="0"/>
              <a:ea typeface="SimSun" panose="02010600030101010101" pitchFamily="2" charset="-122"/>
            </a:endParaRPr>
          </a:p>
        </p:txBody>
      </p:sp>
      <p:sp>
        <p:nvSpPr>
          <p:cNvPr id="83971" name="Rectangle 2">
            <a:extLst>
              <a:ext uri="{FF2B5EF4-FFF2-40B4-BE49-F238E27FC236}">
                <a16:creationId xmlns:a16="http://schemas.microsoft.com/office/drawing/2014/main" id="{BEC0A175-27EE-411E-B03E-FF433EC88202}"/>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9A74E023-03D7-4E46-AAF5-95651EF9E6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49AC1E6D-2BE6-4FD7-8396-BE87F4351C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686E0513-4B77-4708-A59D-AFACB814A270}" type="slidenum">
              <a:rPr lang="zh-CN" altLang="en-US" sz="1200" b="0">
                <a:latin typeface="Times New Roman" panose="02020603050405020304" pitchFamily="18" charset="0"/>
                <a:ea typeface="SimSun" panose="02010600030101010101" pitchFamily="2" charset="-122"/>
              </a:rPr>
              <a:pPr/>
              <a:t>46</a:t>
            </a:fld>
            <a:endParaRPr lang="en-US" altLang="zh-CN" sz="1200" b="0">
              <a:latin typeface="Times New Roman" panose="02020603050405020304" pitchFamily="18" charset="0"/>
              <a:ea typeface="SimSun" panose="02010600030101010101" pitchFamily="2" charset="-122"/>
            </a:endParaRPr>
          </a:p>
        </p:txBody>
      </p:sp>
      <p:sp>
        <p:nvSpPr>
          <p:cNvPr id="87043" name="Rectangle 2">
            <a:extLst>
              <a:ext uri="{FF2B5EF4-FFF2-40B4-BE49-F238E27FC236}">
                <a16:creationId xmlns:a16="http://schemas.microsoft.com/office/drawing/2014/main" id="{D8E9350E-BFC1-4269-952C-40AC347964BC}"/>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FD48BF48-78CB-4E07-B039-D58E2A43ED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AE4FA35C-1540-4A15-9A03-F9CE6AA612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E22D9D16-DA86-4A45-8454-3B1518450F0C}" type="slidenum">
              <a:rPr lang="zh-CN" altLang="en-US" sz="1200" b="0">
                <a:latin typeface="Times New Roman" panose="02020603050405020304" pitchFamily="18" charset="0"/>
                <a:ea typeface="SimSun" panose="02010600030101010101" pitchFamily="2" charset="-122"/>
              </a:rPr>
              <a:pPr/>
              <a:t>47</a:t>
            </a:fld>
            <a:endParaRPr lang="en-US" altLang="zh-CN" sz="1200" b="0">
              <a:latin typeface="Times New Roman" panose="02020603050405020304" pitchFamily="18" charset="0"/>
              <a:ea typeface="SimSun" panose="02010600030101010101" pitchFamily="2" charset="-122"/>
            </a:endParaRPr>
          </a:p>
        </p:txBody>
      </p:sp>
      <p:sp>
        <p:nvSpPr>
          <p:cNvPr id="88067" name="Rectangle 2">
            <a:extLst>
              <a:ext uri="{FF2B5EF4-FFF2-40B4-BE49-F238E27FC236}">
                <a16:creationId xmlns:a16="http://schemas.microsoft.com/office/drawing/2014/main" id="{FAE3FE1D-8A19-49EB-99F2-F452C1D1BA95}"/>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62E17237-3A17-412C-8DED-F3CFDFF88D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BB38B19F-F471-4979-B750-5B32E6F920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2984EFF0-E684-44F8-B257-C3A099122A65}" type="slidenum">
              <a:rPr lang="zh-CN" altLang="en-US" sz="1200" b="0">
                <a:latin typeface="Times New Roman" panose="02020603050405020304" pitchFamily="18" charset="0"/>
                <a:ea typeface="SimSun" panose="02010600030101010101" pitchFamily="2" charset="-122"/>
              </a:rPr>
              <a:pPr/>
              <a:t>48</a:t>
            </a:fld>
            <a:endParaRPr lang="en-US" altLang="zh-CN" sz="1200" b="0">
              <a:latin typeface="Times New Roman" panose="02020603050405020304" pitchFamily="18" charset="0"/>
              <a:ea typeface="SimSun" panose="02010600030101010101" pitchFamily="2" charset="-122"/>
            </a:endParaRPr>
          </a:p>
        </p:txBody>
      </p:sp>
      <p:sp>
        <p:nvSpPr>
          <p:cNvPr id="89091" name="Rectangle 2">
            <a:extLst>
              <a:ext uri="{FF2B5EF4-FFF2-40B4-BE49-F238E27FC236}">
                <a16:creationId xmlns:a16="http://schemas.microsoft.com/office/drawing/2014/main" id="{EAAF98B5-B9AE-42D7-A64B-9AA1EDFE0733}"/>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5FCA04EA-ED2C-4B02-BAF1-F42861B772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38A2D14F-E473-47E3-B91E-4D47FE7414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FE33C479-B25E-4EAE-8D7E-88AEC5C2CBC4}" type="slidenum">
              <a:rPr lang="zh-CN" altLang="en-US" sz="1200" b="0">
                <a:latin typeface="Times New Roman" panose="02020603050405020304" pitchFamily="18" charset="0"/>
                <a:ea typeface="SimSun" panose="02010600030101010101" pitchFamily="2" charset="-122"/>
              </a:rPr>
              <a:pPr/>
              <a:t>49</a:t>
            </a:fld>
            <a:endParaRPr lang="en-US" altLang="zh-CN" sz="1200" b="0">
              <a:latin typeface="Times New Roman" panose="02020603050405020304" pitchFamily="18" charset="0"/>
              <a:ea typeface="SimSun" panose="02010600030101010101" pitchFamily="2" charset="-122"/>
            </a:endParaRPr>
          </a:p>
        </p:txBody>
      </p:sp>
      <p:sp>
        <p:nvSpPr>
          <p:cNvPr id="90115" name="Rectangle 2">
            <a:extLst>
              <a:ext uri="{FF2B5EF4-FFF2-40B4-BE49-F238E27FC236}">
                <a16:creationId xmlns:a16="http://schemas.microsoft.com/office/drawing/2014/main" id="{EA764A06-18B6-4140-BECA-1FAC717552BF}"/>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2F75A99F-33FE-462C-9BEF-7A2CA47303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B68D37B7-9BB8-4C00-9C78-EAE476C74A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A25A4DED-9B71-410F-AF05-90C593209E21}" type="slidenum">
              <a:rPr lang="zh-CN" altLang="en-US" sz="1200" b="0">
                <a:latin typeface="Times New Roman" panose="02020603050405020304" pitchFamily="18" charset="0"/>
                <a:ea typeface="SimSun" panose="02010600030101010101" pitchFamily="2" charset="-122"/>
              </a:rPr>
              <a:pPr/>
              <a:t>50</a:t>
            </a:fld>
            <a:endParaRPr lang="en-US" altLang="zh-CN" sz="1200" b="0">
              <a:latin typeface="Times New Roman" panose="02020603050405020304" pitchFamily="18" charset="0"/>
              <a:ea typeface="SimSun" panose="02010600030101010101" pitchFamily="2" charset="-122"/>
            </a:endParaRPr>
          </a:p>
        </p:txBody>
      </p:sp>
      <p:sp>
        <p:nvSpPr>
          <p:cNvPr id="91139" name="Rectangle 2">
            <a:extLst>
              <a:ext uri="{FF2B5EF4-FFF2-40B4-BE49-F238E27FC236}">
                <a16:creationId xmlns:a16="http://schemas.microsoft.com/office/drawing/2014/main" id="{BBD98F15-C65A-44AA-8467-7994AE5DE798}"/>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946524D1-D8DC-41D0-9B6B-297532DC73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919FE299-008C-46E7-BC08-BAA7BC4FBA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90F3E230-26E8-4033-ACFC-B46A01C957C0}" type="slidenum">
              <a:rPr lang="zh-CN" altLang="en-US" sz="1200" b="0">
                <a:latin typeface="Times New Roman" panose="02020603050405020304" pitchFamily="18" charset="0"/>
                <a:ea typeface="SimSun" panose="02010600030101010101" pitchFamily="2" charset="-122"/>
              </a:rPr>
              <a:pPr/>
              <a:t>51</a:t>
            </a:fld>
            <a:endParaRPr lang="en-US" altLang="zh-CN" sz="1200" b="0">
              <a:latin typeface="Times New Roman" panose="02020603050405020304" pitchFamily="18" charset="0"/>
              <a:ea typeface="SimSun" panose="02010600030101010101" pitchFamily="2" charset="-122"/>
            </a:endParaRPr>
          </a:p>
        </p:txBody>
      </p:sp>
      <p:sp>
        <p:nvSpPr>
          <p:cNvPr id="92163" name="Rectangle 2">
            <a:extLst>
              <a:ext uri="{FF2B5EF4-FFF2-40B4-BE49-F238E27FC236}">
                <a16:creationId xmlns:a16="http://schemas.microsoft.com/office/drawing/2014/main" id="{3BCBA769-E1D8-4FF9-82E5-DC831B6FFB55}"/>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ED7E873E-989E-44C3-9EB3-1FD1960A41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99F0920D-D7D2-4807-832E-2FB8339948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82CE2100-D1C5-4A8A-BFD7-5C9BA0D1191A}" type="slidenum">
              <a:rPr lang="zh-CN" altLang="en-US" sz="1200" b="0">
                <a:latin typeface="Times New Roman" panose="02020603050405020304" pitchFamily="18" charset="0"/>
                <a:ea typeface="SimSun" panose="02010600030101010101" pitchFamily="2" charset="-122"/>
              </a:rPr>
              <a:pPr/>
              <a:t>52</a:t>
            </a:fld>
            <a:endParaRPr lang="en-US" altLang="zh-CN" sz="1200" b="0">
              <a:latin typeface="Times New Roman" panose="02020603050405020304" pitchFamily="18" charset="0"/>
              <a:ea typeface="SimSun" panose="02010600030101010101" pitchFamily="2" charset="-122"/>
            </a:endParaRPr>
          </a:p>
        </p:txBody>
      </p:sp>
      <p:sp>
        <p:nvSpPr>
          <p:cNvPr id="93187" name="Rectangle 2">
            <a:extLst>
              <a:ext uri="{FF2B5EF4-FFF2-40B4-BE49-F238E27FC236}">
                <a16:creationId xmlns:a16="http://schemas.microsoft.com/office/drawing/2014/main" id="{0CB80804-C35C-4F5D-AB31-3EBDECD1678F}"/>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E76EDB8A-1FF9-4CE6-8AF9-E447078C71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AAC3A78B-5405-4B1D-A764-D3C0D04A12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69C63191-5B37-441B-AB31-EF991A5AE430}" type="slidenum">
              <a:rPr lang="zh-CN" altLang="en-US" sz="1200" b="0">
                <a:latin typeface="Times New Roman" panose="02020603050405020304" pitchFamily="18" charset="0"/>
                <a:ea typeface="SimSun" panose="02010600030101010101" pitchFamily="2" charset="-122"/>
              </a:rPr>
              <a:pPr/>
              <a:t>53</a:t>
            </a:fld>
            <a:endParaRPr lang="en-US" altLang="zh-CN" sz="1200" b="0">
              <a:latin typeface="Times New Roman" panose="02020603050405020304" pitchFamily="18" charset="0"/>
              <a:ea typeface="SimSun" panose="02010600030101010101" pitchFamily="2" charset="-122"/>
            </a:endParaRPr>
          </a:p>
        </p:txBody>
      </p:sp>
      <p:sp>
        <p:nvSpPr>
          <p:cNvPr id="94211" name="Rectangle 2">
            <a:extLst>
              <a:ext uri="{FF2B5EF4-FFF2-40B4-BE49-F238E27FC236}">
                <a16:creationId xmlns:a16="http://schemas.microsoft.com/office/drawing/2014/main" id="{CDCEF25C-CCC0-408E-8E43-2BB451A8E50A}"/>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C679CA34-EEC6-4262-B0FF-584A4B2722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B357B439-77A0-411C-8972-8DE51E34AE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1CBA4C93-2851-4D86-BBB8-DF311DCE6806}" type="slidenum">
              <a:rPr lang="zh-CN" altLang="en-US" sz="1200" b="0">
                <a:latin typeface="Times New Roman" panose="02020603050405020304" pitchFamily="18" charset="0"/>
                <a:ea typeface="SimSun" panose="02010600030101010101" pitchFamily="2" charset="-122"/>
              </a:rPr>
              <a:pPr/>
              <a:t>54</a:t>
            </a:fld>
            <a:endParaRPr lang="en-US" altLang="zh-CN" sz="1200" b="0">
              <a:latin typeface="Times New Roman" panose="02020603050405020304" pitchFamily="18" charset="0"/>
              <a:ea typeface="SimSun" panose="02010600030101010101" pitchFamily="2" charset="-122"/>
            </a:endParaRPr>
          </a:p>
        </p:txBody>
      </p:sp>
      <p:sp>
        <p:nvSpPr>
          <p:cNvPr id="95235" name="Rectangle 2">
            <a:extLst>
              <a:ext uri="{FF2B5EF4-FFF2-40B4-BE49-F238E27FC236}">
                <a16:creationId xmlns:a16="http://schemas.microsoft.com/office/drawing/2014/main" id="{9B51F6AD-D28F-421D-B1FB-66C025A41EE8}"/>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59779170-2A30-4DF7-A765-60611ED26F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771A71FF-8261-4861-9A56-4F3777E931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64622D1B-5C5E-41D4-941B-A9F8C7EA6178}" type="slidenum">
              <a:rPr lang="zh-CN" altLang="en-US" sz="1200" b="0">
                <a:latin typeface="Times New Roman" panose="02020603050405020304" pitchFamily="18" charset="0"/>
                <a:ea typeface="SimSun" panose="02010600030101010101" pitchFamily="2" charset="-122"/>
              </a:rPr>
              <a:pPr/>
              <a:t>55</a:t>
            </a:fld>
            <a:endParaRPr lang="en-US" altLang="zh-CN" sz="1200" b="0">
              <a:latin typeface="Times New Roman" panose="02020603050405020304" pitchFamily="18" charset="0"/>
              <a:ea typeface="SimSun" panose="02010600030101010101" pitchFamily="2" charset="-122"/>
            </a:endParaRPr>
          </a:p>
        </p:txBody>
      </p:sp>
      <p:sp>
        <p:nvSpPr>
          <p:cNvPr id="96259" name="Rectangle 2">
            <a:extLst>
              <a:ext uri="{FF2B5EF4-FFF2-40B4-BE49-F238E27FC236}">
                <a16:creationId xmlns:a16="http://schemas.microsoft.com/office/drawing/2014/main" id="{7418CEAF-5520-4729-8CDF-F0D9DBA777D9}"/>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09658893-59EB-49DB-84C7-1AB0A4535E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E6B1C25F-C683-45EA-BFCD-D77CF97516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defTabSz="928688"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defTabSz="928688"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fld id="{53E3B550-823B-4C77-9FB4-C22814E90F53}" type="slidenum">
              <a:rPr lang="zh-CN" altLang="en-US" sz="1200" b="0">
                <a:latin typeface="Times New Roman" panose="02020603050405020304" pitchFamily="18" charset="0"/>
                <a:ea typeface="SimSun" panose="02010600030101010101" pitchFamily="2" charset="-122"/>
              </a:rPr>
              <a:pPr/>
              <a:t>56</a:t>
            </a:fld>
            <a:endParaRPr lang="en-US" altLang="zh-CN" sz="1200" b="0">
              <a:latin typeface="Times New Roman" panose="02020603050405020304" pitchFamily="18" charset="0"/>
              <a:ea typeface="SimSun" panose="02010600030101010101" pitchFamily="2" charset="-122"/>
            </a:endParaRPr>
          </a:p>
        </p:txBody>
      </p:sp>
      <p:sp>
        <p:nvSpPr>
          <p:cNvPr id="97283" name="Rectangle 2">
            <a:extLst>
              <a:ext uri="{FF2B5EF4-FFF2-40B4-BE49-F238E27FC236}">
                <a16:creationId xmlns:a16="http://schemas.microsoft.com/office/drawing/2014/main" id="{BD18FE2E-726B-46B3-969C-B6F72819E0C9}"/>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4CF286D5-2EBE-42B0-8E7C-14711AD3DC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SimSun"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FFF71D2-D6BA-4174-87E1-0F5D0E08BB86}" type="datetime1">
              <a:rPr lang="en-US" smtClean="0"/>
              <a:t>16-Sep-2025</a:t>
            </a:fld>
            <a:endParaRPr lang="en-US"/>
          </a:p>
        </p:txBody>
      </p:sp>
      <p:sp>
        <p:nvSpPr>
          <p:cNvPr id="5" name="Footer Placeholder 4"/>
          <p:cNvSpPr>
            <a:spLocks noGrp="1"/>
          </p:cNvSpPr>
          <p:nvPr>
            <p:ph type="ftr" sz="quarter" idx="11"/>
          </p:nvPr>
        </p:nvSpPr>
        <p:spPr/>
        <p:txBody>
          <a:bodyPr/>
          <a:lstStyle/>
          <a:p>
            <a:r>
              <a:rPr lang="en-US"/>
              <a:t>Prepared by: Engr. Majid Kaleem</a:t>
            </a:r>
          </a:p>
        </p:txBody>
      </p:sp>
      <p:sp>
        <p:nvSpPr>
          <p:cNvPr id="6" name="Slide Number Placeholder 5"/>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884"/>
            <a:ext cx="9144000" cy="530352"/>
          </a:xfrm>
          <a:solidFill>
            <a:schemeClr val="accent1"/>
          </a:solidFill>
        </p:spPr>
        <p:txBody>
          <a:bodyPr>
            <a:normAutofit/>
          </a:bodyPr>
          <a:lstStyle>
            <a:lvl1pPr>
              <a:defRPr sz="3600" b="1">
                <a:solidFill>
                  <a:schemeClr val="bg1"/>
                </a:solidFill>
                <a:effectLst>
                  <a:outerShdw blurRad="38100" dist="38100" dir="2700000" algn="tl">
                    <a:srgbClr val="000000">
                      <a:alpha val="43137"/>
                    </a:srgbClr>
                  </a:outerShdw>
                </a:effectLst>
                <a:latin typeface="+mj-lt"/>
              </a:defRPr>
            </a:lvl1pPr>
          </a:lstStyle>
          <a:p>
            <a:r>
              <a:rPr lang="en-US" dirty="0"/>
              <a:t>Click to edit Master title style</a:t>
            </a:r>
          </a:p>
        </p:txBody>
      </p:sp>
      <p:sp>
        <p:nvSpPr>
          <p:cNvPr id="3" name="Content Placeholder 2"/>
          <p:cNvSpPr>
            <a:spLocks noGrp="1"/>
          </p:cNvSpPr>
          <p:nvPr>
            <p:ph idx="1"/>
          </p:nvPr>
        </p:nvSpPr>
        <p:spPr>
          <a:xfrm>
            <a:off x="0" y="685800"/>
            <a:ext cx="9144000" cy="5440363"/>
          </a:xfrm>
        </p:spPr>
        <p:txBody>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F43648F-C10C-476D-BA4E-5D96890A4ABC}" type="datetime1">
              <a:rPr lang="en-US" smtClean="0"/>
              <a:t>16-Sep-2025</a:t>
            </a:fld>
            <a:endParaRPr lang="en-US"/>
          </a:p>
        </p:txBody>
      </p:sp>
      <p:sp>
        <p:nvSpPr>
          <p:cNvPr id="5" name="Footer Placeholder 4"/>
          <p:cNvSpPr>
            <a:spLocks noGrp="1"/>
          </p:cNvSpPr>
          <p:nvPr>
            <p:ph type="ftr" sz="quarter" idx="11"/>
          </p:nvPr>
        </p:nvSpPr>
        <p:spPr>
          <a:xfrm>
            <a:off x="5774871" y="6324600"/>
            <a:ext cx="2209800" cy="396875"/>
          </a:xfrm>
        </p:spPr>
        <p:txBody>
          <a:bodyPr/>
          <a:lstStyle>
            <a:lvl1pPr algn="r">
              <a:defRPr sz="1000">
                <a:latin typeface="Arial" pitchFamily="34" charset="0"/>
                <a:cs typeface="Arial" pitchFamily="34" charset="0"/>
              </a:defRPr>
            </a:lvl1pPr>
          </a:lstStyle>
          <a:p>
            <a:r>
              <a:rPr lang="en-GB"/>
              <a:t>Prepared by: Engr. Majid Kaleem</a:t>
            </a:r>
            <a:endParaRPr lang="en-US" dirty="0"/>
          </a:p>
        </p:txBody>
      </p:sp>
      <p:sp>
        <p:nvSpPr>
          <p:cNvPr id="6" name="Slide Number Placeholder 5"/>
          <p:cNvSpPr>
            <a:spLocks noGrp="1"/>
          </p:cNvSpPr>
          <p:nvPr>
            <p:ph type="sldNum" sz="quarter" idx="12"/>
          </p:nvPr>
        </p:nvSpPr>
        <p:spPr>
          <a:xfrm>
            <a:off x="8001000" y="6324600"/>
            <a:ext cx="685800" cy="396875"/>
          </a:xfrm>
        </p:spPr>
        <p:txBody>
          <a:bodyPr/>
          <a:lstStyle/>
          <a:p>
            <a:fld id="{67D2A209-9856-462B-A010-2A2374E3EB4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6053AB-C917-44B5-94A4-E19F9582D8A1}" type="datetime1">
              <a:rPr lang="en-US" smtClean="0"/>
              <a:t>16-Sep-2025</a:t>
            </a:fld>
            <a:endParaRPr lang="en-US"/>
          </a:p>
        </p:txBody>
      </p:sp>
      <p:sp>
        <p:nvSpPr>
          <p:cNvPr id="6" name="Slide Number Placeholder 5"/>
          <p:cNvSpPr>
            <a:spLocks noGrp="1"/>
          </p:cNvSpPr>
          <p:nvPr>
            <p:ph type="sldNum" sz="quarter" idx="12"/>
          </p:nvPr>
        </p:nvSpPr>
        <p:spPr/>
        <p:txBody>
          <a:bodyPr/>
          <a:lstStyle/>
          <a:p>
            <a:fld id="{67D2A209-9856-462B-A010-2A2374E3EB4A}" type="slidenum">
              <a:rPr lang="en-US" smtClean="0"/>
              <a:pPr/>
              <a:t>‹#›</a:t>
            </a:fld>
            <a:endParaRPr lang="en-US"/>
          </a:p>
        </p:txBody>
      </p:sp>
      <p:sp>
        <p:nvSpPr>
          <p:cNvPr id="7" name="Footer Placeholder 3"/>
          <p:cNvSpPr>
            <a:spLocks noGrp="1"/>
          </p:cNvSpPr>
          <p:nvPr userDrawn="1">
            <p:ph type="ftr" sz="quarter" idx="11"/>
          </p:nvPr>
        </p:nvSpPr>
        <p:spPr>
          <a:xfrm>
            <a:off x="5774871" y="6324600"/>
            <a:ext cx="2209800" cy="396875"/>
          </a:xfrm>
        </p:spPr>
        <p:txBody>
          <a:bodyPr/>
          <a:lstStyle/>
          <a:p>
            <a:r>
              <a:rPr lang="en-GB" dirty="0"/>
              <a:t>Prepared by: Engr. </a:t>
            </a:r>
            <a:r>
              <a:rPr lang="en-GB" dirty="0" err="1"/>
              <a:t>Majid</a:t>
            </a:r>
            <a:r>
              <a:rPr lang="en-GB" dirty="0"/>
              <a:t> </a:t>
            </a:r>
            <a:r>
              <a:rPr lang="en-GB" dirty="0" err="1"/>
              <a:t>Kaleem</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047A969-A3A4-4905-BB3B-A1F99714489D}" type="datetime1">
              <a:rPr lang="en-US" smtClean="0"/>
              <a:t>16-Sep-2025</a:t>
            </a:fld>
            <a:endParaRPr lang="en-US"/>
          </a:p>
        </p:txBody>
      </p:sp>
      <p:sp>
        <p:nvSpPr>
          <p:cNvPr id="6" name="Footer Placeholder 5"/>
          <p:cNvSpPr>
            <a:spLocks noGrp="1"/>
          </p:cNvSpPr>
          <p:nvPr>
            <p:ph type="ftr" sz="quarter" idx="11"/>
          </p:nvPr>
        </p:nvSpPr>
        <p:spPr/>
        <p:txBody>
          <a:bodyPr/>
          <a:lstStyle/>
          <a:p>
            <a:r>
              <a:rPr lang="en-US"/>
              <a:t>Prepared by: Engr. Majid Kaleem</a:t>
            </a:r>
          </a:p>
        </p:txBody>
      </p:sp>
      <p:sp>
        <p:nvSpPr>
          <p:cNvPr id="7" name="Slide Number Placeholder 6"/>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E81122F-34FE-4A32-AF1E-06D01F4AB465}" type="datetime1">
              <a:rPr lang="en-US" smtClean="0"/>
              <a:t>16-Sep-2025</a:t>
            </a:fld>
            <a:endParaRPr lang="en-US"/>
          </a:p>
        </p:txBody>
      </p:sp>
      <p:sp>
        <p:nvSpPr>
          <p:cNvPr id="8" name="Footer Placeholder 7"/>
          <p:cNvSpPr>
            <a:spLocks noGrp="1"/>
          </p:cNvSpPr>
          <p:nvPr>
            <p:ph type="ftr" sz="quarter" idx="11"/>
          </p:nvPr>
        </p:nvSpPr>
        <p:spPr/>
        <p:txBody>
          <a:bodyPr/>
          <a:lstStyle/>
          <a:p>
            <a:r>
              <a:rPr lang="en-US"/>
              <a:t>Prepared by: Engr. Majid Kaleem</a:t>
            </a:r>
          </a:p>
        </p:txBody>
      </p:sp>
      <p:sp>
        <p:nvSpPr>
          <p:cNvPr id="9" name="Slide Number Placeholder 8"/>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09BF83-D408-43EE-8C8E-881EB30FED63}" type="datetime1">
              <a:rPr lang="en-US" smtClean="0"/>
              <a:t>16-Sep-2025</a:t>
            </a:fld>
            <a:endParaRPr lang="en-US"/>
          </a:p>
        </p:txBody>
      </p:sp>
      <p:sp>
        <p:nvSpPr>
          <p:cNvPr id="6" name="Footer Placeholder 4"/>
          <p:cNvSpPr>
            <a:spLocks noGrp="1"/>
          </p:cNvSpPr>
          <p:nvPr>
            <p:ph type="ftr" sz="quarter" idx="11"/>
          </p:nvPr>
        </p:nvSpPr>
        <p:spPr>
          <a:xfrm>
            <a:off x="5774871" y="6324600"/>
            <a:ext cx="2209800" cy="396875"/>
          </a:xfrm>
        </p:spPr>
        <p:txBody>
          <a:bodyPr/>
          <a:lstStyle/>
          <a:p>
            <a:r>
              <a:rPr lang="en-GB" dirty="0"/>
              <a:t>Prepared by: Engr. </a:t>
            </a:r>
            <a:r>
              <a:rPr lang="en-GB" dirty="0" err="1"/>
              <a:t>Majid</a:t>
            </a:r>
            <a:r>
              <a:rPr lang="en-GB" dirty="0"/>
              <a:t> </a:t>
            </a:r>
            <a:r>
              <a:rPr lang="en-GB" dirty="0" err="1"/>
              <a:t>Kaleem</a:t>
            </a:r>
            <a:endParaRPr lang="en-US" dirty="0"/>
          </a:p>
        </p:txBody>
      </p:sp>
      <p:sp>
        <p:nvSpPr>
          <p:cNvPr id="7" name="Slide Number Placeholder 5"/>
          <p:cNvSpPr>
            <a:spLocks noGrp="1"/>
          </p:cNvSpPr>
          <p:nvPr>
            <p:ph type="sldNum" sz="quarter" idx="12"/>
          </p:nvPr>
        </p:nvSpPr>
        <p:spPr>
          <a:xfrm>
            <a:off x="8001000" y="6324600"/>
            <a:ext cx="685800" cy="396875"/>
          </a:xfrm>
        </p:spPr>
        <p:txBody>
          <a:bodyPr/>
          <a:lstStyle/>
          <a:p>
            <a:fld id="{67D2A209-9856-462B-A010-2A2374E3EB4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7E6E94-763D-4669-B6E9-51CBF0DE98F8}" type="datetime1">
              <a:rPr lang="en-US" smtClean="0"/>
              <a:t>16-Sep-2025</a:t>
            </a:fld>
            <a:endParaRPr lang="en-US"/>
          </a:p>
        </p:txBody>
      </p:sp>
      <p:sp>
        <p:nvSpPr>
          <p:cNvPr id="5" name="Footer Placeholder 4"/>
          <p:cNvSpPr>
            <a:spLocks noGrp="1"/>
          </p:cNvSpPr>
          <p:nvPr>
            <p:ph type="ftr" sz="quarter" idx="11"/>
          </p:nvPr>
        </p:nvSpPr>
        <p:spPr>
          <a:xfrm>
            <a:off x="5774871" y="6324600"/>
            <a:ext cx="2209800" cy="396875"/>
          </a:xfrm>
        </p:spPr>
        <p:txBody>
          <a:bodyPr/>
          <a:lstStyle>
            <a:lvl1pPr algn="r">
              <a:defRPr sz="1000">
                <a:latin typeface="Arial" pitchFamily="34" charset="0"/>
                <a:cs typeface="Arial" pitchFamily="34" charset="0"/>
              </a:defRPr>
            </a:lvl1pPr>
          </a:lstStyle>
          <a:p>
            <a:r>
              <a:rPr lang="en-GB"/>
              <a:t>Prepared by: Engr. Majid Kaleem</a:t>
            </a:r>
            <a:endParaRPr lang="en-US" dirty="0"/>
          </a:p>
        </p:txBody>
      </p:sp>
      <p:sp>
        <p:nvSpPr>
          <p:cNvPr id="6" name="Slide Number Placeholder 5"/>
          <p:cNvSpPr>
            <a:spLocks noGrp="1"/>
          </p:cNvSpPr>
          <p:nvPr>
            <p:ph type="sldNum" sz="quarter" idx="12"/>
          </p:nvPr>
        </p:nvSpPr>
        <p:spPr>
          <a:xfrm>
            <a:off x="8001000" y="6324600"/>
            <a:ext cx="685800" cy="396875"/>
          </a:xfrm>
        </p:spPr>
        <p:txBody>
          <a:bodyPr/>
          <a:lstStyle/>
          <a:p>
            <a:fld id="{67D2A209-9856-462B-A010-2A2374E3EB4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B90AE6-6DBC-4573-A883-C8B56C3BA319}" type="datetime1">
              <a:rPr lang="en-US" smtClean="0"/>
              <a:t>16-Sep-2025</a:t>
            </a:fld>
            <a:endParaRPr lang="en-US"/>
          </a:p>
        </p:txBody>
      </p:sp>
      <p:sp>
        <p:nvSpPr>
          <p:cNvPr id="6" name="Footer Placeholder 5"/>
          <p:cNvSpPr>
            <a:spLocks noGrp="1"/>
          </p:cNvSpPr>
          <p:nvPr>
            <p:ph type="ftr" sz="quarter" idx="11"/>
          </p:nvPr>
        </p:nvSpPr>
        <p:spPr/>
        <p:txBody>
          <a:bodyPr/>
          <a:lstStyle/>
          <a:p>
            <a:r>
              <a:rPr lang="en-US"/>
              <a:t>Prepared by: Engr. Majid Kaleem</a:t>
            </a:r>
          </a:p>
        </p:txBody>
      </p:sp>
      <p:sp>
        <p:nvSpPr>
          <p:cNvPr id="7" name="Slide Number Placeholder 6"/>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54DD4B-BA74-4081-9C98-F75546208E81}" type="datetime1">
              <a:rPr lang="en-US" smtClean="0"/>
              <a:t>16-Sep-2025</a:t>
            </a:fld>
            <a:endParaRPr lang="en-US"/>
          </a:p>
        </p:txBody>
      </p:sp>
      <p:sp>
        <p:nvSpPr>
          <p:cNvPr id="6" name="Footer Placeholder 5"/>
          <p:cNvSpPr>
            <a:spLocks noGrp="1"/>
          </p:cNvSpPr>
          <p:nvPr>
            <p:ph type="ftr" sz="quarter" idx="11"/>
          </p:nvPr>
        </p:nvSpPr>
        <p:spPr/>
        <p:txBody>
          <a:bodyPr/>
          <a:lstStyle/>
          <a:p>
            <a:r>
              <a:rPr lang="en-US"/>
              <a:t>Prepared by: Engr. Majid Kaleem</a:t>
            </a:r>
          </a:p>
        </p:txBody>
      </p:sp>
      <p:sp>
        <p:nvSpPr>
          <p:cNvPr id="7" name="Slide Number Placeholder 6"/>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56D023-EB81-4F7E-BAFB-BBC0F73C5589}" type="datetime1">
              <a:rPr lang="en-US" smtClean="0"/>
              <a:t>16-Sep-2025</a:t>
            </a:fld>
            <a:endParaRPr lang="en-US"/>
          </a:p>
        </p:txBody>
      </p:sp>
      <p:sp>
        <p:nvSpPr>
          <p:cNvPr id="5" name="Footer Placeholder 4"/>
          <p:cNvSpPr>
            <a:spLocks noGrp="1"/>
          </p:cNvSpPr>
          <p:nvPr>
            <p:ph type="ftr" sz="quarter" idx="11"/>
          </p:nvPr>
        </p:nvSpPr>
        <p:spPr/>
        <p:txBody>
          <a:bodyPr/>
          <a:lstStyle/>
          <a:p>
            <a:r>
              <a:rPr lang="en-US"/>
              <a:t>Prepared by: Engr. Majid Kaleem</a:t>
            </a:r>
          </a:p>
        </p:txBody>
      </p:sp>
      <p:sp>
        <p:nvSpPr>
          <p:cNvPr id="6" name="Slide Number Placeholder 5"/>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63CAF7-3317-49F4-8BCD-6F3AFB74B952}" type="datetime1">
              <a:rPr lang="en-US" smtClean="0"/>
              <a:t>16-Sep-2025</a:t>
            </a:fld>
            <a:endParaRPr lang="en-US"/>
          </a:p>
        </p:txBody>
      </p:sp>
      <p:sp>
        <p:nvSpPr>
          <p:cNvPr id="5" name="Footer Placeholder 4"/>
          <p:cNvSpPr>
            <a:spLocks noGrp="1"/>
          </p:cNvSpPr>
          <p:nvPr>
            <p:ph type="ftr" sz="quarter" idx="11"/>
          </p:nvPr>
        </p:nvSpPr>
        <p:spPr/>
        <p:txBody>
          <a:bodyPr/>
          <a:lstStyle/>
          <a:p>
            <a:r>
              <a:rPr lang="en-US"/>
              <a:t>Prepared by: Engr. Majid Kaleem</a:t>
            </a:r>
          </a:p>
        </p:txBody>
      </p:sp>
      <p:sp>
        <p:nvSpPr>
          <p:cNvPr id="6" name="Slide Number Placeholder 5"/>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94185C-045E-4B07-B360-1E4D0D4807A8}" type="datetime1">
              <a:rPr lang="en-US" smtClean="0"/>
              <a:t>16-Sep-2025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Prepared by: Engr. Majid Kaleem</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D2A209-9856-462B-A010-2A2374E3EB4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GB" sz="9600" dirty="0">
                <a:latin typeface="MoolBoran" pitchFamily="34" charset="0"/>
                <a:cs typeface="MoolBoran" pitchFamily="34" charset="0"/>
              </a:rPr>
              <a:t>Data Structures &amp; Algorithms</a:t>
            </a:r>
            <a:endParaRPr lang="en-US" sz="9600" dirty="0">
              <a:latin typeface="MoolBoran" pitchFamily="34" charset="0"/>
              <a:cs typeface="MoolBoran" pitchFamily="34" charset="0"/>
            </a:endParaRPr>
          </a:p>
        </p:txBody>
      </p:sp>
      <p:sp>
        <p:nvSpPr>
          <p:cNvPr id="3" name="Subtitle 2"/>
          <p:cNvSpPr>
            <a:spLocks noGrp="1"/>
          </p:cNvSpPr>
          <p:nvPr>
            <p:ph type="subTitle" idx="1"/>
          </p:nvPr>
        </p:nvSpPr>
        <p:spPr>
          <a:xfrm>
            <a:off x="1371600" y="4267200"/>
            <a:ext cx="6400800" cy="762000"/>
          </a:xfrm>
        </p:spPr>
        <p:txBody>
          <a:bodyPr/>
          <a:lstStyle/>
          <a:p>
            <a:r>
              <a:rPr lang="en-GB" dirty="0">
                <a:solidFill>
                  <a:schemeClr val="tx2"/>
                </a:solidFill>
                <a:latin typeface="MoolBoran" pitchFamily="34" charset="0"/>
                <a:cs typeface="MoolBoran" pitchFamily="34" charset="0"/>
              </a:rPr>
              <a:t>Week-12</a:t>
            </a:r>
            <a:endParaRPr lang="en-US" dirty="0">
              <a:solidFill>
                <a:schemeClr val="tx2"/>
              </a:solidFill>
              <a:latin typeface="MoolBoran" pitchFamily="34" charset="0"/>
              <a:cs typeface="MoolBoran" pitchFamily="34" charset="0"/>
            </a:endParaRPr>
          </a:p>
        </p:txBody>
      </p:sp>
      <p:pic>
        <p:nvPicPr>
          <p:cNvPr id="6" name="Picture 5" descr="logo5.png"/>
          <p:cNvPicPr/>
          <p:nvPr/>
        </p:nvPicPr>
        <p:blipFill>
          <a:blip r:embed="rId2" cstate="print"/>
          <a:stretch>
            <a:fillRect/>
          </a:stretch>
        </p:blipFill>
        <p:spPr>
          <a:xfrm>
            <a:off x="14186" y="0"/>
            <a:ext cx="2729014" cy="778213"/>
          </a:xfrm>
          <a:prstGeom prst="rect">
            <a:avLst/>
          </a:prstGeom>
        </p:spPr>
      </p:pic>
      <p:sp>
        <p:nvSpPr>
          <p:cNvPr id="8" name="Date Placeholder 7">
            <a:extLst>
              <a:ext uri="{FF2B5EF4-FFF2-40B4-BE49-F238E27FC236}">
                <a16:creationId xmlns:a16="http://schemas.microsoft.com/office/drawing/2014/main" id="{1A0F576E-2ADB-4177-AB0E-A05B1562F475}"/>
              </a:ext>
            </a:extLst>
          </p:cNvPr>
          <p:cNvSpPr>
            <a:spLocks noGrp="1"/>
          </p:cNvSpPr>
          <p:nvPr>
            <p:ph type="dt" sz="half" idx="10"/>
          </p:nvPr>
        </p:nvSpPr>
        <p:spPr/>
        <p:txBody>
          <a:bodyPr/>
          <a:lstStyle/>
          <a:p>
            <a:fld id="{E556753D-90AF-4F2E-8EC7-13C4E2C1D86D}" type="datetime1">
              <a:rPr lang="en-US" smtClean="0"/>
              <a:t>16-Sep-2025</a:t>
            </a:fld>
            <a:endParaRPr lang="en-US"/>
          </a:p>
        </p:txBody>
      </p:sp>
      <p:sp>
        <p:nvSpPr>
          <p:cNvPr id="9" name="Slide Number Placeholder 8">
            <a:extLst>
              <a:ext uri="{FF2B5EF4-FFF2-40B4-BE49-F238E27FC236}">
                <a16:creationId xmlns:a16="http://schemas.microsoft.com/office/drawing/2014/main" id="{2F763651-B497-4529-9AFF-59636D160AFF}"/>
              </a:ext>
            </a:extLst>
          </p:cNvPr>
          <p:cNvSpPr>
            <a:spLocks noGrp="1"/>
          </p:cNvSpPr>
          <p:nvPr>
            <p:ph type="sldNum" sz="quarter" idx="12"/>
          </p:nvPr>
        </p:nvSpPr>
        <p:spPr/>
        <p:txBody>
          <a:bodyPr/>
          <a:lstStyle/>
          <a:p>
            <a:fld id="{67D2A209-9856-462B-A010-2A2374E3EB4A}"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25880-FFD1-48AE-9982-FCB0F658DFAA}"/>
              </a:ext>
            </a:extLst>
          </p:cNvPr>
          <p:cNvSpPr>
            <a:spLocks noGrp="1"/>
          </p:cNvSpPr>
          <p:nvPr>
            <p:ph type="title"/>
          </p:nvPr>
        </p:nvSpPr>
        <p:spPr/>
        <p:txBody>
          <a:bodyPr>
            <a:normAutofit fontScale="90000"/>
          </a:bodyPr>
          <a:lstStyle/>
          <a:p>
            <a:r>
              <a:rPr lang="en-US"/>
              <a:t>Week-12 </a:t>
            </a:r>
            <a:r>
              <a:rPr lang="en-US" dirty="0"/>
              <a:t>Agenda </a:t>
            </a:r>
          </a:p>
        </p:txBody>
      </p:sp>
      <p:sp>
        <p:nvSpPr>
          <p:cNvPr id="3" name="Content Placeholder 2">
            <a:extLst>
              <a:ext uri="{FF2B5EF4-FFF2-40B4-BE49-F238E27FC236}">
                <a16:creationId xmlns:a16="http://schemas.microsoft.com/office/drawing/2014/main" id="{2581AD53-70E4-4DB2-B00E-814D78E4EBC7}"/>
              </a:ext>
            </a:extLst>
          </p:cNvPr>
          <p:cNvSpPr>
            <a:spLocks noGrp="1"/>
          </p:cNvSpPr>
          <p:nvPr>
            <p:ph idx="1"/>
          </p:nvPr>
        </p:nvSpPr>
        <p:spPr/>
        <p:txBody>
          <a:bodyPr>
            <a:normAutofit/>
          </a:bodyPr>
          <a:lstStyle/>
          <a:p>
            <a:pPr marL="857250" lvl="1" indent="-457200">
              <a:buFont typeface="+mj-lt"/>
              <a:buAutoNum type="arabicPeriod"/>
            </a:pPr>
            <a:r>
              <a:rPr lang="en-US" sz="2400" dirty="0">
                <a:latin typeface="Arial Narrow" panose="020B0606020202030204" pitchFamily="34" charset="0"/>
              </a:rPr>
              <a:t>Dynamic Programming</a:t>
            </a:r>
          </a:p>
          <a:p>
            <a:pPr marL="1257300" lvl="2" indent="-457200"/>
            <a:r>
              <a:rPr lang="en-US" sz="2000" dirty="0">
                <a:latin typeface="Arial Narrow" panose="020B0606020202030204" pitchFamily="34" charset="0"/>
              </a:rPr>
              <a:t>Knapsack Problem</a:t>
            </a:r>
          </a:p>
          <a:p>
            <a:pPr marL="857250" lvl="1" indent="-457200">
              <a:buFont typeface="+mj-lt"/>
              <a:buAutoNum type="arabicPeriod"/>
            </a:pPr>
            <a:endParaRPr lang="en-US" sz="2400" dirty="0">
              <a:latin typeface="Arial Narrow" panose="020B0606020202030204" pitchFamily="34" charset="0"/>
            </a:endParaRPr>
          </a:p>
        </p:txBody>
      </p:sp>
      <p:sp>
        <p:nvSpPr>
          <p:cNvPr id="6" name="Date Placeholder 5">
            <a:extLst>
              <a:ext uri="{FF2B5EF4-FFF2-40B4-BE49-F238E27FC236}">
                <a16:creationId xmlns:a16="http://schemas.microsoft.com/office/drawing/2014/main" id="{9305886E-6EB7-4207-A593-4BEE2572D03F}"/>
              </a:ext>
            </a:extLst>
          </p:cNvPr>
          <p:cNvSpPr>
            <a:spLocks noGrp="1"/>
          </p:cNvSpPr>
          <p:nvPr>
            <p:ph type="dt" sz="half" idx="10"/>
          </p:nvPr>
        </p:nvSpPr>
        <p:spPr/>
        <p:txBody>
          <a:bodyPr/>
          <a:lstStyle/>
          <a:p>
            <a:fld id="{97D4183C-BF88-40F9-A1FD-0C096233229E}" type="datetime1">
              <a:rPr lang="en-US" smtClean="0"/>
              <a:t>16-Sep-2025</a:t>
            </a:fld>
            <a:endParaRPr lang="en-US" dirty="0"/>
          </a:p>
        </p:txBody>
      </p:sp>
      <p:sp>
        <p:nvSpPr>
          <p:cNvPr id="7" name="Slide Number Placeholder 6">
            <a:extLst>
              <a:ext uri="{FF2B5EF4-FFF2-40B4-BE49-F238E27FC236}">
                <a16:creationId xmlns:a16="http://schemas.microsoft.com/office/drawing/2014/main" id="{AD503029-7C99-49DA-875E-D7B85E2B9871}"/>
              </a:ext>
            </a:extLst>
          </p:cNvPr>
          <p:cNvSpPr>
            <a:spLocks noGrp="1"/>
          </p:cNvSpPr>
          <p:nvPr>
            <p:ph type="sldNum" sz="quarter" idx="12"/>
          </p:nvPr>
        </p:nvSpPr>
        <p:spPr/>
        <p:txBody>
          <a:bodyPr/>
          <a:lstStyle/>
          <a:p>
            <a:fld id="{67D2A209-9856-462B-A010-2A2374E3EB4A}" type="slidenum">
              <a:rPr lang="en-US" smtClean="0"/>
              <a:pPr/>
              <a:t>2</a:t>
            </a:fld>
            <a:endParaRPr lang="en-US"/>
          </a:p>
        </p:txBody>
      </p:sp>
    </p:spTree>
    <p:extLst>
      <p:ext uri="{BB962C8B-B14F-4D97-AF65-F5344CB8AC3E}">
        <p14:creationId xmlns:p14="http://schemas.microsoft.com/office/powerpoint/2010/main" val="3508301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FD765-3DAC-41AC-BD34-46D549CE726F}"/>
              </a:ext>
            </a:extLst>
          </p:cNvPr>
          <p:cNvSpPr>
            <a:spLocks noGrp="1"/>
          </p:cNvSpPr>
          <p:nvPr>
            <p:ph type="title"/>
          </p:nvPr>
        </p:nvSpPr>
        <p:spPr/>
        <p:txBody>
          <a:bodyPr>
            <a:normAutofit fontScale="90000"/>
          </a:bodyPr>
          <a:lstStyle/>
          <a:p>
            <a:r>
              <a:rPr lang="en-US" dirty="0"/>
              <a:t>Dynamic Programming</a:t>
            </a:r>
          </a:p>
        </p:txBody>
      </p:sp>
      <p:sp>
        <p:nvSpPr>
          <p:cNvPr id="3" name="Content Placeholder 2">
            <a:extLst>
              <a:ext uri="{FF2B5EF4-FFF2-40B4-BE49-F238E27FC236}">
                <a16:creationId xmlns:a16="http://schemas.microsoft.com/office/drawing/2014/main" id="{F8ABD65E-F3A1-45FF-A39E-41DE24CAC158}"/>
              </a:ext>
            </a:extLst>
          </p:cNvPr>
          <p:cNvSpPr>
            <a:spLocks noGrp="1"/>
          </p:cNvSpPr>
          <p:nvPr>
            <p:ph idx="1"/>
          </p:nvPr>
        </p:nvSpPr>
        <p:spPr/>
        <p:txBody>
          <a:bodyPr/>
          <a:lstStyle/>
          <a:p>
            <a:pPr algn="just"/>
            <a:r>
              <a:rPr lang="en-US" altLang="en-US" i="1" dirty="0"/>
              <a:t>Dynamic programming</a:t>
            </a:r>
            <a:r>
              <a:rPr lang="en-US" altLang="en-US" dirty="0"/>
              <a:t> (DP) is used to solve a wide variety of discrete optimization problems such as scheduling, string-editing, packaging, and inventory management. </a:t>
            </a:r>
          </a:p>
          <a:p>
            <a:pPr algn="just"/>
            <a:endParaRPr lang="en-US" altLang="en-US" dirty="0"/>
          </a:p>
          <a:p>
            <a:pPr algn="just"/>
            <a:r>
              <a:rPr lang="en-US" altLang="en-US" dirty="0"/>
              <a:t>Break problems into subproblems and combine their solutions into solutions to larger problems. </a:t>
            </a:r>
          </a:p>
          <a:p>
            <a:pPr algn="just"/>
            <a:endParaRPr lang="en-US" altLang="en-US" dirty="0"/>
          </a:p>
          <a:p>
            <a:pPr algn="just"/>
            <a:r>
              <a:rPr lang="en-US" altLang="en-US" dirty="0"/>
              <a:t>In contrast to divide-and-conquer, there may be relationships across subproblems.</a:t>
            </a:r>
          </a:p>
          <a:p>
            <a:pPr algn="just">
              <a:lnSpc>
                <a:spcPct val="115000"/>
              </a:lnSpc>
            </a:pPr>
            <a:endParaRPr lang="en-US" dirty="0"/>
          </a:p>
          <a:p>
            <a:pPr algn="just">
              <a:lnSpc>
                <a:spcPct val="115000"/>
              </a:lnSpc>
            </a:pPr>
            <a:endParaRPr lang="en-US" dirty="0"/>
          </a:p>
        </p:txBody>
      </p:sp>
      <p:sp>
        <p:nvSpPr>
          <p:cNvPr id="4" name="Date Placeholder 3">
            <a:extLst>
              <a:ext uri="{FF2B5EF4-FFF2-40B4-BE49-F238E27FC236}">
                <a16:creationId xmlns:a16="http://schemas.microsoft.com/office/drawing/2014/main" id="{7946A869-E79E-4326-B6B9-3D30B54889CE}"/>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3A68AD4B-A1A1-4D97-801F-9E7C8EB3C318}"/>
              </a:ext>
            </a:extLst>
          </p:cNvPr>
          <p:cNvSpPr>
            <a:spLocks noGrp="1"/>
          </p:cNvSpPr>
          <p:nvPr>
            <p:ph type="sldNum" sz="quarter" idx="12"/>
          </p:nvPr>
        </p:nvSpPr>
        <p:spPr/>
        <p:txBody>
          <a:bodyPr/>
          <a:lstStyle/>
          <a:p>
            <a:fld id="{67D2A209-9856-462B-A010-2A2374E3EB4A}" type="slidenum">
              <a:rPr lang="en-US" smtClean="0"/>
              <a:pPr/>
              <a:t>3</a:t>
            </a:fld>
            <a:endParaRPr lang="en-US"/>
          </a:p>
        </p:txBody>
      </p:sp>
    </p:spTree>
    <p:extLst>
      <p:ext uri="{BB962C8B-B14F-4D97-AF65-F5344CB8AC3E}">
        <p14:creationId xmlns:p14="http://schemas.microsoft.com/office/powerpoint/2010/main" val="4022170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DAA57-8ACA-4B63-BC87-9751D611B3C1}"/>
              </a:ext>
            </a:extLst>
          </p:cNvPr>
          <p:cNvSpPr>
            <a:spLocks noGrp="1"/>
          </p:cNvSpPr>
          <p:nvPr>
            <p:ph type="title"/>
          </p:nvPr>
        </p:nvSpPr>
        <p:spPr/>
        <p:txBody>
          <a:bodyPr>
            <a:normAutofit fontScale="90000"/>
          </a:bodyPr>
          <a:lstStyle/>
          <a:p>
            <a:r>
              <a:rPr lang="en-US" dirty="0"/>
              <a:t>Dynamic Programming</a:t>
            </a:r>
          </a:p>
        </p:txBody>
      </p:sp>
      <p:sp>
        <p:nvSpPr>
          <p:cNvPr id="3" name="Content Placeholder 2">
            <a:extLst>
              <a:ext uri="{FF2B5EF4-FFF2-40B4-BE49-F238E27FC236}">
                <a16:creationId xmlns:a16="http://schemas.microsoft.com/office/drawing/2014/main" id="{B4D0CF41-CDC5-4850-905B-9824B184A5AF}"/>
              </a:ext>
            </a:extLst>
          </p:cNvPr>
          <p:cNvSpPr>
            <a:spLocks noGrp="1"/>
          </p:cNvSpPr>
          <p:nvPr>
            <p:ph idx="1"/>
          </p:nvPr>
        </p:nvSpPr>
        <p:spPr/>
        <p:txBody>
          <a:bodyPr/>
          <a:lstStyle/>
          <a:p>
            <a:r>
              <a:rPr lang="en-GB" altLang="en-US" dirty="0"/>
              <a:t>The dynamic programming (DP) algorithm-design technique is similar to </a:t>
            </a:r>
            <a:r>
              <a:rPr lang="en-GB" altLang="en-US" i="1" dirty="0"/>
              <a:t>divide-and-conquer</a:t>
            </a:r>
            <a:r>
              <a:rPr lang="en-GB" altLang="en-US" dirty="0"/>
              <a:t> technique.</a:t>
            </a:r>
          </a:p>
          <a:p>
            <a:endParaRPr lang="en-GB" altLang="en-US" dirty="0"/>
          </a:p>
          <a:p>
            <a:r>
              <a:rPr lang="en-GB" altLang="en-US" dirty="0"/>
              <a:t>The </a:t>
            </a:r>
            <a:r>
              <a:rPr lang="en-GB" altLang="en-US" i="1" dirty="0"/>
              <a:t>main difference</a:t>
            </a:r>
            <a:r>
              <a:rPr lang="en-GB" altLang="en-US" dirty="0"/>
              <a:t> is in replacing (possibly) </a:t>
            </a:r>
            <a:r>
              <a:rPr lang="en-GB" altLang="en-US" i="1" dirty="0"/>
              <a:t>repetitive recursive calls</a:t>
            </a:r>
            <a:r>
              <a:rPr lang="en-GB" altLang="en-US" dirty="0"/>
              <a:t> by the reference to already computed values stored in a special table.</a:t>
            </a:r>
          </a:p>
          <a:p>
            <a:endParaRPr lang="en-US" dirty="0"/>
          </a:p>
        </p:txBody>
      </p:sp>
      <p:sp>
        <p:nvSpPr>
          <p:cNvPr id="4" name="Date Placeholder 3">
            <a:extLst>
              <a:ext uri="{FF2B5EF4-FFF2-40B4-BE49-F238E27FC236}">
                <a16:creationId xmlns:a16="http://schemas.microsoft.com/office/drawing/2014/main" id="{E7DC80A9-488C-43ED-9AF6-F0A2080157B9}"/>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08B95C43-6A54-4F3C-8BD6-1D67DB706864}"/>
              </a:ext>
            </a:extLst>
          </p:cNvPr>
          <p:cNvSpPr>
            <a:spLocks noGrp="1"/>
          </p:cNvSpPr>
          <p:nvPr>
            <p:ph type="sldNum" sz="quarter" idx="12"/>
          </p:nvPr>
        </p:nvSpPr>
        <p:spPr/>
        <p:txBody>
          <a:bodyPr/>
          <a:lstStyle/>
          <a:p>
            <a:fld id="{67D2A209-9856-462B-A010-2A2374E3EB4A}" type="slidenum">
              <a:rPr lang="en-US" smtClean="0"/>
              <a:pPr/>
              <a:t>4</a:t>
            </a:fld>
            <a:endParaRPr lang="en-US"/>
          </a:p>
        </p:txBody>
      </p:sp>
    </p:spTree>
    <p:extLst>
      <p:ext uri="{BB962C8B-B14F-4D97-AF65-F5344CB8AC3E}">
        <p14:creationId xmlns:p14="http://schemas.microsoft.com/office/powerpoint/2010/main" val="3764511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DAA57-8ACA-4B63-BC87-9751D611B3C1}"/>
              </a:ext>
            </a:extLst>
          </p:cNvPr>
          <p:cNvSpPr>
            <a:spLocks noGrp="1"/>
          </p:cNvSpPr>
          <p:nvPr>
            <p:ph type="title"/>
          </p:nvPr>
        </p:nvSpPr>
        <p:spPr/>
        <p:txBody>
          <a:bodyPr>
            <a:normAutofit fontScale="90000"/>
          </a:bodyPr>
          <a:lstStyle/>
          <a:p>
            <a:r>
              <a:rPr lang="en-US" dirty="0"/>
              <a:t>Dynamic Programming</a:t>
            </a:r>
          </a:p>
        </p:txBody>
      </p:sp>
      <p:sp>
        <p:nvSpPr>
          <p:cNvPr id="3" name="Content Placeholder 2">
            <a:extLst>
              <a:ext uri="{FF2B5EF4-FFF2-40B4-BE49-F238E27FC236}">
                <a16:creationId xmlns:a16="http://schemas.microsoft.com/office/drawing/2014/main" id="{B4D0CF41-CDC5-4850-905B-9824B184A5AF}"/>
              </a:ext>
            </a:extLst>
          </p:cNvPr>
          <p:cNvSpPr>
            <a:spLocks noGrp="1"/>
          </p:cNvSpPr>
          <p:nvPr>
            <p:ph idx="1"/>
          </p:nvPr>
        </p:nvSpPr>
        <p:spPr/>
        <p:txBody>
          <a:bodyPr/>
          <a:lstStyle/>
          <a:p>
            <a:pPr>
              <a:lnSpc>
                <a:spcPct val="90000"/>
              </a:lnSpc>
            </a:pPr>
            <a:r>
              <a:rPr lang="en-GB" altLang="en-US" dirty="0"/>
              <a:t>DP technique is used primarily for optimization problems</a:t>
            </a:r>
          </a:p>
          <a:p>
            <a:pPr>
              <a:lnSpc>
                <a:spcPct val="90000"/>
              </a:lnSpc>
            </a:pPr>
            <a:endParaRPr lang="en-GB" altLang="en-US" dirty="0"/>
          </a:p>
          <a:p>
            <a:pPr>
              <a:lnSpc>
                <a:spcPct val="90000"/>
              </a:lnSpc>
            </a:pPr>
            <a:r>
              <a:rPr lang="en-GB" altLang="en-US" dirty="0"/>
              <a:t>We very often apply DP where the brute-force search for the best is infeasible</a:t>
            </a:r>
          </a:p>
          <a:p>
            <a:pPr>
              <a:lnSpc>
                <a:spcPct val="90000"/>
              </a:lnSpc>
            </a:pPr>
            <a:endParaRPr lang="en-GB" altLang="en-US" dirty="0"/>
          </a:p>
          <a:p>
            <a:pPr>
              <a:lnSpc>
                <a:spcPct val="90000"/>
              </a:lnSpc>
            </a:pPr>
            <a:r>
              <a:rPr lang="en-GB" altLang="en-US" dirty="0"/>
              <a:t>However DP is efficient only if the problem has a certain amount of structure that we can exploit</a:t>
            </a:r>
          </a:p>
          <a:p>
            <a:endParaRPr lang="en-US" dirty="0"/>
          </a:p>
        </p:txBody>
      </p:sp>
      <p:sp>
        <p:nvSpPr>
          <p:cNvPr id="4" name="Date Placeholder 3">
            <a:extLst>
              <a:ext uri="{FF2B5EF4-FFF2-40B4-BE49-F238E27FC236}">
                <a16:creationId xmlns:a16="http://schemas.microsoft.com/office/drawing/2014/main" id="{E7DC80A9-488C-43ED-9AF6-F0A2080157B9}"/>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08B95C43-6A54-4F3C-8BD6-1D67DB706864}"/>
              </a:ext>
            </a:extLst>
          </p:cNvPr>
          <p:cNvSpPr>
            <a:spLocks noGrp="1"/>
          </p:cNvSpPr>
          <p:nvPr>
            <p:ph type="sldNum" sz="quarter" idx="12"/>
          </p:nvPr>
        </p:nvSpPr>
        <p:spPr/>
        <p:txBody>
          <a:bodyPr/>
          <a:lstStyle/>
          <a:p>
            <a:fld id="{67D2A209-9856-462B-A010-2A2374E3EB4A}" type="slidenum">
              <a:rPr lang="en-US" smtClean="0"/>
              <a:pPr/>
              <a:t>5</a:t>
            </a:fld>
            <a:endParaRPr lang="en-US"/>
          </a:p>
        </p:txBody>
      </p:sp>
    </p:spTree>
    <p:extLst>
      <p:ext uri="{BB962C8B-B14F-4D97-AF65-F5344CB8AC3E}">
        <p14:creationId xmlns:p14="http://schemas.microsoft.com/office/powerpoint/2010/main" val="1801108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3FC8E-BF8E-4D32-8F38-2DC2E1C2436F}"/>
              </a:ext>
            </a:extLst>
          </p:cNvPr>
          <p:cNvSpPr>
            <a:spLocks noGrp="1"/>
          </p:cNvSpPr>
          <p:nvPr>
            <p:ph type="title"/>
          </p:nvPr>
        </p:nvSpPr>
        <p:spPr/>
        <p:txBody>
          <a:bodyPr>
            <a:normAutofit fontScale="90000"/>
          </a:bodyPr>
          <a:lstStyle/>
          <a:p>
            <a:r>
              <a:rPr lang="en-US" dirty="0"/>
              <a:t>Dynamic Programming</a:t>
            </a:r>
          </a:p>
        </p:txBody>
      </p:sp>
      <p:sp>
        <p:nvSpPr>
          <p:cNvPr id="3" name="Content Placeholder 2">
            <a:extLst>
              <a:ext uri="{FF2B5EF4-FFF2-40B4-BE49-F238E27FC236}">
                <a16:creationId xmlns:a16="http://schemas.microsoft.com/office/drawing/2014/main" id="{8CF840A0-86BC-4CD3-890B-16FBE347830E}"/>
              </a:ext>
            </a:extLst>
          </p:cNvPr>
          <p:cNvSpPr>
            <a:spLocks noGrp="1"/>
          </p:cNvSpPr>
          <p:nvPr>
            <p:ph idx="1"/>
          </p:nvPr>
        </p:nvSpPr>
        <p:spPr/>
        <p:txBody>
          <a:bodyPr/>
          <a:lstStyle/>
          <a:p>
            <a:pPr algn="just"/>
            <a:r>
              <a:rPr lang="en-GB" altLang="en-US" dirty="0"/>
              <a:t>Simple sub-problems: there must be a way of breaking the whole optimization problem into smaller pieces sharing a similar structure</a:t>
            </a:r>
          </a:p>
          <a:p>
            <a:pPr algn="just"/>
            <a:endParaRPr lang="en-GB" altLang="en-US" dirty="0"/>
          </a:p>
          <a:p>
            <a:pPr algn="just"/>
            <a:r>
              <a:rPr lang="en-GB" altLang="en-US" dirty="0"/>
              <a:t>Sub-problem optimality: an optimal solution to the global problem must be a composition of optimal sub-problem solutions</a:t>
            </a:r>
          </a:p>
          <a:p>
            <a:pPr algn="just"/>
            <a:endParaRPr lang="en-GB" altLang="en-US" dirty="0"/>
          </a:p>
          <a:p>
            <a:pPr algn="just"/>
            <a:r>
              <a:rPr lang="en-GB" altLang="en-US" dirty="0"/>
              <a:t>Sub-problem overlap: optimal solutions to unrelated sub-problems can contain sub-problems in common   </a:t>
            </a:r>
          </a:p>
          <a:p>
            <a:pPr algn="just"/>
            <a:endParaRPr lang="en-US" dirty="0"/>
          </a:p>
        </p:txBody>
      </p:sp>
      <p:sp>
        <p:nvSpPr>
          <p:cNvPr id="4" name="Date Placeholder 3">
            <a:extLst>
              <a:ext uri="{FF2B5EF4-FFF2-40B4-BE49-F238E27FC236}">
                <a16:creationId xmlns:a16="http://schemas.microsoft.com/office/drawing/2014/main" id="{1315FE8A-36D3-4A9F-9D5D-5358DAA10193}"/>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3C13EB5A-1A33-4FAD-ABA6-1E253AA25D8C}"/>
              </a:ext>
            </a:extLst>
          </p:cNvPr>
          <p:cNvSpPr>
            <a:spLocks noGrp="1"/>
          </p:cNvSpPr>
          <p:nvPr>
            <p:ph type="sldNum" sz="quarter" idx="12"/>
          </p:nvPr>
        </p:nvSpPr>
        <p:spPr/>
        <p:txBody>
          <a:bodyPr/>
          <a:lstStyle/>
          <a:p>
            <a:fld id="{67D2A209-9856-462B-A010-2A2374E3EB4A}" type="slidenum">
              <a:rPr lang="en-US" smtClean="0"/>
              <a:pPr/>
              <a:t>6</a:t>
            </a:fld>
            <a:endParaRPr lang="en-US"/>
          </a:p>
        </p:txBody>
      </p:sp>
    </p:spTree>
    <p:extLst>
      <p:ext uri="{BB962C8B-B14F-4D97-AF65-F5344CB8AC3E}">
        <p14:creationId xmlns:p14="http://schemas.microsoft.com/office/powerpoint/2010/main" val="1321549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FD765-3DAC-41AC-BD34-46D549CE726F}"/>
              </a:ext>
            </a:extLst>
          </p:cNvPr>
          <p:cNvSpPr>
            <a:spLocks noGrp="1"/>
          </p:cNvSpPr>
          <p:nvPr>
            <p:ph type="title"/>
          </p:nvPr>
        </p:nvSpPr>
        <p:spPr/>
        <p:txBody>
          <a:bodyPr>
            <a:normAutofit fontScale="90000"/>
          </a:bodyPr>
          <a:lstStyle/>
          <a:p>
            <a:r>
              <a:rPr lang="en-US" dirty="0"/>
              <a:t>Dynamic Programming</a:t>
            </a:r>
          </a:p>
        </p:txBody>
      </p:sp>
      <p:sp>
        <p:nvSpPr>
          <p:cNvPr id="3" name="Content Placeholder 2">
            <a:extLst>
              <a:ext uri="{FF2B5EF4-FFF2-40B4-BE49-F238E27FC236}">
                <a16:creationId xmlns:a16="http://schemas.microsoft.com/office/drawing/2014/main" id="{F8ABD65E-F3A1-45FF-A39E-41DE24CAC158}"/>
              </a:ext>
            </a:extLst>
          </p:cNvPr>
          <p:cNvSpPr>
            <a:spLocks noGrp="1"/>
          </p:cNvSpPr>
          <p:nvPr>
            <p:ph idx="1"/>
          </p:nvPr>
        </p:nvSpPr>
        <p:spPr/>
        <p:txBody>
          <a:bodyPr/>
          <a:lstStyle/>
          <a:p>
            <a:pPr algn="just"/>
            <a:r>
              <a:rPr lang="en-US" dirty="0"/>
              <a:t> DP typically involves two main strategies:</a:t>
            </a:r>
          </a:p>
          <a:p>
            <a:pPr algn="just"/>
            <a:endParaRPr lang="en-US" b="1" dirty="0"/>
          </a:p>
          <a:p>
            <a:pPr marL="914400" lvl="1" indent="-514350" algn="just">
              <a:buFont typeface="+mj-lt"/>
              <a:buAutoNum type="arabicPeriod"/>
            </a:pPr>
            <a:r>
              <a:rPr lang="en-US" b="1" dirty="0" err="1"/>
              <a:t>Memoization</a:t>
            </a:r>
            <a:r>
              <a:rPr lang="en-US" dirty="0"/>
              <a:t>: Storing the results of expensive function calls and reusing them when the same inputs occur again.</a:t>
            </a:r>
          </a:p>
          <a:p>
            <a:pPr marL="914400" lvl="1" indent="-514350" algn="just">
              <a:buFont typeface="+mj-lt"/>
              <a:buAutoNum type="arabicPeriod"/>
            </a:pPr>
            <a:endParaRPr lang="en-US" b="1" dirty="0"/>
          </a:p>
          <a:p>
            <a:pPr marL="914400" lvl="1" indent="-514350" algn="just">
              <a:buFont typeface="+mj-lt"/>
              <a:buAutoNum type="arabicPeriod"/>
            </a:pPr>
            <a:r>
              <a:rPr lang="en-US" b="1" dirty="0"/>
              <a:t>Tabulation</a:t>
            </a:r>
            <a:r>
              <a:rPr lang="en-US" dirty="0"/>
              <a:t>: Building a table in a bottom-up approach to solve subproblems and then combining their results to solve larger problems.</a:t>
            </a:r>
          </a:p>
        </p:txBody>
      </p:sp>
      <p:sp>
        <p:nvSpPr>
          <p:cNvPr id="4" name="Date Placeholder 3">
            <a:extLst>
              <a:ext uri="{FF2B5EF4-FFF2-40B4-BE49-F238E27FC236}">
                <a16:creationId xmlns:a16="http://schemas.microsoft.com/office/drawing/2014/main" id="{7946A869-E79E-4326-B6B9-3D30B54889CE}"/>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3A68AD4B-A1A1-4D97-801F-9E7C8EB3C318}"/>
              </a:ext>
            </a:extLst>
          </p:cNvPr>
          <p:cNvSpPr>
            <a:spLocks noGrp="1"/>
          </p:cNvSpPr>
          <p:nvPr>
            <p:ph type="sldNum" sz="quarter" idx="12"/>
          </p:nvPr>
        </p:nvSpPr>
        <p:spPr/>
        <p:txBody>
          <a:bodyPr/>
          <a:lstStyle/>
          <a:p>
            <a:fld id="{67D2A209-9856-462B-A010-2A2374E3EB4A}" type="slidenum">
              <a:rPr lang="en-US" smtClean="0"/>
              <a:pPr/>
              <a:t>7</a:t>
            </a:fld>
            <a:endParaRPr lang="en-US"/>
          </a:p>
        </p:txBody>
      </p:sp>
    </p:spTree>
    <p:extLst>
      <p:ext uri="{BB962C8B-B14F-4D97-AF65-F5344CB8AC3E}">
        <p14:creationId xmlns:p14="http://schemas.microsoft.com/office/powerpoint/2010/main" val="4002684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FD765-3DAC-41AC-BD34-46D549CE726F}"/>
              </a:ext>
            </a:extLst>
          </p:cNvPr>
          <p:cNvSpPr>
            <a:spLocks noGrp="1"/>
          </p:cNvSpPr>
          <p:nvPr>
            <p:ph type="title"/>
          </p:nvPr>
        </p:nvSpPr>
        <p:spPr/>
        <p:txBody>
          <a:bodyPr>
            <a:normAutofit fontScale="90000"/>
          </a:bodyPr>
          <a:lstStyle/>
          <a:p>
            <a:r>
              <a:rPr lang="en-US" dirty="0"/>
              <a:t>Dynamic Programming</a:t>
            </a:r>
          </a:p>
        </p:txBody>
      </p:sp>
      <p:sp>
        <p:nvSpPr>
          <p:cNvPr id="3" name="Content Placeholder 2">
            <a:extLst>
              <a:ext uri="{FF2B5EF4-FFF2-40B4-BE49-F238E27FC236}">
                <a16:creationId xmlns:a16="http://schemas.microsoft.com/office/drawing/2014/main" id="{F8ABD65E-F3A1-45FF-A39E-41DE24CAC158}"/>
              </a:ext>
            </a:extLst>
          </p:cNvPr>
          <p:cNvSpPr>
            <a:spLocks noGrp="1"/>
          </p:cNvSpPr>
          <p:nvPr>
            <p:ph idx="1"/>
          </p:nvPr>
        </p:nvSpPr>
        <p:spPr/>
        <p:txBody>
          <a:bodyPr/>
          <a:lstStyle/>
          <a:p>
            <a:pPr algn="just"/>
            <a:r>
              <a:rPr lang="en-US" dirty="0"/>
              <a:t> DP typically involves two main strategies:</a:t>
            </a:r>
          </a:p>
          <a:p>
            <a:pPr algn="just"/>
            <a:endParaRPr lang="en-US" b="1" dirty="0"/>
          </a:p>
          <a:p>
            <a:pPr marL="914400" lvl="1" indent="-514350" algn="just">
              <a:buFont typeface="+mj-lt"/>
              <a:buAutoNum type="arabicPeriod"/>
            </a:pPr>
            <a:r>
              <a:rPr lang="en-US" b="1" dirty="0" err="1"/>
              <a:t>Memoization</a:t>
            </a:r>
            <a:r>
              <a:rPr lang="en-US" dirty="0"/>
              <a:t>: Storing the results of expensive function calls and reusing them when the same inputs occur again.</a:t>
            </a:r>
          </a:p>
          <a:p>
            <a:pPr marL="914400" lvl="1" indent="-514350" algn="just">
              <a:buFont typeface="+mj-lt"/>
              <a:buAutoNum type="arabicPeriod"/>
            </a:pPr>
            <a:endParaRPr lang="en-US" b="1" dirty="0"/>
          </a:p>
          <a:p>
            <a:pPr marL="914400" lvl="1" indent="-514350" algn="just">
              <a:buFont typeface="+mj-lt"/>
              <a:buAutoNum type="arabicPeriod"/>
            </a:pPr>
            <a:r>
              <a:rPr lang="en-US" b="1" dirty="0"/>
              <a:t>Tabulation</a:t>
            </a:r>
            <a:r>
              <a:rPr lang="en-US" dirty="0"/>
              <a:t>: Building a table in a bottom-up approach to solve subproblems and then combining their results to solve larger problems.</a:t>
            </a:r>
          </a:p>
        </p:txBody>
      </p:sp>
      <p:sp>
        <p:nvSpPr>
          <p:cNvPr id="4" name="Date Placeholder 3">
            <a:extLst>
              <a:ext uri="{FF2B5EF4-FFF2-40B4-BE49-F238E27FC236}">
                <a16:creationId xmlns:a16="http://schemas.microsoft.com/office/drawing/2014/main" id="{7946A869-E79E-4326-B6B9-3D30B54889CE}"/>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3A68AD4B-A1A1-4D97-801F-9E7C8EB3C318}"/>
              </a:ext>
            </a:extLst>
          </p:cNvPr>
          <p:cNvSpPr>
            <a:spLocks noGrp="1"/>
          </p:cNvSpPr>
          <p:nvPr>
            <p:ph type="sldNum" sz="quarter" idx="12"/>
          </p:nvPr>
        </p:nvSpPr>
        <p:spPr/>
        <p:txBody>
          <a:bodyPr/>
          <a:lstStyle/>
          <a:p>
            <a:fld id="{67D2A209-9856-462B-A010-2A2374E3EB4A}" type="slidenum">
              <a:rPr lang="en-US" smtClean="0"/>
              <a:pPr/>
              <a:t>8</a:t>
            </a:fld>
            <a:endParaRPr lang="en-US"/>
          </a:p>
        </p:txBody>
      </p:sp>
    </p:spTree>
    <p:extLst>
      <p:ext uri="{BB962C8B-B14F-4D97-AF65-F5344CB8AC3E}">
        <p14:creationId xmlns:p14="http://schemas.microsoft.com/office/powerpoint/2010/main" val="4114252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31BF5-A947-4F89-A262-9A73BA6F3E5C}"/>
              </a:ext>
            </a:extLst>
          </p:cNvPr>
          <p:cNvSpPr>
            <a:spLocks noGrp="1"/>
          </p:cNvSpPr>
          <p:nvPr>
            <p:ph type="title"/>
          </p:nvPr>
        </p:nvSpPr>
        <p:spPr/>
        <p:txBody>
          <a:bodyPr>
            <a:normAutofit fontScale="90000"/>
          </a:bodyPr>
          <a:lstStyle/>
          <a:p>
            <a:r>
              <a:rPr lang="en-US" dirty="0"/>
              <a:t>Knapsack Problem</a:t>
            </a:r>
          </a:p>
        </p:txBody>
      </p:sp>
      <p:sp>
        <p:nvSpPr>
          <p:cNvPr id="3" name="Content Placeholder 2">
            <a:extLst>
              <a:ext uri="{FF2B5EF4-FFF2-40B4-BE49-F238E27FC236}">
                <a16:creationId xmlns:a16="http://schemas.microsoft.com/office/drawing/2014/main" id="{6A74BA56-5782-4660-8CD5-C81B0C2F2F2F}"/>
              </a:ext>
            </a:extLst>
          </p:cNvPr>
          <p:cNvSpPr>
            <a:spLocks noGrp="1"/>
          </p:cNvSpPr>
          <p:nvPr>
            <p:ph idx="1"/>
          </p:nvPr>
        </p:nvSpPr>
        <p:spPr/>
        <p:txBody>
          <a:bodyPr>
            <a:normAutofit fontScale="92500" lnSpcReduction="10000"/>
          </a:bodyPr>
          <a:lstStyle/>
          <a:p>
            <a:r>
              <a:rPr lang="en-US" dirty="0"/>
              <a:t>The Knapsack Problem is a classic optimization problem where you have a set of items, each with a weight and a value, and you want to determine the maximum value you can carry in a knapsack of limited weight capacity.</a:t>
            </a:r>
          </a:p>
          <a:p>
            <a:endParaRPr lang="en-US" dirty="0"/>
          </a:p>
          <a:p>
            <a:r>
              <a:rPr lang="en-US" u="sng" dirty="0"/>
              <a:t>Problem Definition</a:t>
            </a:r>
          </a:p>
          <a:p>
            <a:r>
              <a:rPr lang="en-US" dirty="0"/>
              <a:t>Input:</a:t>
            </a:r>
          </a:p>
          <a:p>
            <a:pPr lvl="1"/>
            <a:r>
              <a:rPr lang="en-US" dirty="0"/>
              <a:t>W: Maximum weight capacity of the knapsack.</a:t>
            </a:r>
          </a:p>
          <a:p>
            <a:pPr lvl="1"/>
            <a:r>
              <a:rPr lang="en-US" dirty="0"/>
              <a:t>w[</a:t>
            </a:r>
            <a:r>
              <a:rPr lang="en-US" dirty="0" err="1"/>
              <a:t>i</a:t>
            </a:r>
            <a:r>
              <a:rPr lang="en-US" dirty="0"/>
              <a:t>]: Weight of the </a:t>
            </a:r>
            <a:r>
              <a:rPr lang="en-US" dirty="0" err="1"/>
              <a:t>i-th</a:t>
            </a:r>
            <a:r>
              <a:rPr lang="en-US" dirty="0"/>
              <a:t> item.</a:t>
            </a:r>
          </a:p>
          <a:p>
            <a:pPr lvl="1"/>
            <a:r>
              <a:rPr lang="en-US" dirty="0"/>
              <a:t>v[</a:t>
            </a:r>
            <a:r>
              <a:rPr lang="en-US" dirty="0" err="1"/>
              <a:t>i</a:t>
            </a:r>
            <a:r>
              <a:rPr lang="en-US" dirty="0"/>
              <a:t>]: Value of the </a:t>
            </a:r>
            <a:r>
              <a:rPr lang="en-US" dirty="0" err="1"/>
              <a:t>i-th</a:t>
            </a:r>
            <a:r>
              <a:rPr lang="en-US" dirty="0"/>
              <a:t> item.</a:t>
            </a:r>
          </a:p>
          <a:p>
            <a:pPr lvl="1"/>
            <a:r>
              <a:rPr lang="en-US" dirty="0"/>
              <a:t>n: Total number of items.</a:t>
            </a:r>
          </a:p>
          <a:p>
            <a:pPr lvl="1"/>
            <a:r>
              <a:rPr lang="en-US" dirty="0"/>
              <a:t>Output: Maximum value that can be carried in the knapsack.</a:t>
            </a:r>
          </a:p>
        </p:txBody>
      </p:sp>
      <p:sp>
        <p:nvSpPr>
          <p:cNvPr id="4" name="Date Placeholder 3">
            <a:extLst>
              <a:ext uri="{FF2B5EF4-FFF2-40B4-BE49-F238E27FC236}">
                <a16:creationId xmlns:a16="http://schemas.microsoft.com/office/drawing/2014/main" id="{1C9D9239-8042-4F63-A56D-343D267D4F32}"/>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4B57691E-E0A4-4705-A4C5-9DA301D7D935}"/>
              </a:ext>
            </a:extLst>
          </p:cNvPr>
          <p:cNvSpPr>
            <a:spLocks noGrp="1"/>
          </p:cNvSpPr>
          <p:nvPr>
            <p:ph type="sldNum" sz="quarter" idx="12"/>
          </p:nvPr>
        </p:nvSpPr>
        <p:spPr/>
        <p:txBody>
          <a:bodyPr/>
          <a:lstStyle/>
          <a:p>
            <a:fld id="{67D2A209-9856-462B-A010-2A2374E3EB4A}" type="slidenum">
              <a:rPr lang="en-US" smtClean="0"/>
              <a:pPr/>
              <a:t>9</a:t>
            </a:fld>
            <a:endParaRPr lang="en-US"/>
          </a:p>
        </p:txBody>
      </p:sp>
    </p:spTree>
    <p:extLst>
      <p:ext uri="{BB962C8B-B14F-4D97-AF65-F5344CB8AC3E}">
        <p14:creationId xmlns:p14="http://schemas.microsoft.com/office/powerpoint/2010/main" val="1046275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31BF5-A947-4F89-A262-9A73BA6F3E5C}"/>
              </a:ext>
            </a:extLst>
          </p:cNvPr>
          <p:cNvSpPr>
            <a:spLocks noGrp="1"/>
          </p:cNvSpPr>
          <p:nvPr>
            <p:ph type="title"/>
          </p:nvPr>
        </p:nvSpPr>
        <p:spPr/>
        <p:txBody>
          <a:bodyPr>
            <a:normAutofit fontScale="90000"/>
          </a:bodyPr>
          <a:lstStyle/>
          <a:p>
            <a:r>
              <a:rPr lang="en-US" dirty="0"/>
              <a:t>Knapsack Problem</a:t>
            </a:r>
          </a:p>
        </p:txBody>
      </p:sp>
      <p:sp>
        <p:nvSpPr>
          <p:cNvPr id="3" name="Content Placeholder 2">
            <a:extLst>
              <a:ext uri="{FF2B5EF4-FFF2-40B4-BE49-F238E27FC236}">
                <a16:creationId xmlns:a16="http://schemas.microsoft.com/office/drawing/2014/main" id="{6A74BA56-5782-4660-8CD5-C81B0C2F2F2F}"/>
              </a:ext>
            </a:extLst>
          </p:cNvPr>
          <p:cNvSpPr>
            <a:spLocks noGrp="1"/>
          </p:cNvSpPr>
          <p:nvPr>
            <p:ph idx="1"/>
          </p:nvPr>
        </p:nvSpPr>
        <p:spPr/>
        <p:txBody>
          <a:bodyPr>
            <a:normAutofit lnSpcReduction="10000"/>
          </a:bodyPr>
          <a:lstStyle/>
          <a:p>
            <a:r>
              <a:rPr lang="en-US" dirty="0">
                <a:solidFill>
                  <a:srgbClr val="0070C0"/>
                </a:solidFill>
              </a:rPr>
              <a:t>Step-by-Step Working of the 0/1 Knapsack Problem Using Dynamic Programming</a:t>
            </a:r>
          </a:p>
          <a:p>
            <a:pPr marL="514350" indent="-514350">
              <a:buFont typeface="+mj-lt"/>
              <a:buAutoNum type="arabicPeriod"/>
            </a:pPr>
            <a:r>
              <a:rPr lang="en-US" dirty="0"/>
              <a:t>Initialization:</a:t>
            </a:r>
          </a:p>
          <a:p>
            <a:pPr lvl="1"/>
            <a:r>
              <a:rPr lang="en-US" dirty="0"/>
              <a:t>Create a 2D array </a:t>
            </a:r>
            <a:r>
              <a:rPr lang="en-US" dirty="0" err="1"/>
              <a:t>dp</a:t>
            </a:r>
            <a:r>
              <a:rPr lang="en-US" dirty="0"/>
              <a:t> where </a:t>
            </a:r>
            <a:r>
              <a:rPr lang="en-US" dirty="0" err="1"/>
              <a:t>dp</a:t>
            </a:r>
            <a:r>
              <a:rPr lang="en-US" dirty="0"/>
              <a:t>[</a:t>
            </a:r>
            <a:r>
              <a:rPr lang="en-US" dirty="0" err="1"/>
              <a:t>i</a:t>
            </a:r>
            <a:r>
              <a:rPr lang="en-US" dirty="0"/>
              <a:t>][w] represents the maximum value that can be attained with a weight limit w using the first </a:t>
            </a:r>
            <a:r>
              <a:rPr lang="en-US" dirty="0" err="1"/>
              <a:t>i</a:t>
            </a:r>
            <a:r>
              <a:rPr lang="en-US" dirty="0"/>
              <a:t> items.</a:t>
            </a:r>
          </a:p>
          <a:p>
            <a:pPr lvl="1"/>
            <a:r>
              <a:rPr lang="en-US" dirty="0"/>
              <a:t>The dimensions of the array will be (n+1) x (W+1).</a:t>
            </a:r>
          </a:p>
          <a:p>
            <a:pPr marL="514350" indent="-514350">
              <a:buFont typeface="+mj-lt"/>
              <a:buAutoNum type="arabicPeriod"/>
            </a:pPr>
            <a:r>
              <a:rPr lang="en-US" dirty="0"/>
              <a:t>Base Case:</a:t>
            </a:r>
          </a:p>
          <a:p>
            <a:pPr lvl="1"/>
            <a:r>
              <a:rPr lang="en-US" dirty="0"/>
              <a:t>If there are no items or the weight capacity is zero, the maximum value is zero:</a:t>
            </a:r>
          </a:p>
          <a:p>
            <a:pPr lvl="2"/>
            <a:r>
              <a:rPr lang="en-US" dirty="0" err="1"/>
              <a:t>dp</a:t>
            </a:r>
            <a:r>
              <a:rPr lang="en-US" dirty="0"/>
              <a:t>[0][w] = 0 for all w</a:t>
            </a:r>
          </a:p>
          <a:p>
            <a:pPr lvl="2"/>
            <a:r>
              <a:rPr lang="en-US" dirty="0" err="1"/>
              <a:t>dp</a:t>
            </a:r>
            <a:r>
              <a:rPr lang="en-US" dirty="0"/>
              <a:t>[</a:t>
            </a:r>
            <a:r>
              <a:rPr lang="en-US" dirty="0" err="1"/>
              <a:t>i</a:t>
            </a:r>
            <a:r>
              <a:rPr lang="en-US" dirty="0"/>
              <a:t>][0] = 0 for all </a:t>
            </a:r>
            <a:r>
              <a:rPr lang="en-US" dirty="0" err="1"/>
              <a:t>i</a:t>
            </a:r>
            <a:endParaRPr lang="en-US" dirty="0"/>
          </a:p>
        </p:txBody>
      </p:sp>
      <p:sp>
        <p:nvSpPr>
          <p:cNvPr id="4" name="Date Placeholder 3">
            <a:extLst>
              <a:ext uri="{FF2B5EF4-FFF2-40B4-BE49-F238E27FC236}">
                <a16:creationId xmlns:a16="http://schemas.microsoft.com/office/drawing/2014/main" id="{1C9D9239-8042-4F63-A56D-343D267D4F32}"/>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4B57691E-E0A4-4705-A4C5-9DA301D7D935}"/>
              </a:ext>
            </a:extLst>
          </p:cNvPr>
          <p:cNvSpPr>
            <a:spLocks noGrp="1"/>
          </p:cNvSpPr>
          <p:nvPr>
            <p:ph type="sldNum" sz="quarter" idx="12"/>
          </p:nvPr>
        </p:nvSpPr>
        <p:spPr/>
        <p:txBody>
          <a:bodyPr/>
          <a:lstStyle/>
          <a:p>
            <a:fld id="{67D2A209-9856-462B-A010-2A2374E3EB4A}" type="slidenum">
              <a:rPr lang="en-US" smtClean="0"/>
              <a:pPr/>
              <a:t>10</a:t>
            </a:fld>
            <a:endParaRPr lang="en-US"/>
          </a:p>
        </p:txBody>
      </p:sp>
    </p:spTree>
    <p:extLst>
      <p:ext uri="{BB962C8B-B14F-4D97-AF65-F5344CB8AC3E}">
        <p14:creationId xmlns:p14="http://schemas.microsoft.com/office/powerpoint/2010/main" val="188407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31BF5-A947-4F89-A262-9A73BA6F3E5C}"/>
              </a:ext>
            </a:extLst>
          </p:cNvPr>
          <p:cNvSpPr>
            <a:spLocks noGrp="1"/>
          </p:cNvSpPr>
          <p:nvPr>
            <p:ph type="title"/>
          </p:nvPr>
        </p:nvSpPr>
        <p:spPr/>
        <p:txBody>
          <a:bodyPr>
            <a:normAutofit fontScale="90000"/>
          </a:bodyPr>
          <a:lstStyle/>
          <a:p>
            <a:r>
              <a:rPr lang="en-US" dirty="0"/>
              <a:t>Knapsack Problem</a:t>
            </a:r>
          </a:p>
        </p:txBody>
      </p:sp>
      <p:sp>
        <p:nvSpPr>
          <p:cNvPr id="3" name="Content Placeholder 2">
            <a:extLst>
              <a:ext uri="{FF2B5EF4-FFF2-40B4-BE49-F238E27FC236}">
                <a16:creationId xmlns:a16="http://schemas.microsoft.com/office/drawing/2014/main" id="{6A74BA56-5782-4660-8CD5-C81B0C2F2F2F}"/>
              </a:ext>
            </a:extLst>
          </p:cNvPr>
          <p:cNvSpPr>
            <a:spLocks noGrp="1"/>
          </p:cNvSpPr>
          <p:nvPr>
            <p:ph idx="1"/>
          </p:nvPr>
        </p:nvSpPr>
        <p:spPr/>
        <p:txBody>
          <a:bodyPr>
            <a:normAutofit/>
          </a:bodyPr>
          <a:lstStyle/>
          <a:p>
            <a:pPr marL="514350" indent="-514350">
              <a:buFont typeface="+mj-lt"/>
              <a:buAutoNum type="arabicPeriod" startAt="3"/>
            </a:pPr>
            <a:r>
              <a:rPr lang="en-US" dirty="0"/>
              <a:t>Filling the DP Table:</a:t>
            </a:r>
          </a:p>
          <a:p>
            <a:pPr lvl="1"/>
            <a:r>
              <a:rPr lang="en-US" dirty="0"/>
              <a:t>Iterate through each item </a:t>
            </a:r>
            <a:r>
              <a:rPr lang="en-US" dirty="0" err="1"/>
              <a:t>i</a:t>
            </a:r>
            <a:r>
              <a:rPr lang="en-US" dirty="0"/>
              <a:t> from 1 to n.</a:t>
            </a:r>
          </a:p>
          <a:p>
            <a:pPr lvl="1"/>
            <a:r>
              <a:rPr lang="en-US" dirty="0"/>
              <a:t>For each weight w from 1 to W:</a:t>
            </a:r>
          </a:p>
          <a:p>
            <a:pPr lvl="2"/>
            <a:r>
              <a:rPr lang="en-US" dirty="0"/>
              <a:t>If the weight of the current item w[i-1] is less than or equal to w, you have two choices:</a:t>
            </a:r>
          </a:p>
          <a:p>
            <a:pPr marL="1828800" lvl="3" indent="-457200">
              <a:buFont typeface="+mj-lt"/>
              <a:buAutoNum type="arabicPeriod"/>
            </a:pPr>
            <a:r>
              <a:rPr lang="en-US" dirty="0"/>
              <a:t>Include the item: value = v[i-1] + </a:t>
            </a:r>
            <a:r>
              <a:rPr lang="en-US" dirty="0" err="1"/>
              <a:t>dp</a:t>
            </a:r>
            <a:r>
              <a:rPr lang="en-US" dirty="0"/>
              <a:t>[i-1][w-w[i-1]]</a:t>
            </a:r>
          </a:p>
          <a:p>
            <a:pPr marL="1828800" lvl="3" indent="-457200">
              <a:buFont typeface="+mj-lt"/>
              <a:buAutoNum type="arabicPeriod"/>
            </a:pPr>
            <a:r>
              <a:rPr lang="en-US" dirty="0"/>
              <a:t>Exclude the item: value = </a:t>
            </a:r>
            <a:r>
              <a:rPr lang="en-US" dirty="0" err="1"/>
              <a:t>dp</a:t>
            </a:r>
            <a:r>
              <a:rPr lang="en-US" dirty="0"/>
              <a:t>[i-1][w]</a:t>
            </a:r>
          </a:p>
          <a:p>
            <a:pPr lvl="2"/>
            <a:r>
              <a:rPr lang="en-US" dirty="0"/>
              <a:t>Choose the maximum of the two:</a:t>
            </a:r>
          </a:p>
          <a:p>
            <a:pPr lvl="3"/>
            <a:r>
              <a:rPr lang="en-US" dirty="0" err="1"/>
              <a:t>dp</a:t>
            </a:r>
            <a:r>
              <a:rPr lang="en-US" dirty="0"/>
              <a:t>[</a:t>
            </a:r>
            <a:r>
              <a:rPr lang="en-US" dirty="0" err="1"/>
              <a:t>i</a:t>
            </a:r>
            <a:r>
              <a:rPr lang="en-US" dirty="0"/>
              <a:t>][w] = max(</a:t>
            </a:r>
            <a:r>
              <a:rPr lang="en-US" dirty="0" err="1"/>
              <a:t>dp</a:t>
            </a:r>
            <a:r>
              <a:rPr lang="en-US" dirty="0"/>
              <a:t>[i-1][w], v[i-1] + </a:t>
            </a:r>
            <a:r>
              <a:rPr lang="en-US" dirty="0" err="1"/>
              <a:t>dp</a:t>
            </a:r>
            <a:r>
              <a:rPr lang="en-US" dirty="0"/>
              <a:t>[i-1][w-w[i-1]])</a:t>
            </a:r>
          </a:p>
          <a:p>
            <a:pPr lvl="2"/>
            <a:r>
              <a:rPr lang="en-US" dirty="0"/>
              <a:t>If the weight of the current item is greater than w, you cannot include it:</a:t>
            </a:r>
          </a:p>
          <a:p>
            <a:pPr lvl="3"/>
            <a:r>
              <a:rPr lang="en-US" dirty="0" err="1"/>
              <a:t>dp</a:t>
            </a:r>
            <a:r>
              <a:rPr lang="en-US" dirty="0"/>
              <a:t>[</a:t>
            </a:r>
            <a:r>
              <a:rPr lang="en-US" dirty="0" err="1"/>
              <a:t>i</a:t>
            </a:r>
            <a:r>
              <a:rPr lang="en-US" dirty="0"/>
              <a:t>][w] = </a:t>
            </a:r>
            <a:r>
              <a:rPr lang="en-US" dirty="0" err="1"/>
              <a:t>dp</a:t>
            </a:r>
            <a:r>
              <a:rPr lang="en-US" dirty="0"/>
              <a:t>[i-1][w]</a:t>
            </a:r>
          </a:p>
        </p:txBody>
      </p:sp>
      <p:sp>
        <p:nvSpPr>
          <p:cNvPr id="4" name="Date Placeholder 3">
            <a:extLst>
              <a:ext uri="{FF2B5EF4-FFF2-40B4-BE49-F238E27FC236}">
                <a16:creationId xmlns:a16="http://schemas.microsoft.com/office/drawing/2014/main" id="{1C9D9239-8042-4F63-A56D-343D267D4F32}"/>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4B57691E-E0A4-4705-A4C5-9DA301D7D935}"/>
              </a:ext>
            </a:extLst>
          </p:cNvPr>
          <p:cNvSpPr>
            <a:spLocks noGrp="1"/>
          </p:cNvSpPr>
          <p:nvPr>
            <p:ph type="sldNum" sz="quarter" idx="12"/>
          </p:nvPr>
        </p:nvSpPr>
        <p:spPr/>
        <p:txBody>
          <a:bodyPr/>
          <a:lstStyle/>
          <a:p>
            <a:fld id="{67D2A209-9856-462B-A010-2A2374E3EB4A}" type="slidenum">
              <a:rPr lang="en-US" smtClean="0"/>
              <a:pPr/>
              <a:t>11</a:t>
            </a:fld>
            <a:endParaRPr lang="en-US"/>
          </a:p>
        </p:txBody>
      </p:sp>
    </p:spTree>
    <p:extLst>
      <p:ext uri="{BB962C8B-B14F-4D97-AF65-F5344CB8AC3E}">
        <p14:creationId xmlns:p14="http://schemas.microsoft.com/office/powerpoint/2010/main" val="981122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31BF5-A947-4F89-A262-9A73BA6F3E5C}"/>
              </a:ext>
            </a:extLst>
          </p:cNvPr>
          <p:cNvSpPr>
            <a:spLocks noGrp="1"/>
          </p:cNvSpPr>
          <p:nvPr>
            <p:ph type="title"/>
          </p:nvPr>
        </p:nvSpPr>
        <p:spPr/>
        <p:txBody>
          <a:bodyPr>
            <a:normAutofit fontScale="90000"/>
          </a:bodyPr>
          <a:lstStyle/>
          <a:p>
            <a:r>
              <a:rPr lang="en-US" dirty="0"/>
              <a:t>Knapsack Problem</a:t>
            </a:r>
          </a:p>
        </p:txBody>
      </p:sp>
      <p:sp>
        <p:nvSpPr>
          <p:cNvPr id="3" name="Content Placeholder 2">
            <a:extLst>
              <a:ext uri="{FF2B5EF4-FFF2-40B4-BE49-F238E27FC236}">
                <a16:creationId xmlns:a16="http://schemas.microsoft.com/office/drawing/2014/main" id="{6A74BA56-5782-4660-8CD5-C81B0C2F2F2F}"/>
              </a:ext>
            </a:extLst>
          </p:cNvPr>
          <p:cNvSpPr>
            <a:spLocks noGrp="1"/>
          </p:cNvSpPr>
          <p:nvPr>
            <p:ph idx="1"/>
          </p:nvPr>
        </p:nvSpPr>
        <p:spPr/>
        <p:txBody>
          <a:bodyPr>
            <a:normAutofit/>
          </a:bodyPr>
          <a:lstStyle/>
          <a:p>
            <a:pPr marL="514350" indent="-514350">
              <a:buFont typeface="+mj-lt"/>
              <a:buAutoNum type="arabicPeriod" startAt="4"/>
            </a:pPr>
            <a:r>
              <a:rPr lang="en-US" dirty="0"/>
              <a:t>Result:</a:t>
            </a:r>
          </a:p>
          <a:p>
            <a:pPr marL="400050" lvl="1" indent="0">
              <a:buNone/>
            </a:pPr>
            <a:r>
              <a:rPr lang="en-US" dirty="0"/>
              <a:t>The maximum value that can be carried in the knapsack will be found in </a:t>
            </a:r>
            <a:r>
              <a:rPr lang="en-US" dirty="0" err="1"/>
              <a:t>dp</a:t>
            </a:r>
            <a:r>
              <a:rPr lang="en-US" dirty="0"/>
              <a:t>[n][W].</a:t>
            </a:r>
          </a:p>
        </p:txBody>
      </p:sp>
      <p:sp>
        <p:nvSpPr>
          <p:cNvPr id="4" name="Date Placeholder 3">
            <a:extLst>
              <a:ext uri="{FF2B5EF4-FFF2-40B4-BE49-F238E27FC236}">
                <a16:creationId xmlns:a16="http://schemas.microsoft.com/office/drawing/2014/main" id="{1C9D9239-8042-4F63-A56D-343D267D4F32}"/>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4B57691E-E0A4-4705-A4C5-9DA301D7D935}"/>
              </a:ext>
            </a:extLst>
          </p:cNvPr>
          <p:cNvSpPr>
            <a:spLocks noGrp="1"/>
          </p:cNvSpPr>
          <p:nvPr>
            <p:ph type="sldNum" sz="quarter" idx="12"/>
          </p:nvPr>
        </p:nvSpPr>
        <p:spPr/>
        <p:txBody>
          <a:bodyPr/>
          <a:lstStyle/>
          <a:p>
            <a:fld id="{67D2A209-9856-462B-A010-2A2374E3EB4A}" type="slidenum">
              <a:rPr lang="en-US" smtClean="0"/>
              <a:pPr/>
              <a:t>12</a:t>
            </a:fld>
            <a:endParaRPr lang="en-US"/>
          </a:p>
        </p:txBody>
      </p:sp>
    </p:spTree>
    <p:extLst>
      <p:ext uri="{BB962C8B-B14F-4D97-AF65-F5344CB8AC3E}">
        <p14:creationId xmlns:p14="http://schemas.microsoft.com/office/powerpoint/2010/main" val="3964405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F6888-6F48-4EEA-BC85-C56F8CADEBF0}"/>
              </a:ext>
            </a:extLst>
          </p:cNvPr>
          <p:cNvSpPr>
            <a:spLocks noGrp="1"/>
          </p:cNvSpPr>
          <p:nvPr>
            <p:ph type="title"/>
          </p:nvPr>
        </p:nvSpPr>
        <p:spPr/>
        <p:txBody>
          <a:bodyPr>
            <a:normAutofit fontScale="90000"/>
          </a:bodyPr>
          <a:lstStyle/>
          <a:p>
            <a:r>
              <a:rPr lang="en-US" dirty="0"/>
              <a:t>Example</a:t>
            </a:r>
          </a:p>
        </p:txBody>
      </p:sp>
      <p:sp>
        <p:nvSpPr>
          <p:cNvPr id="3" name="Content Placeholder 2">
            <a:extLst>
              <a:ext uri="{FF2B5EF4-FFF2-40B4-BE49-F238E27FC236}">
                <a16:creationId xmlns:a16="http://schemas.microsoft.com/office/drawing/2014/main" id="{E5890D50-EBC4-47F1-B677-FDA3FC689E67}"/>
              </a:ext>
            </a:extLst>
          </p:cNvPr>
          <p:cNvSpPr>
            <a:spLocks noGrp="1"/>
          </p:cNvSpPr>
          <p:nvPr>
            <p:ph idx="1"/>
          </p:nvPr>
        </p:nvSpPr>
        <p:spPr/>
        <p:txBody>
          <a:bodyPr/>
          <a:lstStyle/>
          <a:p>
            <a:r>
              <a:rPr lang="en-US" dirty="0"/>
              <a:t>Let's illustrate this with an example:</a:t>
            </a:r>
          </a:p>
          <a:p>
            <a:endParaRPr lang="en-US" dirty="0"/>
          </a:p>
          <a:p>
            <a:r>
              <a:rPr lang="en-US" dirty="0"/>
              <a:t>Items:</a:t>
            </a:r>
          </a:p>
          <a:p>
            <a:pPr lvl="1"/>
            <a:r>
              <a:rPr lang="en-US" dirty="0"/>
              <a:t>Item 1: Weight = 1, Value = 1</a:t>
            </a:r>
          </a:p>
          <a:p>
            <a:pPr lvl="1"/>
            <a:r>
              <a:rPr lang="en-US" dirty="0"/>
              <a:t>Item 2: Weight = 3, Value = 4</a:t>
            </a:r>
          </a:p>
          <a:p>
            <a:pPr lvl="1"/>
            <a:r>
              <a:rPr lang="en-US" dirty="0"/>
              <a:t>Item 3: Weight = 4, Value = 5</a:t>
            </a:r>
          </a:p>
          <a:p>
            <a:pPr lvl="1"/>
            <a:r>
              <a:rPr lang="en-US" dirty="0"/>
              <a:t>Item 4: Weight = 5, Value = 7</a:t>
            </a:r>
          </a:p>
          <a:p>
            <a:r>
              <a:rPr lang="en-US" dirty="0"/>
              <a:t>Capacity: W = 7</a:t>
            </a:r>
          </a:p>
        </p:txBody>
      </p:sp>
      <p:sp>
        <p:nvSpPr>
          <p:cNvPr id="4" name="Date Placeholder 3">
            <a:extLst>
              <a:ext uri="{FF2B5EF4-FFF2-40B4-BE49-F238E27FC236}">
                <a16:creationId xmlns:a16="http://schemas.microsoft.com/office/drawing/2014/main" id="{5365D99D-DCA9-4FF2-AFCF-33E2C3AE2A9B}"/>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2EF061BB-5A25-456B-82F1-4C5AF4F6E060}"/>
              </a:ext>
            </a:extLst>
          </p:cNvPr>
          <p:cNvSpPr>
            <a:spLocks noGrp="1"/>
          </p:cNvSpPr>
          <p:nvPr>
            <p:ph type="sldNum" sz="quarter" idx="12"/>
          </p:nvPr>
        </p:nvSpPr>
        <p:spPr/>
        <p:txBody>
          <a:bodyPr/>
          <a:lstStyle/>
          <a:p>
            <a:fld id="{67D2A209-9856-462B-A010-2A2374E3EB4A}" type="slidenum">
              <a:rPr lang="en-US" smtClean="0"/>
              <a:pPr/>
              <a:t>13</a:t>
            </a:fld>
            <a:endParaRPr lang="en-US"/>
          </a:p>
        </p:txBody>
      </p:sp>
    </p:spTree>
    <p:extLst>
      <p:ext uri="{BB962C8B-B14F-4D97-AF65-F5344CB8AC3E}">
        <p14:creationId xmlns:p14="http://schemas.microsoft.com/office/powerpoint/2010/main" val="3249178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F6888-6F48-4EEA-BC85-C56F8CADEBF0}"/>
              </a:ext>
            </a:extLst>
          </p:cNvPr>
          <p:cNvSpPr>
            <a:spLocks noGrp="1"/>
          </p:cNvSpPr>
          <p:nvPr>
            <p:ph type="title"/>
          </p:nvPr>
        </p:nvSpPr>
        <p:spPr/>
        <p:txBody>
          <a:bodyPr>
            <a:normAutofit fontScale="90000"/>
          </a:bodyPr>
          <a:lstStyle/>
          <a:p>
            <a:r>
              <a:rPr lang="en-US" dirty="0"/>
              <a:t>Example</a:t>
            </a:r>
          </a:p>
        </p:txBody>
      </p:sp>
      <p:sp>
        <p:nvSpPr>
          <p:cNvPr id="3" name="Content Placeholder 2">
            <a:extLst>
              <a:ext uri="{FF2B5EF4-FFF2-40B4-BE49-F238E27FC236}">
                <a16:creationId xmlns:a16="http://schemas.microsoft.com/office/drawing/2014/main" id="{E5890D50-EBC4-47F1-B677-FDA3FC689E67}"/>
              </a:ext>
            </a:extLst>
          </p:cNvPr>
          <p:cNvSpPr>
            <a:spLocks noGrp="1"/>
          </p:cNvSpPr>
          <p:nvPr>
            <p:ph idx="1"/>
          </p:nvPr>
        </p:nvSpPr>
        <p:spPr/>
        <p:txBody>
          <a:bodyPr/>
          <a:lstStyle/>
          <a:p>
            <a:r>
              <a:rPr lang="en-US" dirty="0"/>
              <a:t>DP Table Construction</a:t>
            </a:r>
          </a:p>
          <a:p>
            <a:endParaRPr lang="en-US" dirty="0"/>
          </a:p>
          <a:p>
            <a:pPr lvl="1"/>
            <a:r>
              <a:rPr lang="en-US" dirty="0"/>
              <a:t>Initialize the </a:t>
            </a:r>
            <a:r>
              <a:rPr lang="en-US" dirty="0" err="1"/>
              <a:t>dp</a:t>
            </a:r>
            <a:r>
              <a:rPr lang="en-US" dirty="0"/>
              <a:t> array.</a:t>
            </a:r>
          </a:p>
          <a:p>
            <a:pPr lvl="1"/>
            <a:r>
              <a:rPr lang="en-US" dirty="0"/>
              <a:t>Fill in values based on the above logic.</a:t>
            </a:r>
          </a:p>
          <a:p>
            <a:pPr lvl="1"/>
            <a:r>
              <a:rPr lang="en-US" dirty="0"/>
              <a:t>The final </a:t>
            </a:r>
            <a:r>
              <a:rPr lang="en-US" dirty="0" err="1"/>
              <a:t>dp</a:t>
            </a:r>
            <a:r>
              <a:rPr lang="en-US" dirty="0"/>
              <a:t> table will look like this:</a:t>
            </a:r>
          </a:p>
        </p:txBody>
      </p:sp>
      <p:sp>
        <p:nvSpPr>
          <p:cNvPr id="4" name="Date Placeholder 3">
            <a:extLst>
              <a:ext uri="{FF2B5EF4-FFF2-40B4-BE49-F238E27FC236}">
                <a16:creationId xmlns:a16="http://schemas.microsoft.com/office/drawing/2014/main" id="{5365D99D-DCA9-4FF2-AFCF-33E2C3AE2A9B}"/>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2EF061BB-5A25-456B-82F1-4C5AF4F6E060}"/>
              </a:ext>
            </a:extLst>
          </p:cNvPr>
          <p:cNvSpPr>
            <a:spLocks noGrp="1"/>
          </p:cNvSpPr>
          <p:nvPr>
            <p:ph type="sldNum" sz="quarter" idx="12"/>
          </p:nvPr>
        </p:nvSpPr>
        <p:spPr/>
        <p:txBody>
          <a:bodyPr/>
          <a:lstStyle/>
          <a:p>
            <a:fld id="{67D2A209-9856-462B-A010-2A2374E3EB4A}" type="slidenum">
              <a:rPr lang="en-US" smtClean="0"/>
              <a:pPr/>
              <a:t>14</a:t>
            </a:fld>
            <a:endParaRPr lang="en-US"/>
          </a:p>
        </p:txBody>
      </p:sp>
      <p:pic>
        <p:nvPicPr>
          <p:cNvPr id="6" name="Picture 5">
            <a:extLst>
              <a:ext uri="{FF2B5EF4-FFF2-40B4-BE49-F238E27FC236}">
                <a16:creationId xmlns:a16="http://schemas.microsoft.com/office/drawing/2014/main" id="{7823DA89-F1B4-42F2-80AC-0489958CF6A1}"/>
              </a:ext>
            </a:extLst>
          </p:cNvPr>
          <p:cNvPicPr>
            <a:picLocks noChangeAspect="1"/>
          </p:cNvPicPr>
          <p:nvPr/>
        </p:nvPicPr>
        <p:blipFill>
          <a:blip r:embed="rId2"/>
          <a:stretch>
            <a:fillRect/>
          </a:stretch>
        </p:blipFill>
        <p:spPr>
          <a:xfrm>
            <a:off x="2123918" y="3396046"/>
            <a:ext cx="4896164" cy="2852354"/>
          </a:xfrm>
          <a:prstGeom prst="rect">
            <a:avLst/>
          </a:prstGeom>
        </p:spPr>
      </p:pic>
    </p:spTree>
    <p:extLst>
      <p:ext uri="{BB962C8B-B14F-4D97-AF65-F5344CB8AC3E}">
        <p14:creationId xmlns:p14="http://schemas.microsoft.com/office/powerpoint/2010/main" val="1535733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F6888-6F48-4EEA-BC85-C56F8CADEBF0}"/>
              </a:ext>
            </a:extLst>
          </p:cNvPr>
          <p:cNvSpPr>
            <a:spLocks noGrp="1"/>
          </p:cNvSpPr>
          <p:nvPr>
            <p:ph type="title"/>
          </p:nvPr>
        </p:nvSpPr>
        <p:spPr/>
        <p:txBody>
          <a:bodyPr>
            <a:normAutofit fontScale="90000"/>
          </a:bodyPr>
          <a:lstStyle/>
          <a:p>
            <a:r>
              <a:rPr lang="en-US" dirty="0"/>
              <a:t>Example</a:t>
            </a:r>
          </a:p>
        </p:txBody>
      </p:sp>
      <p:sp>
        <p:nvSpPr>
          <p:cNvPr id="3" name="Content Placeholder 2">
            <a:extLst>
              <a:ext uri="{FF2B5EF4-FFF2-40B4-BE49-F238E27FC236}">
                <a16:creationId xmlns:a16="http://schemas.microsoft.com/office/drawing/2014/main" id="{E5890D50-EBC4-47F1-B677-FDA3FC689E67}"/>
              </a:ext>
            </a:extLst>
          </p:cNvPr>
          <p:cNvSpPr>
            <a:spLocks noGrp="1"/>
          </p:cNvSpPr>
          <p:nvPr>
            <p:ph idx="1"/>
          </p:nvPr>
        </p:nvSpPr>
        <p:spPr/>
        <p:txBody>
          <a:bodyPr/>
          <a:lstStyle/>
          <a:p>
            <a:r>
              <a:rPr lang="en-US" dirty="0"/>
              <a:t>Final Answer</a:t>
            </a:r>
          </a:p>
          <a:p>
            <a:endParaRPr lang="en-US" dirty="0"/>
          </a:p>
          <a:p>
            <a:r>
              <a:rPr lang="en-US" dirty="0"/>
              <a:t>The maximum value that can be carried in the knapsack of capacity 7 is 8, found in </a:t>
            </a:r>
            <a:r>
              <a:rPr lang="en-US" dirty="0" err="1"/>
              <a:t>dp</a:t>
            </a:r>
            <a:r>
              <a:rPr lang="en-US" dirty="0"/>
              <a:t>[4][7].</a:t>
            </a:r>
          </a:p>
        </p:txBody>
      </p:sp>
      <p:sp>
        <p:nvSpPr>
          <p:cNvPr id="4" name="Date Placeholder 3">
            <a:extLst>
              <a:ext uri="{FF2B5EF4-FFF2-40B4-BE49-F238E27FC236}">
                <a16:creationId xmlns:a16="http://schemas.microsoft.com/office/drawing/2014/main" id="{5365D99D-DCA9-4FF2-AFCF-33E2C3AE2A9B}"/>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2EF061BB-5A25-456B-82F1-4C5AF4F6E060}"/>
              </a:ext>
            </a:extLst>
          </p:cNvPr>
          <p:cNvSpPr>
            <a:spLocks noGrp="1"/>
          </p:cNvSpPr>
          <p:nvPr>
            <p:ph type="sldNum" sz="quarter" idx="12"/>
          </p:nvPr>
        </p:nvSpPr>
        <p:spPr/>
        <p:txBody>
          <a:bodyPr/>
          <a:lstStyle/>
          <a:p>
            <a:fld id="{67D2A209-9856-462B-A010-2A2374E3EB4A}" type="slidenum">
              <a:rPr lang="en-US" smtClean="0"/>
              <a:pPr/>
              <a:t>15</a:t>
            </a:fld>
            <a:endParaRPr lang="en-US"/>
          </a:p>
        </p:txBody>
      </p:sp>
    </p:spTree>
    <p:extLst>
      <p:ext uri="{BB962C8B-B14F-4D97-AF65-F5344CB8AC3E}">
        <p14:creationId xmlns:p14="http://schemas.microsoft.com/office/powerpoint/2010/main" val="786952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879385-1F54-40A2-9B7D-35B05694CDD7}"/>
              </a:ext>
            </a:extLst>
          </p:cNvPr>
          <p:cNvSpPr>
            <a:spLocks noGrp="1"/>
          </p:cNvSpPr>
          <p:nvPr>
            <p:ph idx="1"/>
          </p:nvPr>
        </p:nvSpPr>
        <p:spPr/>
        <p:txBody>
          <a:bodyPr/>
          <a:lstStyle/>
          <a:p>
            <a:pPr algn="ctr"/>
            <a:endParaRPr lang="en-US" dirty="0"/>
          </a:p>
          <a:p>
            <a:pPr algn="ctr"/>
            <a:endParaRPr lang="en-US" dirty="0"/>
          </a:p>
          <a:p>
            <a:pPr algn="ctr"/>
            <a:endParaRPr lang="en-US" dirty="0"/>
          </a:p>
          <a:p>
            <a:pPr algn="ctr"/>
            <a:endParaRPr lang="en-US" dirty="0"/>
          </a:p>
          <a:p>
            <a:pPr marL="0" indent="0" algn="ctr">
              <a:buNone/>
            </a:pPr>
            <a:r>
              <a:rPr lang="en-US" sz="3600" dirty="0"/>
              <a:t>Additional Examples</a:t>
            </a:r>
          </a:p>
        </p:txBody>
      </p:sp>
      <p:sp>
        <p:nvSpPr>
          <p:cNvPr id="4" name="Date Placeholder 3">
            <a:extLst>
              <a:ext uri="{FF2B5EF4-FFF2-40B4-BE49-F238E27FC236}">
                <a16:creationId xmlns:a16="http://schemas.microsoft.com/office/drawing/2014/main" id="{A17B3B35-68B8-443A-810C-C0F71EFA16AF}"/>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E2B1DD27-5097-4D9F-A458-FA223856E713}"/>
              </a:ext>
            </a:extLst>
          </p:cNvPr>
          <p:cNvSpPr>
            <a:spLocks noGrp="1"/>
          </p:cNvSpPr>
          <p:nvPr>
            <p:ph type="sldNum" sz="quarter" idx="12"/>
          </p:nvPr>
        </p:nvSpPr>
        <p:spPr/>
        <p:txBody>
          <a:bodyPr/>
          <a:lstStyle/>
          <a:p>
            <a:fld id="{67D2A209-9856-462B-A010-2A2374E3EB4A}" type="slidenum">
              <a:rPr lang="en-US" smtClean="0"/>
              <a:pPr/>
              <a:t>16</a:t>
            </a:fld>
            <a:endParaRPr lang="en-US"/>
          </a:p>
        </p:txBody>
      </p:sp>
    </p:spTree>
    <p:extLst>
      <p:ext uri="{BB962C8B-B14F-4D97-AF65-F5344CB8AC3E}">
        <p14:creationId xmlns:p14="http://schemas.microsoft.com/office/powerpoint/2010/main" val="414638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3">
            <a:extLst>
              <a:ext uri="{FF2B5EF4-FFF2-40B4-BE49-F238E27FC236}">
                <a16:creationId xmlns:a16="http://schemas.microsoft.com/office/drawing/2014/main" id="{FCABA220-DF3D-42FD-B346-AEF3F889272F}"/>
              </a:ext>
            </a:extLst>
          </p:cNvPr>
          <p:cNvSpPr txBox="1">
            <a:spLocks noChangeArrowheads="1"/>
          </p:cNvSpPr>
          <p:nvPr/>
        </p:nvSpPr>
        <p:spPr bwMode="auto">
          <a:xfrm>
            <a:off x="228600" y="762000"/>
            <a:ext cx="868680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just"/>
            <a:r>
              <a:rPr lang="en-US" altLang="zh-CN" sz="2800" b="0" dirty="0">
                <a:latin typeface="Times New Roman" panose="02020603050405020304" pitchFamily="18" charset="0"/>
                <a:ea typeface="SimSun" panose="02010600030101010101" pitchFamily="2" charset="-122"/>
              </a:rPr>
              <a:t>Given some items, pack the knapsack to get the maximum total value. Each item has some weight and some value. The total weight that we can carry is no more than some fixed number W. So we must consider the weights of items as well as their values.</a:t>
            </a:r>
          </a:p>
          <a:p>
            <a:endParaRPr lang="en-US" altLang="zh-CN" sz="2800" b="0" dirty="0">
              <a:latin typeface="Times New Roman" panose="02020603050405020304" pitchFamily="18" charset="0"/>
              <a:ea typeface="SimSun" panose="02010600030101010101" pitchFamily="2" charset="-122"/>
            </a:endParaRPr>
          </a:p>
          <a:p>
            <a:pPr lvl="3"/>
            <a:r>
              <a:rPr lang="en-US" altLang="zh-CN" sz="2800" b="0" dirty="0">
                <a:latin typeface="Times New Roman" panose="02020603050405020304" pitchFamily="18" charset="0"/>
                <a:ea typeface="SimSun" panose="02010600030101010101" pitchFamily="2" charset="-122"/>
              </a:rPr>
              <a:t>Item #        Weight    Value</a:t>
            </a:r>
          </a:p>
          <a:p>
            <a:pPr lvl="3"/>
            <a:r>
              <a:rPr lang="en-US" altLang="zh-CN" sz="2800" b="0" dirty="0">
                <a:latin typeface="Times New Roman" panose="02020603050405020304" pitchFamily="18" charset="0"/>
                <a:ea typeface="SimSun" panose="02010600030101010101" pitchFamily="2" charset="-122"/>
              </a:rPr>
              <a:t>  1                 1            8</a:t>
            </a:r>
          </a:p>
          <a:p>
            <a:pPr lvl="3"/>
            <a:r>
              <a:rPr lang="en-US" altLang="zh-CN" sz="2800" b="0" dirty="0">
                <a:latin typeface="Times New Roman" panose="02020603050405020304" pitchFamily="18" charset="0"/>
                <a:ea typeface="SimSun" panose="02010600030101010101" pitchFamily="2" charset="-122"/>
              </a:rPr>
              <a:t>  2                 3            6</a:t>
            </a:r>
          </a:p>
          <a:p>
            <a:pPr lvl="3"/>
            <a:r>
              <a:rPr lang="en-US" altLang="zh-CN" sz="2800" b="0" dirty="0">
                <a:latin typeface="Times New Roman" panose="02020603050405020304" pitchFamily="18" charset="0"/>
                <a:ea typeface="SimSun" panose="02010600030101010101" pitchFamily="2" charset="-122"/>
              </a:rPr>
              <a:t>  3                 5            5</a:t>
            </a:r>
            <a:endParaRPr lang="en-US" altLang="zh-CN" sz="2000" b="0" dirty="0">
              <a:latin typeface="Times New Roman" panose="02020603050405020304" pitchFamily="18" charset="0"/>
              <a:ea typeface="SimSun" panose="02010600030101010101" pitchFamily="2" charset="-122"/>
            </a:endParaRPr>
          </a:p>
        </p:txBody>
      </p:sp>
      <p:sp>
        <p:nvSpPr>
          <p:cNvPr id="6147" name="Rectangle 4">
            <a:extLst>
              <a:ext uri="{FF2B5EF4-FFF2-40B4-BE49-F238E27FC236}">
                <a16:creationId xmlns:a16="http://schemas.microsoft.com/office/drawing/2014/main" id="{F86E8A7B-7169-432F-A048-251A8387ED29}"/>
              </a:ext>
            </a:extLst>
          </p:cNvPr>
          <p:cNvSpPr>
            <a:spLocks noGrp="1" noChangeArrowheads="1"/>
          </p:cNvSpPr>
          <p:nvPr>
            <p:ph type="title"/>
          </p:nvPr>
        </p:nvSpPr>
        <p:spPr>
          <a:xfrm>
            <a:off x="0" y="10884"/>
            <a:ext cx="9144000" cy="674916"/>
          </a:xfrm>
        </p:spPr>
        <p:txBody>
          <a:bodyPr>
            <a:normAutofit/>
          </a:bodyPr>
          <a:lstStyle/>
          <a:p>
            <a:r>
              <a:rPr lang="en-US" altLang="zh-CN" dirty="0">
                <a:ea typeface="SimSun" panose="02010600030101010101" pitchFamily="2" charset="-122"/>
              </a:rPr>
              <a:t>Knapsack problem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0C3A3F9-252B-45B6-AF6D-0213A2476C3F}"/>
              </a:ext>
            </a:extLst>
          </p:cNvPr>
          <p:cNvSpPr>
            <a:spLocks noGrp="1" noChangeArrowheads="1"/>
          </p:cNvSpPr>
          <p:nvPr>
            <p:ph type="title"/>
          </p:nvPr>
        </p:nvSpPr>
        <p:spPr>
          <a:xfrm>
            <a:off x="0" y="10884"/>
            <a:ext cx="9144000" cy="674916"/>
          </a:xfrm>
        </p:spPr>
        <p:txBody>
          <a:bodyPr>
            <a:normAutofit/>
          </a:bodyPr>
          <a:lstStyle/>
          <a:p>
            <a:r>
              <a:rPr lang="en-US" altLang="zh-CN" dirty="0">
                <a:ea typeface="SimSun" panose="02010600030101010101" pitchFamily="2" charset="-122"/>
              </a:rPr>
              <a:t>Knapsack problem</a:t>
            </a:r>
          </a:p>
        </p:txBody>
      </p:sp>
      <p:sp>
        <p:nvSpPr>
          <p:cNvPr id="190467" name="Rectangle 3">
            <a:extLst>
              <a:ext uri="{FF2B5EF4-FFF2-40B4-BE49-F238E27FC236}">
                <a16:creationId xmlns:a16="http://schemas.microsoft.com/office/drawing/2014/main" id="{59639DD7-81DE-4EF0-8D03-96CAF098FFC0}"/>
              </a:ext>
            </a:extLst>
          </p:cNvPr>
          <p:cNvSpPr>
            <a:spLocks noGrp="1" noChangeArrowheads="1"/>
          </p:cNvSpPr>
          <p:nvPr>
            <p:ph type="body" idx="1"/>
          </p:nvPr>
        </p:nvSpPr>
        <p:spPr>
          <a:xfrm>
            <a:off x="76200" y="849488"/>
            <a:ext cx="8915400" cy="5856111"/>
          </a:xfrm>
        </p:spPr>
        <p:txBody>
          <a:bodyPr>
            <a:normAutofit/>
          </a:bodyPr>
          <a:lstStyle/>
          <a:p>
            <a:pPr marL="609600" indent="-609600">
              <a:buFont typeface="Monotype Sorts" pitchFamily="80" charset="2"/>
              <a:buNone/>
            </a:pPr>
            <a:r>
              <a:rPr lang="en-US" altLang="zh-CN" dirty="0">
                <a:ea typeface="SimSun" panose="02010600030101010101" pitchFamily="2" charset="-122"/>
              </a:rPr>
              <a:t>There are two versions of the problem:</a:t>
            </a:r>
          </a:p>
          <a:p>
            <a:pPr marL="609600" indent="-609600">
              <a:buFont typeface="Monotype Sorts" pitchFamily="80" charset="2"/>
              <a:buNone/>
            </a:pPr>
            <a:endParaRPr lang="en-US" altLang="zh-CN" dirty="0">
              <a:ea typeface="SimSun" panose="02010600030101010101" pitchFamily="2" charset="-122"/>
            </a:endParaRPr>
          </a:p>
          <a:p>
            <a:pPr marL="990600" lvl="1" indent="-533400">
              <a:spcBef>
                <a:spcPct val="0"/>
              </a:spcBef>
              <a:buFontTx/>
              <a:buAutoNum type="arabicPeriod"/>
            </a:pPr>
            <a:r>
              <a:rPr lang="en-US" altLang="zh-CN" dirty="0">
                <a:ea typeface="SimSun" panose="02010600030101010101" pitchFamily="2" charset="-122"/>
              </a:rPr>
              <a:t>“0-1 knapsack problem”</a:t>
            </a:r>
          </a:p>
          <a:p>
            <a:pPr marL="1200150" lvl="2" indent="-342900">
              <a:spcBef>
                <a:spcPct val="0"/>
              </a:spcBef>
              <a:buClrTx/>
              <a:buSzTx/>
            </a:pPr>
            <a:r>
              <a:rPr lang="en-US" altLang="zh-CN" sz="2800" dirty="0">
                <a:ea typeface="SimSun" panose="02010600030101010101" pitchFamily="2" charset="-122"/>
              </a:rPr>
              <a:t>Items are indivisible; you either take an item or not. Some special instances can be solved with </a:t>
            </a:r>
            <a:r>
              <a:rPr lang="en-US" altLang="zh-CN" sz="2800" i="1" dirty="0">
                <a:solidFill>
                  <a:schemeClr val="hlink"/>
                </a:solidFill>
                <a:ea typeface="SimSun" panose="02010600030101010101" pitchFamily="2" charset="-122"/>
              </a:rPr>
              <a:t>dynamic programming</a:t>
            </a:r>
          </a:p>
          <a:p>
            <a:pPr marL="1200150" lvl="2" indent="-342900">
              <a:spcBef>
                <a:spcPct val="0"/>
              </a:spcBef>
              <a:buClrTx/>
              <a:buSzTx/>
            </a:pPr>
            <a:endParaRPr lang="en-US" altLang="zh-CN" sz="2800" i="1" dirty="0">
              <a:solidFill>
                <a:schemeClr val="hlink"/>
              </a:solidFill>
              <a:ea typeface="SimSun" panose="02010600030101010101" pitchFamily="2" charset="-122"/>
            </a:endParaRPr>
          </a:p>
          <a:p>
            <a:pPr marL="990600" lvl="1" indent="-533400">
              <a:spcBef>
                <a:spcPct val="0"/>
              </a:spcBef>
              <a:buFontTx/>
              <a:buAutoNum type="arabicPeriod"/>
            </a:pPr>
            <a:r>
              <a:rPr lang="en-US" altLang="zh-CN" dirty="0">
                <a:ea typeface="SimSun" panose="02010600030101010101" pitchFamily="2" charset="-122"/>
              </a:rPr>
              <a:t>“Fractional knapsack problem”</a:t>
            </a:r>
          </a:p>
          <a:p>
            <a:pPr marL="1200150" lvl="2" indent="-342900">
              <a:spcBef>
                <a:spcPct val="0"/>
              </a:spcBef>
            </a:pPr>
            <a:r>
              <a:rPr lang="en-US" altLang="zh-CN" sz="2800" dirty="0">
                <a:ea typeface="SimSun" panose="02010600030101010101" pitchFamily="2" charset="-122"/>
              </a:rPr>
              <a:t>Items are divisible: you can take any fraction of an item </a:t>
            </a:r>
            <a:endParaRPr lang="en-US" altLang="zh-CN" sz="2800" dirty="0">
              <a:solidFill>
                <a:schemeClr val="tx2"/>
              </a:solidFill>
              <a:ea typeface="SimSun" panose="02010600030101010101" pitchFamily="2" charset="-122"/>
            </a:endParaRPr>
          </a:p>
          <a:p>
            <a:pPr marL="990600" lvl="1" indent="-533400">
              <a:spcBef>
                <a:spcPct val="0"/>
              </a:spcBef>
              <a:buFontTx/>
              <a:buAutoNum type="arabicPeriod"/>
            </a:pPr>
            <a:endParaRPr lang="en-US" altLang="zh-CN" dirty="0">
              <a:ea typeface="SimSun" panose="02010600030101010101" pitchFamily="2" charset="-122"/>
            </a:endParaRPr>
          </a:p>
          <a:p>
            <a:pPr marL="609600" indent="-609600">
              <a:spcBef>
                <a:spcPct val="0"/>
              </a:spcBef>
              <a:buClrTx/>
              <a:buSzTx/>
              <a:buFontTx/>
              <a:buNone/>
            </a:pPr>
            <a:endParaRPr lang="en-US" altLang="zh-CN" dirty="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04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9046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9046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90467">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904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a:extLst>
              <a:ext uri="{FF2B5EF4-FFF2-40B4-BE49-F238E27FC236}">
                <a16:creationId xmlns:a16="http://schemas.microsoft.com/office/drawing/2014/main" id="{DBB1DD64-DBC7-4860-88D4-001982378AC1}"/>
              </a:ext>
            </a:extLst>
          </p:cNvPr>
          <p:cNvSpPr>
            <a:spLocks noGrp="1" noChangeArrowheads="1"/>
          </p:cNvSpPr>
          <p:nvPr>
            <p:ph type="body" idx="1"/>
          </p:nvPr>
        </p:nvSpPr>
        <p:spPr/>
        <p:txBody>
          <a:bodyPr/>
          <a:lstStyle/>
          <a:p>
            <a:pPr>
              <a:lnSpc>
                <a:spcPct val="110000"/>
              </a:lnSpc>
            </a:pPr>
            <a:r>
              <a:rPr lang="en-US" altLang="zh-CN" dirty="0">
                <a:ea typeface="SimSun" panose="02010600030101010101" pitchFamily="2" charset="-122"/>
              </a:rPr>
              <a:t>Given a knapsack with maximum capacity </a:t>
            </a:r>
            <a:r>
              <a:rPr lang="en-US" altLang="zh-CN" i="1" dirty="0">
                <a:ea typeface="SimSun" panose="02010600030101010101" pitchFamily="2" charset="-122"/>
              </a:rPr>
              <a:t>W</a:t>
            </a:r>
            <a:r>
              <a:rPr lang="en-US" altLang="zh-CN" dirty="0">
                <a:ea typeface="SimSun" panose="02010600030101010101" pitchFamily="2" charset="-122"/>
              </a:rPr>
              <a:t>, and a set </a:t>
            </a:r>
            <a:r>
              <a:rPr lang="en-US" altLang="zh-CN" i="1" dirty="0">
                <a:ea typeface="SimSun" panose="02010600030101010101" pitchFamily="2" charset="-122"/>
              </a:rPr>
              <a:t>S</a:t>
            </a:r>
            <a:r>
              <a:rPr lang="en-US" altLang="zh-CN" dirty="0">
                <a:ea typeface="SimSun" panose="02010600030101010101" pitchFamily="2" charset="-122"/>
              </a:rPr>
              <a:t> consisting of </a:t>
            </a:r>
            <a:r>
              <a:rPr lang="en-US" altLang="zh-CN" i="1" dirty="0">
                <a:ea typeface="SimSun" panose="02010600030101010101" pitchFamily="2" charset="-122"/>
              </a:rPr>
              <a:t>n</a:t>
            </a:r>
            <a:r>
              <a:rPr lang="en-US" altLang="zh-CN" dirty="0">
                <a:ea typeface="SimSun" panose="02010600030101010101" pitchFamily="2" charset="-122"/>
              </a:rPr>
              <a:t> items</a:t>
            </a:r>
          </a:p>
          <a:p>
            <a:pPr>
              <a:lnSpc>
                <a:spcPct val="110000"/>
              </a:lnSpc>
            </a:pPr>
            <a:endParaRPr lang="en-US" altLang="zh-CN" dirty="0">
              <a:ea typeface="SimSun" panose="02010600030101010101" pitchFamily="2" charset="-122"/>
            </a:endParaRPr>
          </a:p>
          <a:p>
            <a:pPr>
              <a:lnSpc>
                <a:spcPct val="110000"/>
              </a:lnSpc>
            </a:pPr>
            <a:r>
              <a:rPr lang="en-US" altLang="zh-CN" dirty="0">
                <a:ea typeface="SimSun" panose="02010600030101010101" pitchFamily="2" charset="-122"/>
              </a:rPr>
              <a:t>Each item </a:t>
            </a:r>
            <a:r>
              <a:rPr lang="en-US" altLang="zh-CN" i="1" dirty="0" err="1">
                <a:ea typeface="SimSun" panose="02010600030101010101" pitchFamily="2" charset="-122"/>
              </a:rPr>
              <a:t>i</a:t>
            </a:r>
            <a:r>
              <a:rPr lang="en-US" altLang="zh-CN" dirty="0">
                <a:ea typeface="SimSun" panose="02010600030101010101" pitchFamily="2" charset="-122"/>
              </a:rPr>
              <a:t> has some weight </a:t>
            </a:r>
            <a:r>
              <a:rPr lang="en-US" altLang="zh-CN" i="1" dirty="0" err="1">
                <a:ea typeface="SimSun" panose="02010600030101010101" pitchFamily="2" charset="-122"/>
              </a:rPr>
              <a:t>w</a:t>
            </a:r>
            <a:r>
              <a:rPr lang="en-US" altLang="zh-CN" i="1" baseline="-25000" dirty="0" err="1">
                <a:ea typeface="SimSun" panose="02010600030101010101" pitchFamily="2" charset="-122"/>
              </a:rPr>
              <a:t>i</a:t>
            </a:r>
            <a:r>
              <a:rPr lang="en-US" altLang="zh-CN" dirty="0">
                <a:ea typeface="SimSun" panose="02010600030101010101" pitchFamily="2" charset="-122"/>
              </a:rPr>
              <a:t> and benefit value </a:t>
            </a:r>
            <a:r>
              <a:rPr lang="en-US" altLang="zh-CN" i="1" dirty="0">
                <a:ea typeface="SimSun" panose="02010600030101010101" pitchFamily="2" charset="-122"/>
              </a:rPr>
              <a:t>b</a:t>
            </a:r>
            <a:r>
              <a:rPr lang="en-US" altLang="zh-CN" i="1" baseline="-25000" dirty="0">
                <a:ea typeface="SimSun" panose="02010600030101010101" pitchFamily="2" charset="-122"/>
              </a:rPr>
              <a:t>i</a:t>
            </a:r>
            <a:r>
              <a:rPr lang="en-US" altLang="zh-CN" baseline="-25000" dirty="0">
                <a:ea typeface="SimSun" panose="02010600030101010101" pitchFamily="2" charset="-122"/>
              </a:rPr>
              <a:t>  </a:t>
            </a:r>
            <a:r>
              <a:rPr lang="en-US" altLang="zh-CN" dirty="0">
                <a:ea typeface="SimSun" panose="02010600030101010101" pitchFamily="2" charset="-122"/>
              </a:rPr>
              <a:t>(</a:t>
            </a:r>
            <a:r>
              <a:rPr lang="en-US" altLang="zh-CN" dirty="0">
                <a:solidFill>
                  <a:srgbClr val="FF0000"/>
                </a:solidFill>
                <a:ea typeface="SimSun" panose="02010600030101010101" pitchFamily="2" charset="-122"/>
              </a:rPr>
              <a:t>all </a:t>
            </a:r>
            <a:r>
              <a:rPr lang="en-US" altLang="zh-CN" i="1" dirty="0" err="1">
                <a:solidFill>
                  <a:srgbClr val="FF0000"/>
                </a:solidFill>
                <a:ea typeface="SimSun" panose="02010600030101010101" pitchFamily="2" charset="-122"/>
              </a:rPr>
              <a:t>w</a:t>
            </a:r>
            <a:r>
              <a:rPr lang="en-US" altLang="zh-CN" i="1" baseline="-25000" dirty="0" err="1">
                <a:solidFill>
                  <a:srgbClr val="FF0000"/>
                </a:solidFill>
                <a:ea typeface="SimSun" panose="02010600030101010101" pitchFamily="2" charset="-122"/>
              </a:rPr>
              <a:t>i</a:t>
            </a:r>
            <a:r>
              <a:rPr lang="en-US" altLang="zh-CN" i="1" dirty="0">
                <a:solidFill>
                  <a:srgbClr val="FF0000"/>
                </a:solidFill>
                <a:ea typeface="SimSun" panose="02010600030101010101" pitchFamily="2" charset="-122"/>
              </a:rPr>
              <a:t> </a:t>
            </a:r>
            <a:r>
              <a:rPr lang="en-US" altLang="zh-CN" baseline="-25000" dirty="0">
                <a:solidFill>
                  <a:srgbClr val="FF0000"/>
                </a:solidFill>
                <a:ea typeface="SimSun" panose="02010600030101010101" pitchFamily="2" charset="-122"/>
              </a:rPr>
              <a:t> </a:t>
            </a:r>
            <a:r>
              <a:rPr lang="en-US" altLang="zh-CN" dirty="0">
                <a:solidFill>
                  <a:srgbClr val="FF0000"/>
                </a:solidFill>
                <a:ea typeface="SimSun" panose="02010600030101010101" pitchFamily="2" charset="-122"/>
              </a:rPr>
              <a:t>and </a:t>
            </a:r>
            <a:r>
              <a:rPr lang="en-US" altLang="zh-CN" i="1" dirty="0">
                <a:solidFill>
                  <a:srgbClr val="FF0000"/>
                </a:solidFill>
                <a:ea typeface="SimSun" panose="02010600030101010101" pitchFamily="2" charset="-122"/>
              </a:rPr>
              <a:t>W</a:t>
            </a:r>
            <a:r>
              <a:rPr lang="en-US" altLang="zh-CN" dirty="0">
                <a:solidFill>
                  <a:srgbClr val="FF0000"/>
                </a:solidFill>
                <a:ea typeface="SimSun" panose="02010600030101010101" pitchFamily="2" charset="-122"/>
              </a:rPr>
              <a:t> are integer values</a:t>
            </a:r>
            <a:r>
              <a:rPr lang="en-US" altLang="zh-CN" dirty="0">
                <a:ea typeface="SimSun" panose="02010600030101010101" pitchFamily="2" charset="-122"/>
              </a:rPr>
              <a:t>)</a:t>
            </a:r>
          </a:p>
          <a:p>
            <a:pPr>
              <a:lnSpc>
                <a:spcPct val="110000"/>
              </a:lnSpc>
            </a:pPr>
            <a:endParaRPr lang="en-US" altLang="zh-CN" u="sng" dirty="0">
              <a:ea typeface="SimSun" panose="02010600030101010101" pitchFamily="2" charset="-122"/>
            </a:endParaRPr>
          </a:p>
          <a:p>
            <a:pPr>
              <a:lnSpc>
                <a:spcPct val="110000"/>
              </a:lnSpc>
            </a:pPr>
            <a:r>
              <a:rPr lang="en-US" altLang="zh-CN" u="sng" dirty="0">
                <a:ea typeface="SimSun" panose="02010600030101010101" pitchFamily="2" charset="-122"/>
              </a:rPr>
              <a:t>Problem</a:t>
            </a:r>
            <a:r>
              <a:rPr lang="en-US" altLang="zh-CN" dirty="0">
                <a:ea typeface="SimSun" panose="02010600030101010101" pitchFamily="2" charset="-122"/>
              </a:rPr>
              <a:t>: How to pack the knapsack to achieve maximum total value of packed items?</a:t>
            </a:r>
          </a:p>
        </p:txBody>
      </p:sp>
      <p:sp>
        <p:nvSpPr>
          <p:cNvPr id="8195" name="Rectangle 4">
            <a:extLst>
              <a:ext uri="{FF2B5EF4-FFF2-40B4-BE49-F238E27FC236}">
                <a16:creationId xmlns:a16="http://schemas.microsoft.com/office/drawing/2014/main" id="{F13E3112-A863-4B34-A981-B95417A06808}"/>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0-1 Knapsack problem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a:extLst>
              <a:ext uri="{FF2B5EF4-FFF2-40B4-BE49-F238E27FC236}">
                <a16:creationId xmlns:a16="http://schemas.microsoft.com/office/drawing/2014/main" id="{70F971A7-762E-4587-8688-17BC966153ED}"/>
              </a:ext>
            </a:extLst>
          </p:cNvPr>
          <p:cNvSpPr>
            <a:spLocks noGrp="1" noChangeArrowheads="1"/>
          </p:cNvSpPr>
          <p:nvPr>
            <p:ph type="body" idx="1"/>
          </p:nvPr>
        </p:nvSpPr>
        <p:spPr>
          <a:xfrm>
            <a:off x="36687" y="705555"/>
            <a:ext cx="7666038" cy="685800"/>
          </a:xfrm>
        </p:spPr>
        <p:txBody>
          <a:bodyPr/>
          <a:lstStyle/>
          <a:p>
            <a:r>
              <a:rPr lang="en-US" altLang="zh-CN" sz="3200" dirty="0">
                <a:ea typeface="SimSun" panose="02010600030101010101" pitchFamily="2" charset="-122"/>
              </a:rPr>
              <a:t>Problem, in other words, is to find</a:t>
            </a:r>
          </a:p>
        </p:txBody>
      </p:sp>
      <p:graphicFrame>
        <p:nvGraphicFramePr>
          <p:cNvPr id="1026" name="Object 4">
            <a:extLst>
              <a:ext uri="{FF2B5EF4-FFF2-40B4-BE49-F238E27FC236}">
                <a16:creationId xmlns:a16="http://schemas.microsoft.com/office/drawing/2014/main" id="{0AE45A12-02F3-4327-BB4E-432A3452FCD6}"/>
              </a:ext>
            </a:extLst>
          </p:cNvPr>
          <p:cNvGraphicFramePr>
            <a:graphicFrameLocks noChangeAspect="1"/>
          </p:cNvGraphicFramePr>
          <p:nvPr>
            <p:extLst>
              <p:ext uri="{D42A27DB-BD31-4B8C-83A1-F6EECF244321}">
                <p14:modId xmlns:p14="http://schemas.microsoft.com/office/powerpoint/2010/main" val="1585852077"/>
              </p:ext>
            </p:extLst>
          </p:nvPr>
        </p:nvGraphicFramePr>
        <p:xfrm>
          <a:off x="1828800" y="1824037"/>
          <a:ext cx="5486400" cy="995363"/>
        </p:xfrm>
        <a:graphic>
          <a:graphicData uri="http://schemas.openxmlformats.org/presentationml/2006/ole">
            <mc:AlternateContent xmlns:mc="http://schemas.openxmlformats.org/markup-compatibility/2006">
              <mc:Choice xmlns:v="urn:schemas-microsoft-com:vml" Requires="v">
                <p:oleObj spid="_x0000_s1053" name="Equation" r:id="rId4" imgW="1879600" imgH="342900" progId="Equation.3">
                  <p:embed/>
                </p:oleObj>
              </mc:Choice>
              <mc:Fallback>
                <p:oleObj name="Equation" r:id="rId4" imgW="1879600" imgH="342900" progId="Equation.3">
                  <p:embed/>
                  <p:pic>
                    <p:nvPicPr>
                      <p:cNvPr id="1026" name="Object 4">
                        <a:extLst>
                          <a:ext uri="{FF2B5EF4-FFF2-40B4-BE49-F238E27FC236}">
                            <a16:creationId xmlns:a16="http://schemas.microsoft.com/office/drawing/2014/main" id="{0AE45A12-02F3-4327-BB4E-432A3452FC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1824037"/>
                        <a:ext cx="5486400"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8" name="Rectangle 7">
            <a:extLst>
              <a:ext uri="{FF2B5EF4-FFF2-40B4-BE49-F238E27FC236}">
                <a16:creationId xmlns:a16="http://schemas.microsoft.com/office/drawing/2014/main" id="{7310C419-C47C-4B97-8528-9963190D77BA}"/>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0-1 Knapsack problem</a:t>
            </a:r>
          </a:p>
        </p:txBody>
      </p:sp>
      <p:sp>
        <p:nvSpPr>
          <p:cNvPr id="1029" name="Rectangle 8">
            <a:extLst>
              <a:ext uri="{FF2B5EF4-FFF2-40B4-BE49-F238E27FC236}">
                <a16:creationId xmlns:a16="http://schemas.microsoft.com/office/drawing/2014/main" id="{CF64FC78-8BD3-4DDE-88E5-DAD3A1DD0991}"/>
              </a:ext>
            </a:extLst>
          </p:cNvPr>
          <p:cNvSpPr>
            <a:spLocks noChangeArrowheads="1"/>
          </p:cNvSpPr>
          <p:nvPr/>
        </p:nvSpPr>
        <p:spPr bwMode="auto">
          <a:xfrm>
            <a:off x="152400" y="3429000"/>
            <a:ext cx="88392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342900" indent="-342900"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marL="457200" indent="-457200">
              <a:spcBef>
                <a:spcPct val="20000"/>
              </a:spcBef>
              <a:buClr>
                <a:schemeClr val="tx2"/>
              </a:buClr>
              <a:buSzPct val="75000"/>
              <a:buFont typeface="Arial" panose="020B0604020202020204" pitchFamily="34" charset="0"/>
              <a:buChar char="•"/>
            </a:pPr>
            <a:r>
              <a:rPr lang="en-US" altLang="zh-CN" sz="3200" b="0" dirty="0">
                <a:latin typeface="Times New Roman" panose="02020603050405020304" pitchFamily="18" charset="0"/>
                <a:ea typeface="SimSun" panose="02010600030101010101" pitchFamily="2" charset="-122"/>
              </a:rPr>
              <a:t>The problem is called a “</a:t>
            </a:r>
            <a:r>
              <a:rPr lang="en-US" altLang="zh-CN" sz="3200" b="0" i="1" dirty="0">
                <a:latin typeface="Times New Roman" panose="02020603050405020304" pitchFamily="18" charset="0"/>
                <a:ea typeface="SimSun" panose="02010600030101010101" pitchFamily="2" charset="-122"/>
              </a:rPr>
              <a:t>0-1</a:t>
            </a:r>
            <a:r>
              <a:rPr lang="en-US" altLang="zh-CN" sz="3200" b="0" dirty="0">
                <a:latin typeface="Times New Roman" panose="02020603050405020304" pitchFamily="18" charset="0"/>
                <a:ea typeface="SimSun" panose="02010600030101010101" pitchFamily="2" charset="-122"/>
              </a:rPr>
              <a:t>” problem, because each item must be entirely accepted or rejected.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05AD6887-DA5E-43C9-BE11-0E6D40AF9B69}"/>
              </a:ext>
            </a:extLst>
          </p:cNvPr>
          <p:cNvSpPr>
            <a:spLocks noGrp="1" noChangeArrowheads="1"/>
          </p:cNvSpPr>
          <p:nvPr>
            <p:ph type="body" idx="1"/>
          </p:nvPr>
        </p:nvSpPr>
        <p:spPr>
          <a:xfrm>
            <a:off x="152400" y="849488"/>
            <a:ext cx="8839200" cy="5779911"/>
          </a:xfrm>
        </p:spPr>
        <p:txBody>
          <a:bodyPr/>
          <a:lstStyle/>
          <a:p>
            <a:pPr algn="ctr">
              <a:buFont typeface="Monotype Sorts" pitchFamily="80" charset="2"/>
              <a:buNone/>
            </a:pPr>
            <a:r>
              <a:rPr lang="en-US" altLang="zh-CN" sz="3200" dirty="0">
                <a:solidFill>
                  <a:schemeClr val="hlink"/>
                </a:solidFill>
                <a:ea typeface="SimSun" panose="02010600030101010101" pitchFamily="2" charset="-122"/>
              </a:rPr>
              <a:t>Let’s first solve this problem with a straightforward algorithm</a:t>
            </a:r>
          </a:p>
          <a:p>
            <a:pPr algn="just"/>
            <a:r>
              <a:rPr lang="en-US" altLang="zh-CN" dirty="0">
                <a:ea typeface="SimSun" panose="02010600030101010101" pitchFamily="2" charset="-122"/>
              </a:rPr>
              <a:t>Since there are </a:t>
            </a:r>
            <a:r>
              <a:rPr lang="en-US" altLang="zh-CN" i="1" dirty="0">
                <a:ea typeface="SimSun" panose="02010600030101010101" pitchFamily="2" charset="-122"/>
              </a:rPr>
              <a:t>n</a:t>
            </a:r>
            <a:r>
              <a:rPr lang="en-US" altLang="zh-CN" dirty="0">
                <a:ea typeface="SimSun" panose="02010600030101010101" pitchFamily="2" charset="-122"/>
              </a:rPr>
              <a:t> items, there are </a:t>
            </a:r>
            <a:r>
              <a:rPr lang="en-US" altLang="zh-CN" i="1" dirty="0">
                <a:ea typeface="SimSun" panose="02010600030101010101" pitchFamily="2" charset="-122"/>
              </a:rPr>
              <a:t>2</a:t>
            </a:r>
            <a:r>
              <a:rPr lang="en-US" altLang="zh-CN" i="1" baseline="30000" dirty="0">
                <a:ea typeface="SimSun" panose="02010600030101010101" pitchFamily="2" charset="-122"/>
              </a:rPr>
              <a:t>n</a:t>
            </a:r>
            <a:r>
              <a:rPr lang="en-US" altLang="zh-CN" dirty="0">
                <a:ea typeface="SimSun" panose="02010600030101010101" pitchFamily="2" charset="-122"/>
              </a:rPr>
              <a:t> possible combinations of items.</a:t>
            </a:r>
          </a:p>
          <a:p>
            <a:pPr algn="just"/>
            <a:r>
              <a:rPr lang="en-US" altLang="zh-CN" dirty="0">
                <a:ea typeface="SimSun" panose="02010600030101010101" pitchFamily="2" charset="-122"/>
              </a:rPr>
              <a:t>We go through all combinations and find the one with maximum value and with total weight less or equal to </a:t>
            </a:r>
            <a:r>
              <a:rPr lang="en-US" altLang="zh-CN" i="1" dirty="0">
                <a:ea typeface="SimSun" panose="02010600030101010101" pitchFamily="2" charset="-122"/>
              </a:rPr>
              <a:t>W</a:t>
            </a:r>
            <a:endParaRPr lang="en-US" altLang="zh-CN" dirty="0">
              <a:ea typeface="SimSun" panose="02010600030101010101" pitchFamily="2" charset="-122"/>
            </a:endParaRPr>
          </a:p>
          <a:p>
            <a:pPr algn="just"/>
            <a:r>
              <a:rPr lang="en-US" altLang="zh-CN" dirty="0">
                <a:ea typeface="SimSun" panose="02010600030101010101" pitchFamily="2" charset="-122"/>
              </a:rPr>
              <a:t>Running time will be </a:t>
            </a:r>
            <a:r>
              <a:rPr lang="en-US" altLang="zh-CN" i="1" dirty="0">
                <a:ea typeface="SimSun" panose="02010600030101010101" pitchFamily="2" charset="-122"/>
              </a:rPr>
              <a:t>O(2</a:t>
            </a:r>
            <a:r>
              <a:rPr lang="en-US" altLang="zh-CN" i="1" baseline="30000" dirty="0">
                <a:ea typeface="SimSun" panose="02010600030101010101" pitchFamily="2" charset="-122"/>
              </a:rPr>
              <a:t>n</a:t>
            </a:r>
            <a:r>
              <a:rPr lang="en-US" altLang="zh-CN" i="1" dirty="0">
                <a:ea typeface="SimSun" panose="02010600030101010101" pitchFamily="2" charset="-122"/>
              </a:rPr>
              <a:t>)</a:t>
            </a:r>
            <a:endParaRPr lang="en-US" altLang="zh-CN" dirty="0">
              <a:ea typeface="SimSun" panose="02010600030101010101" pitchFamily="2" charset="-122"/>
            </a:endParaRPr>
          </a:p>
        </p:txBody>
      </p:sp>
      <p:sp>
        <p:nvSpPr>
          <p:cNvPr id="9219" name="Rectangle 4">
            <a:extLst>
              <a:ext uri="{FF2B5EF4-FFF2-40B4-BE49-F238E27FC236}">
                <a16:creationId xmlns:a16="http://schemas.microsoft.com/office/drawing/2014/main" id="{C8E23F0C-A7F6-4CFE-8E1E-AADC04B169E3}"/>
              </a:ext>
            </a:extLst>
          </p:cNvPr>
          <p:cNvSpPr>
            <a:spLocks noGrp="1" noChangeArrowheads="1"/>
          </p:cNvSpPr>
          <p:nvPr>
            <p:ph type="title"/>
          </p:nvPr>
        </p:nvSpPr>
        <p:spPr>
          <a:xfrm>
            <a:off x="0" y="10884"/>
            <a:ext cx="9144000" cy="674916"/>
          </a:xfrm>
        </p:spPr>
        <p:txBody>
          <a:bodyPr>
            <a:normAutofit/>
          </a:bodyPr>
          <a:lstStyle/>
          <a:p>
            <a:r>
              <a:rPr lang="en-US" altLang="zh-CN" dirty="0">
                <a:ea typeface="SimSun" panose="02010600030101010101" pitchFamily="2" charset="-122"/>
              </a:rPr>
              <a:t>0-1 Knapsack problem: brute-force approach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1" name="Rectangle 3">
            <a:extLst>
              <a:ext uri="{FF2B5EF4-FFF2-40B4-BE49-F238E27FC236}">
                <a16:creationId xmlns:a16="http://schemas.microsoft.com/office/drawing/2014/main" id="{114A3F5C-6B6D-4C49-845C-2BFB72F83F78}"/>
              </a:ext>
            </a:extLst>
          </p:cNvPr>
          <p:cNvSpPr>
            <a:spLocks noGrp="1" noChangeArrowheads="1"/>
          </p:cNvSpPr>
          <p:nvPr>
            <p:ph type="body" idx="1"/>
          </p:nvPr>
        </p:nvSpPr>
        <p:spPr>
          <a:xfrm>
            <a:off x="76200" y="1227663"/>
            <a:ext cx="8915400" cy="2305050"/>
          </a:xfrm>
        </p:spPr>
        <p:txBody>
          <a:bodyPr/>
          <a:lstStyle/>
          <a:p>
            <a:pPr algn="just"/>
            <a:r>
              <a:rPr lang="en-US" altLang="zh-CN" dirty="0">
                <a:ea typeface="SimSun" panose="02010600030101010101" pitchFamily="2" charset="-122"/>
              </a:rPr>
              <a:t>We can do better with an algorithm based on dynamic programming</a:t>
            </a:r>
          </a:p>
          <a:p>
            <a:pPr algn="just"/>
            <a:endParaRPr lang="en-US" altLang="zh-CN" dirty="0">
              <a:ea typeface="SimSun" panose="02010600030101010101" pitchFamily="2" charset="-122"/>
            </a:endParaRPr>
          </a:p>
          <a:p>
            <a:pPr algn="just"/>
            <a:r>
              <a:rPr lang="en-US" altLang="zh-CN" dirty="0">
                <a:ea typeface="SimSun" panose="02010600030101010101" pitchFamily="2" charset="-122"/>
              </a:rPr>
              <a:t>We need to carefully identify the subproblems</a:t>
            </a:r>
          </a:p>
          <a:p>
            <a:endParaRPr lang="en-US" altLang="zh-CN" dirty="0">
              <a:ea typeface="SimSun" panose="02010600030101010101" pitchFamily="2" charset="-122"/>
            </a:endParaRPr>
          </a:p>
          <a:p>
            <a:endParaRPr lang="en-US" altLang="zh-CN" dirty="0">
              <a:ea typeface="SimSun" panose="02010600030101010101" pitchFamily="2" charset="-122"/>
            </a:endParaRPr>
          </a:p>
        </p:txBody>
      </p:sp>
      <p:sp>
        <p:nvSpPr>
          <p:cNvPr id="10243" name="Rectangle 7">
            <a:extLst>
              <a:ext uri="{FF2B5EF4-FFF2-40B4-BE49-F238E27FC236}">
                <a16:creationId xmlns:a16="http://schemas.microsoft.com/office/drawing/2014/main" id="{B8DD0A0B-B047-4BF7-9BA8-79BFFEC58533}"/>
              </a:ext>
            </a:extLst>
          </p:cNvPr>
          <p:cNvSpPr>
            <a:spLocks noGrp="1" noChangeArrowheads="1"/>
          </p:cNvSpPr>
          <p:nvPr>
            <p:ph type="title"/>
          </p:nvPr>
        </p:nvSpPr>
        <p:spPr>
          <a:xfrm>
            <a:off x="0" y="0"/>
            <a:ext cx="9144000" cy="685800"/>
          </a:xfrm>
        </p:spPr>
        <p:txBody>
          <a:bodyPr>
            <a:normAutofit/>
          </a:bodyPr>
          <a:lstStyle/>
          <a:p>
            <a:r>
              <a:rPr lang="en-US" altLang="zh-CN" sz="2800" dirty="0">
                <a:ea typeface="SimSun" panose="02010600030101010101" pitchFamily="2" charset="-122"/>
              </a:rPr>
              <a:t>0-1 Knapsack problem: dynamic programming approach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95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95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6450EED2-2763-4062-8AE2-A3AFD23D097E}"/>
              </a:ext>
            </a:extLst>
          </p:cNvPr>
          <p:cNvSpPr>
            <a:spLocks noGrp="1" noChangeArrowheads="1"/>
          </p:cNvSpPr>
          <p:nvPr>
            <p:ph type="body" idx="1"/>
          </p:nvPr>
        </p:nvSpPr>
        <p:spPr/>
        <p:txBody>
          <a:bodyPr/>
          <a:lstStyle/>
          <a:p>
            <a:pPr>
              <a:lnSpc>
                <a:spcPct val="110000"/>
              </a:lnSpc>
            </a:pPr>
            <a:r>
              <a:rPr lang="en-US" altLang="zh-CN">
                <a:ea typeface="SimSun" panose="02010600030101010101" pitchFamily="2" charset="-122"/>
              </a:rPr>
              <a:t>Given a knapsack with maximum capacity </a:t>
            </a:r>
            <a:r>
              <a:rPr lang="en-US" altLang="zh-CN" i="1">
                <a:ea typeface="SimSun" panose="02010600030101010101" pitchFamily="2" charset="-122"/>
              </a:rPr>
              <a:t>W</a:t>
            </a:r>
            <a:r>
              <a:rPr lang="en-US" altLang="zh-CN">
                <a:ea typeface="SimSun" panose="02010600030101010101" pitchFamily="2" charset="-122"/>
              </a:rPr>
              <a:t>, and a set </a:t>
            </a:r>
            <a:r>
              <a:rPr lang="en-US" altLang="zh-CN" i="1">
                <a:ea typeface="SimSun" panose="02010600030101010101" pitchFamily="2" charset="-122"/>
              </a:rPr>
              <a:t>S</a:t>
            </a:r>
            <a:r>
              <a:rPr lang="en-US" altLang="zh-CN">
                <a:ea typeface="SimSun" panose="02010600030101010101" pitchFamily="2" charset="-122"/>
              </a:rPr>
              <a:t> consisting of </a:t>
            </a:r>
            <a:r>
              <a:rPr lang="en-US" altLang="zh-CN" i="1">
                <a:ea typeface="SimSun" panose="02010600030101010101" pitchFamily="2" charset="-122"/>
              </a:rPr>
              <a:t>n</a:t>
            </a:r>
            <a:r>
              <a:rPr lang="en-US" altLang="zh-CN">
                <a:ea typeface="SimSun" panose="02010600030101010101" pitchFamily="2" charset="-122"/>
              </a:rPr>
              <a:t> items</a:t>
            </a:r>
          </a:p>
          <a:p>
            <a:pPr>
              <a:lnSpc>
                <a:spcPct val="110000"/>
              </a:lnSpc>
            </a:pPr>
            <a:r>
              <a:rPr lang="en-US" altLang="zh-CN">
                <a:ea typeface="SimSun" panose="02010600030101010101" pitchFamily="2" charset="-122"/>
              </a:rPr>
              <a:t>Each item </a:t>
            </a:r>
            <a:r>
              <a:rPr lang="en-US" altLang="zh-CN" i="1">
                <a:ea typeface="SimSun" panose="02010600030101010101" pitchFamily="2" charset="-122"/>
              </a:rPr>
              <a:t>i</a:t>
            </a:r>
            <a:r>
              <a:rPr lang="en-US" altLang="zh-CN">
                <a:ea typeface="SimSun" panose="02010600030101010101" pitchFamily="2" charset="-122"/>
              </a:rPr>
              <a:t> has some weight </a:t>
            </a:r>
            <a:r>
              <a:rPr lang="en-US" altLang="zh-CN" i="1">
                <a:ea typeface="SimSun" panose="02010600030101010101" pitchFamily="2" charset="-122"/>
              </a:rPr>
              <a:t>w</a:t>
            </a:r>
            <a:r>
              <a:rPr lang="en-US" altLang="zh-CN" i="1" baseline="-25000">
                <a:ea typeface="SimSun" panose="02010600030101010101" pitchFamily="2" charset="-122"/>
              </a:rPr>
              <a:t>i</a:t>
            </a:r>
            <a:r>
              <a:rPr lang="en-US" altLang="zh-CN">
                <a:ea typeface="SimSun" panose="02010600030101010101" pitchFamily="2" charset="-122"/>
              </a:rPr>
              <a:t> and benefit value </a:t>
            </a:r>
            <a:r>
              <a:rPr lang="en-US" altLang="zh-CN" i="1">
                <a:ea typeface="SimSun" panose="02010600030101010101" pitchFamily="2" charset="-122"/>
              </a:rPr>
              <a:t>b</a:t>
            </a:r>
            <a:r>
              <a:rPr lang="en-US" altLang="zh-CN" i="1" baseline="-25000">
                <a:ea typeface="SimSun" panose="02010600030101010101" pitchFamily="2" charset="-122"/>
              </a:rPr>
              <a:t>i</a:t>
            </a:r>
            <a:r>
              <a:rPr lang="en-US" altLang="zh-CN" baseline="-25000">
                <a:ea typeface="SimSun" panose="02010600030101010101" pitchFamily="2" charset="-122"/>
              </a:rPr>
              <a:t>  </a:t>
            </a:r>
            <a:r>
              <a:rPr lang="en-US" altLang="zh-CN">
                <a:ea typeface="SimSun" panose="02010600030101010101" pitchFamily="2" charset="-122"/>
              </a:rPr>
              <a:t>(</a:t>
            </a:r>
            <a:r>
              <a:rPr lang="en-US" altLang="zh-CN">
                <a:solidFill>
                  <a:srgbClr val="FF0000"/>
                </a:solidFill>
                <a:ea typeface="SimSun" panose="02010600030101010101" pitchFamily="2" charset="-122"/>
              </a:rPr>
              <a:t>all </a:t>
            </a:r>
            <a:r>
              <a:rPr lang="en-US" altLang="zh-CN" i="1">
                <a:solidFill>
                  <a:srgbClr val="FF0000"/>
                </a:solidFill>
                <a:ea typeface="SimSun" panose="02010600030101010101" pitchFamily="2" charset="-122"/>
              </a:rPr>
              <a:t>w</a:t>
            </a:r>
            <a:r>
              <a:rPr lang="en-US" altLang="zh-CN" i="1" baseline="-25000">
                <a:solidFill>
                  <a:srgbClr val="FF0000"/>
                </a:solidFill>
                <a:ea typeface="SimSun" panose="02010600030101010101" pitchFamily="2" charset="-122"/>
              </a:rPr>
              <a:t>i</a:t>
            </a:r>
            <a:r>
              <a:rPr lang="en-US" altLang="zh-CN" i="1">
                <a:solidFill>
                  <a:srgbClr val="FF0000"/>
                </a:solidFill>
                <a:ea typeface="SimSun" panose="02010600030101010101" pitchFamily="2" charset="-122"/>
              </a:rPr>
              <a:t> </a:t>
            </a:r>
            <a:r>
              <a:rPr lang="en-US" altLang="zh-CN" baseline="-25000">
                <a:solidFill>
                  <a:srgbClr val="FF0000"/>
                </a:solidFill>
                <a:ea typeface="SimSun" panose="02010600030101010101" pitchFamily="2" charset="-122"/>
              </a:rPr>
              <a:t> </a:t>
            </a:r>
            <a:r>
              <a:rPr lang="en-US" altLang="zh-CN">
                <a:solidFill>
                  <a:srgbClr val="FF0000"/>
                </a:solidFill>
                <a:ea typeface="SimSun" panose="02010600030101010101" pitchFamily="2" charset="-122"/>
              </a:rPr>
              <a:t>and </a:t>
            </a:r>
            <a:r>
              <a:rPr lang="en-US" altLang="zh-CN" i="1">
                <a:solidFill>
                  <a:srgbClr val="FF0000"/>
                </a:solidFill>
                <a:ea typeface="SimSun" panose="02010600030101010101" pitchFamily="2" charset="-122"/>
              </a:rPr>
              <a:t>W</a:t>
            </a:r>
            <a:r>
              <a:rPr lang="en-US" altLang="zh-CN">
                <a:solidFill>
                  <a:srgbClr val="FF0000"/>
                </a:solidFill>
                <a:ea typeface="SimSun" panose="02010600030101010101" pitchFamily="2" charset="-122"/>
              </a:rPr>
              <a:t> are integer values</a:t>
            </a:r>
            <a:r>
              <a:rPr lang="en-US" altLang="zh-CN">
                <a:ea typeface="SimSun" panose="02010600030101010101" pitchFamily="2" charset="-122"/>
              </a:rPr>
              <a:t>)</a:t>
            </a:r>
          </a:p>
          <a:p>
            <a:pPr>
              <a:lnSpc>
                <a:spcPct val="110000"/>
              </a:lnSpc>
            </a:pPr>
            <a:r>
              <a:rPr lang="en-US" altLang="zh-CN" u="sng">
                <a:ea typeface="SimSun" panose="02010600030101010101" pitchFamily="2" charset="-122"/>
              </a:rPr>
              <a:t>Problem</a:t>
            </a:r>
            <a:r>
              <a:rPr lang="en-US" altLang="zh-CN">
                <a:ea typeface="SimSun" panose="02010600030101010101" pitchFamily="2" charset="-122"/>
              </a:rPr>
              <a:t>: How to pack the knapsack to achieve maximum total value of packed items?</a:t>
            </a:r>
          </a:p>
        </p:txBody>
      </p:sp>
      <p:sp>
        <p:nvSpPr>
          <p:cNvPr id="11267" name="Rectangle 4">
            <a:extLst>
              <a:ext uri="{FF2B5EF4-FFF2-40B4-BE49-F238E27FC236}">
                <a16:creationId xmlns:a16="http://schemas.microsoft.com/office/drawing/2014/main" id="{EBE808CD-08AA-4C90-9E12-97B9CFBF9154}"/>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Defining a Subproblem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1" name="Rectangle 3">
            <a:extLst>
              <a:ext uri="{FF2B5EF4-FFF2-40B4-BE49-F238E27FC236}">
                <a16:creationId xmlns:a16="http://schemas.microsoft.com/office/drawing/2014/main" id="{74E7211A-DEAB-4973-A03F-5C52BD0AFC34}"/>
              </a:ext>
            </a:extLst>
          </p:cNvPr>
          <p:cNvSpPr>
            <a:spLocks noGrp="1" noChangeArrowheads="1"/>
          </p:cNvSpPr>
          <p:nvPr>
            <p:ph type="body" idx="1"/>
          </p:nvPr>
        </p:nvSpPr>
        <p:spPr>
          <a:xfrm>
            <a:off x="152400" y="685800"/>
            <a:ext cx="8839200" cy="4648200"/>
          </a:xfrm>
        </p:spPr>
        <p:txBody>
          <a:bodyPr/>
          <a:lstStyle/>
          <a:p>
            <a:r>
              <a:rPr lang="en-US" altLang="zh-CN" dirty="0">
                <a:ea typeface="SimSun" panose="02010600030101010101" pitchFamily="2" charset="-122"/>
              </a:rPr>
              <a:t>Let’s add parameter: </a:t>
            </a:r>
            <a:r>
              <a:rPr lang="en-US" altLang="zh-CN" i="1" dirty="0">
                <a:ea typeface="SimSun" panose="02010600030101010101" pitchFamily="2" charset="-122"/>
              </a:rPr>
              <a:t>w</a:t>
            </a:r>
            <a:r>
              <a:rPr lang="en-US" altLang="zh-CN" dirty="0">
                <a:ea typeface="SimSun" panose="02010600030101010101" pitchFamily="2" charset="-122"/>
              </a:rPr>
              <a:t>, which will represent the maximum weight for each subset of items</a:t>
            </a:r>
          </a:p>
          <a:p>
            <a:endParaRPr lang="en-US" altLang="zh-CN" dirty="0">
              <a:solidFill>
                <a:schemeClr val="hlink"/>
              </a:solidFill>
              <a:ea typeface="SimSun" panose="02010600030101010101" pitchFamily="2" charset="-122"/>
            </a:endParaRPr>
          </a:p>
          <a:p>
            <a:r>
              <a:rPr lang="en-US" altLang="zh-CN" dirty="0">
                <a:solidFill>
                  <a:schemeClr val="hlink"/>
                </a:solidFill>
                <a:ea typeface="SimSun" panose="02010600030101010101" pitchFamily="2" charset="-122"/>
              </a:rPr>
              <a:t>The subproblem then will be to compute </a:t>
            </a:r>
            <a:r>
              <a:rPr lang="en-US" altLang="zh-CN" i="1" dirty="0">
                <a:solidFill>
                  <a:schemeClr val="hlink"/>
                </a:solidFill>
                <a:ea typeface="SimSun" panose="02010600030101010101" pitchFamily="2" charset="-122"/>
              </a:rPr>
              <a:t>V[</a:t>
            </a:r>
            <a:r>
              <a:rPr lang="en-US" altLang="zh-CN" i="1" dirty="0" err="1">
                <a:solidFill>
                  <a:schemeClr val="hlink"/>
                </a:solidFill>
                <a:ea typeface="SimSun" panose="02010600030101010101" pitchFamily="2" charset="-122"/>
              </a:rPr>
              <a:t>k,w</a:t>
            </a:r>
            <a:r>
              <a:rPr lang="en-US" altLang="zh-CN" i="1" dirty="0">
                <a:solidFill>
                  <a:schemeClr val="hlink"/>
                </a:solidFill>
                <a:ea typeface="SimSun" panose="02010600030101010101" pitchFamily="2" charset="-122"/>
              </a:rPr>
              <a:t>], i.e.,</a:t>
            </a:r>
            <a:r>
              <a:rPr lang="en-US" altLang="zh-CN" dirty="0">
                <a:solidFill>
                  <a:schemeClr val="tx2"/>
                </a:solidFill>
                <a:ea typeface="SimSun" panose="02010600030101010101" pitchFamily="2" charset="-122"/>
              </a:rPr>
              <a:t> to find an optimal solution for </a:t>
            </a:r>
            <a:r>
              <a:rPr lang="en-US" altLang="zh-CN" i="1" dirty="0" err="1">
                <a:solidFill>
                  <a:schemeClr val="tx2"/>
                </a:solidFill>
                <a:ea typeface="SimSun" panose="02010600030101010101" pitchFamily="2" charset="-122"/>
              </a:rPr>
              <a:t>S</a:t>
            </a:r>
            <a:r>
              <a:rPr lang="en-US" altLang="zh-CN" i="1" baseline="-25000" dirty="0" err="1">
                <a:solidFill>
                  <a:schemeClr val="tx2"/>
                </a:solidFill>
                <a:ea typeface="SimSun" panose="02010600030101010101" pitchFamily="2" charset="-122"/>
              </a:rPr>
              <a:t>k</a:t>
            </a:r>
            <a:r>
              <a:rPr lang="en-US" altLang="zh-CN" i="1" dirty="0">
                <a:solidFill>
                  <a:schemeClr val="tx2"/>
                </a:solidFill>
                <a:ea typeface="SimSun" panose="02010600030101010101" pitchFamily="2" charset="-122"/>
              </a:rPr>
              <a:t> = {items labeled 1, 2, .. k} in a knapsack of size w</a:t>
            </a:r>
          </a:p>
          <a:p>
            <a:endParaRPr lang="zh-CN" altLang="en-US" sz="3600" baseline="-25000" dirty="0">
              <a:solidFill>
                <a:schemeClr val="hlink"/>
              </a:solidFill>
              <a:ea typeface="SimSun" panose="02010600030101010101" pitchFamily="2" charset="-122"/>
            </a:endParaRPr>
          </a:p>
        </p:txBody>
      </p:sp>
      <p:sp>
        <p:nvSpPr>
          <p:cNvPr id="12291" name="Rectangle 4">
            <a:extLst>
              <a:ext uri="{FF2B5EF4-FFF2-40B4-BE49-F238E27FC236}">
                <a16:creationId xmlns:a16="http://schemas.microsoft.com/office/drawing/2014/main" id="{9A659DD3-CB13-45CF-85F3-18C63C8C5429}"/>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Defining a Subproblem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46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46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1" name="Rectangle 3">
            <a:extLst>
              <a:ext uri="{FF2B5EF4-FFF2-40B4-BE49-F238E27FC236}">
                <a16:creationId xmlns:a16="http://schemas.microsoft.com/office/drawing/2014/main" id="{0E94817B-9E73-4A2E-AB9F-46BAC74A259F}"/>
              </a:ext>
            </a:extLst>
          </p:cNvPr>
          <p:cNvSpPr>
            <a:spLocks noGrp="1" noChangeArrowheads="1"/>
          </p:cNvSpPr>
          <p:nvPr>
            <p:ph type="body" idx="1"/>
          </p:nvPr>
        </p:nvSpPr>
        <p:spPr>
          <a:xfrm>
            <a:off x="76200" y="697089"/>
            <a:ext cx="8915400" cy="4648200"/>
          </a:xfrm>
        </p:spPr>
        <p:txBody>
          <a:bodyPr/>
          <a:lstStyle/>
          <a:p>
            <a:r>
              <a:rPr lang="en-US" altLang="zh-CN" dirty="0">
                <a:solidFill>
                  <a:schemeClr val="hlink"/>
                </a:solidFill>
                <a:ea typeface="SimSun" panose="02010600030101010101" pitchFamily="2" charset="-122"/>
              </a:rPr>
              <a:t>The subproblem will then be to compute </a:t>
            </a:r>
            <a:r>
              <a:rPr lang="en-US" altLang="zh-CN" i="1" dirty="0">
                <a:solidFill>
                  <a:schemeClr val="hlink"/>
                </a:solidFill>
                <a:ea typeface="SimSun" panose="02010600030101010101" pitchFamily="2" charset="-122"/>
              </a:rPr>
              <a:t>V[</a:t>
            </a:r>
            <a:r>
              <a:rPr lang="en-US" altLang="zh-CN" i="1" dirty="0" err="1">
                <a:solidFill>
                  <a:schemeClr val="hlink"/>
                </a:solidFill>
                <a:ea typeface="SimSun" panose="02010600030101010101" pitchFamily="2" charset="-122"/>
              </a:rPr>
              <a:t>k,w</a:t>
            </a:r>
            <a:r>
              <a:rPr lang="en-US" altLang="zh-CN" i="1" dirty="0">
                <a:solidFill>
                  <a:schemeClr val="hlink"/>
                </a:solidFill>
                <a:ea typeface="SimSun" panose="02010600030101010101" pitchFamily="2" charset="-122"/>
              </a:rPr>
              <a:t>], i.e.,</a:t>
            </a:r>
            <a:r>
              <a:rPr lang="en-US" altLang="zh-CN" dirty="0">
                <a:solidFill>
                  <a:schemeClr val="tx2"/>
                </a:solidFill>
                <a:ea typeface="SimSun" panose="02010600030101010101" pitchFamily="2" charset="-122"/>
              </a:rPr>
              <a:t> to find an optimal solution for </a:t>
            </a:r>
            <a:r>
              <a:rPr lang="en-US" altLang="zh-CN" i="1" dirty="0" err="1">
                <a:solidFill>
                  <a:schemeClr val="tx2"/>
                </a:solidFill>
                <a:ea typeface="SimSun" panose="02010600030101010101" pitchFamily="2" charset="-122"/>
              </a:rPr>
              <a:t>S</a:t>
            </a:r>
            <a:r>
              <a:rPr lang="en-US" altLang="zh-CN" i="1" baseline="-25000" dirty="0" err="1">
                <a:solidFill>
                  <a:schemeClr val="tx2"/>
                </a:solidFill>
                <a:ea typeface="SimSun" panose="02010600030101010101" pitchFamily="2" charset="-122"/>
              </a:rPr>
              <a:t>k</a:t>
            </a:r>
            <a:r>
              <a:rPr lang="en-US" altLang="zh-CN" i="1" dirty="0">
                <a:solidFill>
                  <a:schemeClr val="tx2"/>
                </a:solidFill>
                <a:ea typeface="SimSun" panose="02010600030101010101" pitchFamily="2" charset="-122"/>
              </a:rPr>
              <a:t> = {items labeled 1, 2, .. k} in a knapsack of size w</a:t>
            </a:r>
          </a:p>
          <a:p>
            <a:endParaRPr lang="en-US" altLang="zh-CN" i="1" dirty="0">
              <a:solidFill>
                <a:schemeClr val="tx2"/>
              </a:solidFill>
              <a:ea typeface="SimSun" panose="02010600030101010101" pitchFamily="2" charset="-122"/>
            </a:endParaRPr>
          </a:p>
          <a:p>
            <a:r>
              <a:rPr lang="en-US" altLang="zh-CN" dirty="0">
                <a:ea typeface="SimSun" panose="02010600030101010101" pitchFamily="2" charset="-122"/>
              </a:rPr>
              <a:t>Assuming knowing V[</a:t>
            </a:r>
            <a:r>
              <a:rPr lang="en-US" altLang="zh-CN" dirty="0" err="1">
                <a:ea typeface="SimSun" panose="02010600030101010101" pitchFamily="2" charset="-122"/>
              </a:rPr>
              <a:t>i</a:t>
            </a:r>
            <a:r>
              <a:rPr lang="en-US" altLang="zh-CN" dirty="0">
                <a:ea typeface="SimSun" panose="02010600030101010101" pitchFamily="2" charset="-122"/>
              </a:rPr>
              <a:t>, j], where </a:t>
            </a:r>
            <a:r>
              <a:rPr lang="en-US" altLang="zh-CN" dirty="0" err="1">
                <a:ea typeface="SimSun" panose="02010600030101010101" pitchFamily="2" charset="-122"/>
              </a:rPr>
              <a:t>i</a:t>
            </a:r>
            <a:r>
              <a:rPr lang="en-US" altLang="zh-CN" dirty="0">
                <a:ea typeface="SimSun" panose="02010600030101010101" pitchFamily="2" charset="-122"/>
              </a:rPr>
              <a:t>=0,1, 2, … k-1, j=0,1,2, …w, how to derive V[</a:t>
            </a:r>
            <a:r>
              <a:rPr lang="en-US" altLang="zh-CN" dirty="0" err="1">
                <a:ea typeface="SimSun" panose="02010600030101010101" pitchFamily="2" charset="-122"/>
              </a:rPr>
              <a:t>k,w</a:t>
            </a:r>
            <a:r>
              <a:rPr lang="en-US" altLang="zh-CN" dirty="0">
                <a:ea typeface="SimSun" panose="02010600030101010101" pitchFamily="2" charset="-122"/>
              </a:rPr>
              <a:t>]?</a:t>
            </a:r>
          </a:p>
          <a:p>
            <a:endParaRPr lang="en-US" altLang="zh-CN" i="1" dirty="0">
              <a:solidFill>
                <a:schemeClr val="tx2"/>
              </a:solidFill>
              <a:ea typeface="SimSun" panose="02010600030101010101" pitchFamily="2" charset="-122"/>
            </a:endParaRPr>
          </a:p>
          <a:p>
            <a:endParaRPr lang="en-US" altLang="zh-CN" i="1" dirty="0">
              <a:solidFill>
                <a:schemeClr val="tx2"/>
              </a:solidFill>
              <a:ea typeface="SimSun" panose="02010600030101010101" pitchFamily="2" charset="-122"/>
            </a:endParaRPr>
          </a:p>
          <a:p>
            <a:endParaRPr lang="zh-CN" altLang="en-US" sz="3600" baseline="-25000" dirty="0">
              <a:solidFill>
                <a:schemeClr val="hlink"/>
              </a:solidFill>
              <a:ea typeface="SimSun" panose="02010600030101010101" pitchFamily="2" charset="-122"/>
            </a:endParaRPr>
          </a:p>
        </p:txBody>
      </p:sp>
      <p:sp>
        <p:nvSpPr>
          <p:cNvPr id="13315" name="Rectangle 4">
            <a:extLst>
              <a:ext uri="{FF2B5EF4-FFF2-40B4-BE49-F238E27FC236}">
                <a16:creationId xmlns:a16="http://schemas.microsoft.com/office/drawing/2014/main" id="{6072E830-9EFA-4C43-BC17-DEEB249EFC84}"/>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Recursive Formula for subproblems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46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46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9" name="Rectangle 3">
            <a:extLst>
              <a:ext uri="{FF2B5EF4-FFF2-40B4-BE49-F238E27FC236}">
                <a16:creationId xmlns:a16="http://schemas.microsoft.com/office/drawing/2014/main" id="{EE6B9DF7-3694-4544-99BD-BF2E24BBCDB3}"/>
              </a:ext>
            </a:extLst>
          </p:cNvPr>
          <p:cNvSpPr>
            <a:spLocks noGrp="1" noChangeArrowheads="1"/>
          </p:cNvSpPr>
          <p:nvPr>
            <p:ph type="body" idx="1"/>
          </p:nvPr>
        </p:nvSpPr>
        <p:spPr>
          <a:xfrm>
            <a:off x="152400" y="2449689"/>
            <a:ext cx="8839200" cy="2971800"/>
          </a:xfrm>
        </p:spPr>
        <p:txBody>
          <a:bodyPr/>
          <a:lstStyle/>
          <a:p>
            <a:pPr>
              <a:buFont typeface="Monotype Sorts" pitchFamily="80" charset="2"/>
              <a:buNone/>
            </a:pPr>
            <a:r>
              <a:rPr lang="zh-CN" altLang="en-US" dirty="0">
                <a:ea typeface="SimSun" panose="02010600030101010101" pitchFamily="2" charset="-122"/>
              </a:rPr>
              <a:t>	</a:t>
            </a:r>
            <a:r>
              <a:rPr lang="en-US" altLang="zh-CN" dirty="0">
                <a:ea typeface="SimSun" panose="02010600030101010101" pitchFamily="2" charset="-122"/>
              </a:rPr>
              <a:t>It means, that the best subset of </a:t>
            </a:r>
            <a:r>
              <a:rPr lang="en-US" altLang="zh-CN" i="1" dirty="0" err="1">
                <a:ea typeface="SimSun" panose="02010600030101010101" pitchFamily="2" charset="-122"/>
              </a:rPr>
              <a:t>S</a:t>
            </a:r>
            <a:r>
              <a:rPr lang="en-US" altLang="zh-CN" i="1" baseline="-25000" dirty="0" err="1">
                <a:ea typeface="SimSun" panose="02010600030101010101" pitchFamily="2" charset="-122"/>
              </a:rPr>
              <a:t>k</a:t>
            </a:r>
            <a:r>
              <a:rPr lang="en-US" altLang="zh-CN" dirty="0">
                <a:ea typeface="SimSun" panose="02010600030101010101" pitchFamily="2" charset="-122"/>
              </a:rPr>
              <a:t> that has total weight </a:t>
            </a:r>
            <a:r>
              <a:rPr lang="en-US" altLang="zh-CN" i="1" dirty="0">
                <a:ea typeface="SimSun" panose="02010600030101010101" pitchFamily="2" charset="-122"/>
              </a:rPr>
              <a:t>w</a:t>
            </a:r>
            <a:r>
              <a:rPr lang="en-US" altLang="zh-CN" dirty="0">
                <a:ea typeface="SimSun" panose="02010600030101010101" pitchFamily="2" charset="-122"/>
              </a:rPr>
              <a:t> is:</a:t>
            </a:r>
          </a:p>
          <a:p>
            <a:pPr lvl="1">
              <a:buFontTx/>
              <a:buNone/>
            </a:pPr>
            <a:r>
              <a:rPr lang="en-US" altLang="zh-CN" dirty="0">
                <a:ea typeface="SimSun" panose="02010600030101010101" pitchFamily="2" charset="-122"/>
              </a:rPr>
              <a:t>1) the best subset of </a:t>
            </a:r>
            <a:r>
              <a:rPr lang="en-US" altLang="zh-CN" i="1" dirty="0">
                <a:ea typeface="SimSun" panose="02010600030101010101" pitchFamily="2" charset="-122"/>
              </a:rPr>
              <a:t>S</a:t>
            </a:r>
            <a:r>
              <a:rPr lang="en-US" altLang="zh-CN" i="1" baseline="-25000" dirty="0">
                <a:ea typeface="SimSun" panose="02010600030101010101" pitchFamily="2" charset="-122"/>
              </a:rPr>
              <a:t>k-1</a:t>
            </a:r>
            <a:r>
              <a:rPr lang="en-US" altLang="zh-CN" dirty="0">
                <a:ea typeface="SimSun" panose="02010600030101010101" pitchFamily="2" charset="-122"/>
              </a:rPr>
              <a:t> that has total weight </a:t>
            </a:r>
            <a:r>
              <a:rPr lang="en-US" altLang="zh-CN" dirty="0">
                <a:ea typeface="SimSun" panose="02010600030101010101" pitchFamily="2" charset="-122"/>
                <a:sym typeface="Symbol" panose="05050102010706020507" pitchFamily="18" charset="2"/>
              </a:rPr>
              <a:t> </a:t>
            </a:r>
            <a:r>
              <a:rPr lang="en-US" altLang="zh-CN" i="1" dirty="0">
                <a:ea typeface="SimSun" panose="02010600030101010101" pitchFamily="2" charset="-122"/>
              </a:rPr>
              <a:t>w</a:t>
            </a:r>
            <a:r>
              <a:rPr lang="en-US" altLang="zh-CN" dirty="0">
                <a:ea typeface="SimSun" panose="02010600030101010101" pitchFamily="2" charset="-122"/>
              </a:rPr>
              <a:t>,    </a:t>
            </a:r>
            <a:r>
              <a:rPr lang="en-US" altLang="zh-CN" b="1" dirty="0">
                <a:ea typeface="SimSun" panose="02010600030101010101" pitchFamily="2" charset="-122"/>
              </a:rPr>
              <a:t>or</a:t>
            </a:r>
            <a:endParaRPr lang="en-US" altLang="zh-CN" dirty="0">
              <a:ea typeface="SimSun" panose="02010600030101010101" pitchFamily="2" charset="-122"/>
            </a:endParaRPr>
          </a:p>
          <a:p>
            <a:pPr lvl="1">
              <a:buFontTx/>
              <a:buNone/>
            </a:pPr>
            <a:r>
              <a:rPr lang="en-US" altLang="zh-CN" dirty="0">
                <a:ea typeface="SimSun" panose="02010600030101010101" pitchFamily="2" charset="-122"/>
              </a:rPr>
              <a:t>2) the best subset of </a:t>
            </a:r>
            <a:r>
              <a:rPr lang="en-US" altLang="zh-CN" i="1" dirty="0">
                <a:ea typeface="SimSun" panose="02010600030101010101" pitchFamily="2" charset="-122"/>
              </a:rPr>
              <a:t>S</a:t>
            </a:r>
            <a:r>
              <a:rPr lang="en-US" altLang="zh-CN" i="1" baseline="-25000" dirty="0">
                <a:ea typeface="SimSun" panose="02010600030101010101" pitchFamily="2" charset="-122"/>
              </a:rPr>
              <a:t>k-1</a:t>
            </a:r>
            <a:r>
              <a:rPr lang="en-US" altLang="zh-CN" dirty="0">
                <a:ea typeface="SimSun" panose="02010600030101010101" pitchFamily="2" charset="-122"/>
              </a:rPr>
              <a:t> that has total weight </a:t>
            </a:r>
            <a:r>
              <a:rPr lang="en-US" altLang="zh-CN" dirty="0">
                <a:ea typeface="SimSun" panose="02010600030101010101" pitchFamily="2" charset="-122"/>
                <a:sym typeface="Symbol" panose="05050102010706020507" pitchFamily="18" charset="2"/>
              </a:rPr>
              <a:t> </a:t>
            </a:r>
            <a:r>
              <a:rPr lang="en-US" altLang="zh-CN" i="1" dirty="0">
                <a:ea typeface="SimSun" panose="02010600030101010101" pitchFamily="2" charset="-122"/>
              </a:rPr>
              <a:t>w-</a:t>
            </a:r>
            <a:r>
              <a:rPr lang="en-US" altLang="zh-CN" i="1" dirty="0" err="1">
                <a:ea typeface="SimSun" panose="02010600030101010101" pitchFamily="2" charset="-122"/>
              </a:rPr>
              <a:t>w</a:t>
            </a:r>
            <a:r>
              <a:rPr lang="en-US" altLang="zh-CN" i="1" baseline="-25000" dirty="0" err="1">
                <a:ea typeface="SimSun" panose="02010600030101010101" pitchFamily="2" charset="-122"/>
              </a:rPr>
              <a:t>k</a:t>
            </a:r>
            <a:r>
              <a:rPr lang="en-US" altLang="zh-CN" dirty="0">
                <a:ea typeface="SimSun" panose="02010600030101010101" pitchFamily="2" charset="-122"/>
              </a:rPr>
              <a:t> plus the item </a:t>
            </a:r>
            <a:r>
              <a:rPr lang="en-US" altLang="zh-CN" i="1" dirty="0">
                <a:ea typeface="SimSun" panose="02010600030101010101" pitchFamily="2" charset="-122"/>
              </a:rPr>
              <a:t>k</a:t>
            </a:r>
            <a:endParaRPr lang="en-US" altLang="zh-CN" dirty="0">
              <a:ea typeface="SimSun" panose="02010600030101010101" pitchFamily="2" charset="-122"/>
            </a:endParaRPr>
          </a:p>
        </p:txBody>
      </p:sp>
      <p:graphicFrame>
        <p:nvGraphicFramePr>
          <p:cNvPr id="2050" name="Object 4">
            <a:extLst>
              <a:ext uri="{FF2B5EF4-FFF2-40B4-BE49-F238E27FC236}">
                <a16:creationId xmlns:a16="http://schemas.microsoft.com/office/drawing/2014/main" id="{98D69223-5912-4189-B432-BD4024DB2E10}"/>
              </a:ext>
            </a:extLst>
          </p:cNvPr>
          <p:cNvGraphicFramePr>
            <a:graphicFrameLocks noChangeAspect="1"/>
          </p:cNvGraphicFramePr>
          <p:nvPr>
            <p:extLst>
              <p:ext uri="{D42A27DB-BD31-4B8C-83A1-F6EECF244321}">
                <p14:modId xmlns:p14="http://schemas.microsoft.com/office/powerpoint/2010/main" val="3389672245"/>
              </p:ext>
            </p:extLst>
          </p:nvPr>
        </p:nvGraphicFramePr>
        <p:xfrm>
          <a:off x="587022" y="1306689"/>
          <a:ext cx="6537325" cy="830263"/>
        </p:xfrm>
        <a:graphic>
          <a:graphicData uri="http://schemas.openxmlformats.org/presentationml/2006/ole">
            <mc:AlternateContent xmlns:mc="http://schemas.openxmlformats.org/markup-compatibility/2006">
              <mc:Choice xmlns:v="urn:schemas-microsoft-com:vml" Requires="v">
                <p:oleObj spid="_x0000_s2077" name="Equation" r:id="rId4" imgW="5473700" imgH="736600" progId="Equation.3">
                  <p:embed/>
                </p:oleObj>
              </mc:Choice>
              <mc:Fallback>
                <p:oleObj name="Equation" r:id="rId4" imgW="5473700" imgH="736600" progId="Equation.3">
                  <p:embed/>
                  <p:pic>
                    <p:nvPicPr>
                      <p:cNvPr id="2050" name="Object 4">
                        <a:extLst>
                          <a:ext uri="{FF2B5EF4-FFF2-40B4-BE49-F238E27FC236}">
                            <a16:creationId xmlns:a16="http://schemas.microsoft.com/office/drawing/2014/main" id="{98D69223-5912-4189-B432-BD4024DB2E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022" y="1306689"/>
                        <a:ext cx="65373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2" name="Rectangle 5">
            <a:extLst>
              <a:ext uri="{FF2B5EF4-FFF2-40B4-BE49-F238E27FC236}">
                <a16:creationId xmlns:a16="http://schemas.microsoft.com/office/drawing/2014/main" id="{A593A614-B367-4AD2-8A08-F461C0BF8A21}"/>
              </a:ext>
            </a:extLst>
          </p:cNvPr>
          <p:cNvSpPr>
            <a:spLocks noChangeArrowheads="1"/>
          </p:cNvSpPr>
          <p:nvPr/>
        </p:nvSpPr>
        <p:spPr bwMode="auto">
          <a:xfrm>
            <a:off x="739422" y="697089"/>
            <a:ext cx="76660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dirty="0">
                <a:latin typeface="Times New Roman" panose="02020603050405020304" pitchFamily="18" charset="0"/>
                <a:ea typeface="SimSun" panose="02010600030101010101" pitchFamily="2" charset="-122"/>
              </a:rPr>
              <a:t>Recursive formula for subproblems:</a:t>
            </a:r>
          </a:p>
        </p:txBody>
      </p:sp>
      <p:sp>
        <p:nvSpPr>
          <p:cNvPr id="2053" name="Rectangle 6">
            <a:extLst>
              <a:ext uri="{FF2B5EF4-FFF2-40B4-BE49-F238E27FC236}">
                <a16:creationId xmlns:a16="http://schemas.microsoft.com/office/drawing/2014/main" id="{D6577D09-C274-4D91-8DD6-BA1074C0E057}"/>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Recursive Formula for subproblems (continued)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67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1673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167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5" name="Rectangle 3">
            <a:extLst>
              <a:ext uri="{FF2B5EF4-FFF2-40B4-BE49-F238E27FC236}">
                <a16:creationId xmlns:a16="http://schemas.microsoft.com/office/drawing/2014/main" id="{E735353A-562D-4DCC-8C15-D63D722C295C}"/>
              </a:ext>
            </a:extLst>
          </p:cNvPr>
          <p:cNvSpPr>
            <a:spLocks noGrp="1" noChangeArrowheads="1"/>
          </p:cNvSpPr>
          <p:nvPr>
            <p:ph type="body" idx="1"/>
          </p:nvPr>
        </p:nvSpPr>
        <p:spPr>
          <a:xfrm>
            <a:off x="643467" y="697089"/>
            <a:ext cx="7878762" cy="5334000"/>
          </a:xfrm>
        </p:spPr>
        <p:txBody>
          <a:bodyPr/>
          <a:lstStyle/>
          <a:p>
            <a:pPr>
              <a:buFont typeface="Monotype Sorts" pitchFamily="80" charset="2"/>
              <a:buNone/>
            </a:pPr>
            <a:r>
              <a:rPr lang="en-US" altLang="zh-CN" sz="2400" dirty="0">
                <a:ea typeface="SimSun" panose="02010600030101010101" pitchFamily="2" charset="-122"/>
              </a:rPr>
              <a:t>for w = 0 to W</a:t>
            </a:r>
          </a:p>
          <a:p>
            <a:pPr>
              <a:buFont typeface="Monotype Sorts" pitchFamily="80" charset="2"/>
              <a:buNone/>
            </a:pPr>
            <a:r>
              <a:rPr lang="en-US" altLang="zh-CN" sz="2400" dirty="0">
                <a:ea typeface="SimSun" panose="02010600030101010101" pitchFamily="2" charset="-122"/>
              </a:rPr>
              <a:t>	V[0,w] = 0</a:t>
            </a:r>
          </a:p>
          <a:p>
            <a:pPr>
              <a:buFont typeface="Monotype Sorts" pitchFamily="80" charset="2"/>
              <a:buNone/>
            </a:pPr>
            <a:r>
              <a:rPr lang="en-US" altLang="zh-CN" sz="2400" dirty="0">
                <a:ea typeface="SimSun" panose="02010600030101010101" pitchFamily="2" charset="-122"/>
              </a:rPr>
              <a:t>for </a:t>
            </a:r>
            <a:r>
              <a:rPr lang="en-US" altLang="zh-CN" sz="2400" dirty="0" err="1">
                <a:ea typeface="SimSun" panose="02010600030101010101" pitchFamily="2" charset="-122"/>
              </a:rPr>
              <a:t>i</a:t>
            </a:r>
            <a:r>
              <a:rPr lang="en-US" altLang="zh-CN" sz="2400" dirty="0">
                <a:ea typeface="SimSun" panose="02010600030101010101" pitchFamily="2" charset="-122"/>
              </a:rPr>
              <a:t> = 1 to n</a:t>
            </a:r>
          </a:p>
          <a:p>
            <a:pPr>
              <a:buFont typeface="Monotype Sorts" pitchFamily="80" charset="2"/>
              <a:buNone/>
            </a:pPr>
            <a:r>
              <a:rPr lang="en-US" altLang="zh-CN" sz="2400" dirty="0">
                <a:ea typeface="SimSun" panose="02010600030101010101" pitchFamily="2" charset="-122"/>
              </a:rPr>
              <a:t>	V[i,0] = 0</a:t>
            </a:r>
          </a:p>
          <a:p>
            <a:pPr>
              <a:buFont typeface="Monotype Sorts" pitchFamily="80" charset="2"/>
              <a:buNone/>
            </a:pPr>
            <a:r>
              <a:rPr lang="en-US" altLang="zh-CN" sz="2400" dirty="0">
                <a:ea typeface="SimSun" panose="02010600030101010101" pitchFamily="2" charset="-122"/>
              </a:rPr>
              <a:t>for </a:t>
            </a:r>
            <a:r>
              <a:rPr lang="en-US" altLang="zh-CN" sz="2400" dirty="0" err="1">
                <a:ea typeface="SimSun" panose="02010600030101010101" pitchFamily="2" charset="-122"/>
              </a:rPr>
              <a:t>i</a:t>
            </a:r>
            <a:r>
              <a:rPr lang="en-US" altLang="zh-CN" sz="2400" dirty="0">
                <a:ea typeface="SimSun" panose="02010600030101010101" pitchFamily="2" charset="-122"/>
              </a:rPr>
              <a:t> = 1 to n</a:t>
            </a:r>
          </a:p>
          <a:p>
            <a:pPr>
              <a:buFont typeface="Monotype Sorts" pitchFamily="80" charset="2"/>
              <a:buNone/>
            </a:pPr>
            <a:r>
              <a:rPr lang="en-US" altLang="zh-CN" sz="2400" dirty="0">
                <a:ea typeface="SimSun" panose="02010600030101010101" pitchFamily="2" charset="-122"/>
              </a:rPr>
              <a:t>	for w = 0 to W</a:t>
            </a:r>
          </a:p>
          <a:p>
            <a:pPr>
              <a:buFont typeface="Monotype Sorts" pitchFamily="80" charset="2"/>
              <a:buNone/>
            </a:pPr>
            <a:r>
              <a:rPr lang="en-US" altLang="zh-CN" sz="2400" dirty="0">
                <a:ea typeface="SimSun" panose="02010600030101010101" pitchFamily="2" charset="-122"/>
              </a:rPr>
              <a:t>		if </a:t>
            </a:r>
            <a:r>
              <a:rPr lang="en-US" altLang="zh-CN" sz="2400" dirty="0" err="1">
                <a:ea typeface="SimSun" panose="02010600030101010101" pitchFamily="2" charset="-122"/>
              </a:rPr>
              <a:t>w</a:t>
            </a:r>
            <a:r>
              <a:rPr lang="en-US" altLang="zh-CN" sz="2400" baseline="-25000" dirty="0" err="1">
                <a:ea typeface="SimSun" panose="02010600030101010101" pitchFamily="2" charset="-122"/>
              </a:rPr>
              <a:t>i</a:t>
            </a:r>
            <a:r>
              <a:rPr lang="en-US" altLang="zh-CN" sz="2400" dirty="0">
                <a:ea typeface="SimSun" panose="02010600030101010101" pitchFamily="2" charset="-122"/>
              </a:rPr>
              <a:t> &lt;= w </a:t>
            </a:r>
            <a:r>
              <a:rPr lang="en-US" altLang="zh-CN" sz="2400" dirty="0">
                <a:solidFill>
                  <a:srgbClr val="008000"/>
                </a:solidFill>
                <a:ea typeface="SimSun" panose="02010600030101010101" pitchFamily="2" charset="-122"/>
              </a:rPr>
              <a:t>// item </a:t>
            </a:r>
            <a:r>
              <a:rPr lang="en-US" altLang="zh-CN" sz="2400" dirty="0" err="1">
                <a:solidFill>
                  <a:srgbClr val="008000"/>
                </a:solidFill>
                <a:ea typeface="SimSun" panose="02010600030101010101" pitchFamily="2" charset="-122"/>
              </a:rPr>
              <a:t>i</a:t>
            </a:r>
            <a:r>
              <a:rPr lang="en-US" altLang="zh-CN" sz="2400" dirty="0">
                <a:solidFill>
                  <a:srgbClr val="008000"/>
                </a:solidFill>
                <a:ea typeface="SimSun" panose="02010600030101010101" pitchFamily="2" charset="-122"/>
              </a:rPr>
              <a:t> can be part of the solution</a:t>
            </a:r>
          </a:p>
          <a:p>
            <a:pPr>
              <a:buFont typeface="Monotype Sorts" pitchFamily="80" charset="2"/>
              <a:buNone/>
            </a:pPr>
            <a:r>
              <a:rPr lang="en-US" altLang="zh-CN" sz="2400" dirty="0">
                <a:ea typeface="SimSun" panose="02010600030101010101" pitchFamily="2" charset="-122"/>
              </a:rPr>
              <a:t>			if b</a:t>
            </a:r>
            <a:r>
              <a:rPr lang="en-US" altLang="zh-CN" sz="2400" baseline="-25000" dirty="0">
                <a:ea typeface="SimSun" panose="02010600030101010101" pitchFamily="2" charset="-122"/>
              </a:rPr>
              <a:t>i</a:t>
            </a:r>
            <a:r>
              <a:rPr lang="en-US" altLang="zh-CN" sz="2400" dirty="0">
                <a:ea typeface="SimSun" panose="02010600030101010101" pitchFamily="2" charset="-122"/>
              </a:rPr>
              <a:t> + V[i-1,w-w</a:t>
            </a:r>
            <a:r>
              <a:rPr lang="en-US" altLang="zh-CN" sz="2400" baseline="-25000" dirty="0">
                <a:ea typeface="SimSun" panose="02010600030101010101" pitchFamily="2" charset="-122"/>
              </a:rPr>
              <a:t>i</a:t>
            </a:r>
            <a:r>
              <a:rPr lang="en-US" altLang="zh-CN" sz="2400" dirty="0">
                <a:ea typeface="SimSun" panose="02010600030101010101" pitchFamily="2" charset="-122"/>
              </a:rPr>
              <a:t>] &gt; V[i-1,w]</a:t>
            </a:r>
          </a:p>
          <a:p>
            <a:pPr>
              <a:buFont typeface="Monotype Sorts" pitchFamily="80" charset="2"/>
              <a:buNone/>
            </a:pPr>
            <a:r>
              <a:rPr lang="en-US" altLang="zh-CN" sz="2400" dirty="0">
                <a:ea typeface="SimSun" panose="02010600030101010101" pitchFamily="2" charset="-122"/>
              </a:rPr>
              <a:t>				V[</a:t>
            </a:r>
            <a:r>
              <a:rPr lang="en-US" altLang="zh-CN" sz="2400" dirty="0" err="1">
                <a:ea typeface="SimSun" panose="02010600030101010101" pitchFamily="2" charset="-122"/>
              </a:rPr>
              <a:t>i,w</a:t>
            </a:r>
            <a:r>
              <a:rPr lang="en-US" altLang="zh-CN" sz="2400" dirty="0">
                <a:ea typeface="SimSun" panose="02010600030101010101" pitchFamily="2" charset="-122"/>
              </a:rPr>
              <a:t>] = b</a:t>
            </a:r>
            <a:r>
              <a:rPr lang="en-US" altLang="zh-CN" sz="2400" baseline="-25000" dirty="0">
                <a:ea typeface="SimSun" panose="02010600030101010101" pitchFamily="2" charset="-122"/>
              </a:rPr>
              <a:t>i</a:t>
            </a:r>
            <a:r>
              <a:rPr lang="en-US" altLang="zh-CN" sz="2400" dirty="0">
                <a:ea typeface="SimSun" panose="02010600030101010101" pitchFamily="2" charset="-122"/>
              </a:rPr>
              <a:t> + V[i-1,w- </a:t>
            </a:r>
            <a:r>
              <a:rPr lang="en-US" altLang="zh-CN" sz="2400" dirty="0" err="1">
                <a:ea typeface="SimSun" panose="02010600030101010101" pitchFamily="2" charset="-122"/>
              </a:rPr>
              <a:t>w</a:t>
            </a:r>
            <a:r>
              <a:rPr lang="en-US" altLang="zh-CN" sz="2400" baseline="-25000" dirty="0" err="1">
                <a:ea typeface="SimSun" panose="02010600030101010101" pitchFamily="2" charset="-122"/>
              </a:rPr>
              <a:t>i</a:t>
            </a:r>
            <a:r>
              <a:rPr lang="en-US" altLang="zh-CN" sz="2400" dirty="0">
                <a:ea typeface="SimSun" panose="02010600030101010101" pitchFamily="2" charset="-122"/>
              </a:rPr>
              <a:t>]</a:t>
            </a:r>
          </a:p>
          <a:p>
            <a:pPr>
              <a:buFont typeface="Monotype Sorts" pitchFamily="80" charset="2"/>
              <a:buNone/>
            </a:pPr>
            <a:r>
              <a:rPr lang="en-US" altLang="zh-CN" sz="2400" dirty="0">
                <a:ea typeface="SimSun" panose="02010600030101010101" pitchFamily="2" charset="-122"/>
              </a:rPr>
              <a:t>			else</a:t>
            </a:r>
          </a:p>
          <a:p>
            <a:pPr>
              <a:buFont typeface="Monotype Sorts" pitchFamily="80" charset="2"/>
              <a:buNone/>
            </a:pPr>
            <a:r>
              <a:rPr lang="en-US" altLang="zh-CN" sz="2400" dirty="0">
                <a:ea typeface="SimSun" panose="02010600030101010101" pitchFamily="2" charset="-122"/>
              </a:rPr>
              <a:t>				V[</a:t>
            </a:r>
            <a:r>
              <a:rPr lang="en-US" altLang="zh-CN" sz="2400" dirty="0" err="1">
                <a:ea typeface="SimSun" panose="02010600030101010101" pitchFamily="2" charset="-122"/>
              </a:rPr>
              <a:t>i,w</a:t>
            </a:r>
            <a:r>
              <a:rPr lang="en-US" altLang="zh-CN" sz="2400" dirty="0">
                <a:ea typeface="SimSun" panose="02010600030101010101" pitchFamily="2" charset="-122"/>
              </a:rPr>
              <a:t>] = V[i-1,w]</a:t>
            </a:r>
          </a:p>
          <a:p>
            <a:pPr>
              <a:buFont typeface="Monotype Sorts" pitchFamily="80" charset="2"/>
              <a:buNone/>
            </a:pPr>
            <a:r>
              <a:rPr lang="en-US" altLang="zh-CN" sz="2400" dirty="0">
                <a:ea typeface="SimSun" panose="02010600030101010101" pitchFamily="2" charset="-122"/>
              </a:rPr>
              <a:t>		else V[</a:t>
            </a:r>
            <a:r>
              <a:rPr lang="en-US" altLang="zh-CN" sz="2400" dirty="0" err="1">
                <a:ea typeface="SimSun" panose="02010600030101010101" pitchFamily="2" charset="-122"/>
              </a:rPr>
              <a:t>i,w</a:t>
            </a:r>
            <a:r>
              <a:rPr lang="en-US" altLang="zh-CN" sz="2400" dirty="0">
                <a:ea typeface="SimSun" panose="02010600030101010101" pitchFamily="2" charset="-122"/>
              </a:rPr>
              <a:t>] = V[i-1,w]  </a:t>
            </a:r>
            <a:r>
              <a:rPr lang="en-US" altLang="zh-CN" sz="2400" dirty="0">
                <a:solidFill>
                  <a:srgbClr val="008000"/>
                </a:solidFill>
                <a:ea typeface="SimSun" panose="02010600030101010101" pitchFamily="2" charset="-122"/>
              </a:rPr>
              <a:t>// </a:t>
            </a:r>
            <a:r>
              <a:rPr lang="en-US" altLang="zh-CN" sz="2400" dirty="0" err="1">
                <a:solidFill>
                  <a:srgbClr val="008000"/>
                </a:solidFill>
                <a:ea typeface="SimSun" panose="02010600030101010101" pitchFamily="2" charset="-122"/>
              </a:rPr>
              <a:t>w</a:t>
            </a:r>
            <a:r>
              <a:rPr lang="en-US" altLang="zh-CN" sz="2400" baseline="-25000" dirty="0" err="1">
                <a:solidFill>
                  <a:srgbClr val="008000"/>
                </a:solidFill>
                <a:ea typeface="SimSun" panose="02010600030101010101" pitchFamily="2" charset="-122"/>
              </a:rPr>
              <a:t>i</a:t>
            </a:r>
            <a:r>
              <a:rPr lang="en-US" altLang="zh-CN" sz="2400" dirty="0">
                <a:solidFill>
                  <a:srgbClr val="008000"/>
                </a:solidFill>
                <a:ea typeface="SimSun" panose="02010600030101010101" pitchFamily="2" charset="-122"/>
              </a:rPr>
              <a:t> &gt; w </a:t>
            </a:r>
          </a:p>
        </p:txBody>
      </p:sp>
      <p:sp>
        <p:nvSpPr>
          <p:cNvPr id="14339" name="Rectangle 4">
            <a:extLst>
              <a:ext uri="{FF2B5EF4-FFF2-40B4-BE49-F238E27FC236}">
                <a16:creationId xmlns:a16="http://schemas.microsoft.com/office/drawing/2014/main" id="{6A2955D8-B46C-440C-802F-49FCF68F1279}"/>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0-1 Knapsack Algorithm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57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57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57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571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571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1571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1571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15715">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15715">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15715">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15715">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1571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7">
            <a:extLst>
              <a:ext uri="{FF2B5EF4-FFF2-40B4-BE49-F238E27FC236}">
                <a16:creationId xmlns:a16="http://schemas.microsoft.com/office/drawing/2014/main" id="{64DC9188-5453-487B-80B7-DE300A72BCBA}"/>
              </a:ext>
            </a:extLst>
          </p:cNvPr>
          <p:cNvSpPr txBox="1">
            <a:spLocks noChangeArrowheads="1"/>
          </p:cNvSpPr>
          <p:nvPr/>
        </p:nvSpPr>
        <p:spPr bwMode="auto">
          <a:xfrm>
            <a:off x="152400" y="698480"/>
            <a:ext cx="88392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3600" b="0" dirty="0">
                <a:solidFill>
                  <a:schemeClr val="hlink"/>
                </a:solidFill>
                <a:latin typeface="Times New Roman" panose="02020603050405020304" pitchFamily="18" charset="0"/>
                <a:ea typeface="SimSun" panose="02010600030101010101" pitchFamily="2" charset="-122"/>
              </a:rPr>
              <a:t>Let’s run our algorithm on the following data:</a:t>
            </a:r>
          </a:p>
          <a:p>
            <a:endParaRPr lang="en-US" altLang="zh-CN" sz="3600" b="0" dirty="0">
              <a:solidFill>
                <a:schemeClr val="hlink"/>
              </a:solidFill>
              <a:latin typeface="Times New Roman" panose="02020603050405020304" pitchFamily="18" charset="0"/>
              <a:ea typeface="SimSun" panose="02010600030101010101" pitchFamily="2" charset="-122"/>
            </a:endParaRPr>
          </a:p>
          <a:p>
            <a:r>
              <a:rPr lang="en-US" altLang="zh-CN" sz="3600" b="0" dirty="0">
                <a:latin typeface="Times New Roman" panose="02020603050405020304" pitchFamily="18" charset="0"/>
                <a:ea typeface="SimSun" panose="02010600030101010101" pitchFamily="2" charset="-122"/>
              </a:rPr>
              <a:t>n = 4 (# of elements)</a:t>
            </a:r>
          </a:p>
          <a:p>
            <a:r>
              <a:rPr lang="en-US" altLang="zh-CN" sz="3600" b="0" dirty="0">
                <a:latin typeface="Times New Roman" panose="02020603050405020304" pitchFamily="18" charset="0"/>
                <a:ea typeface="SimSun" panose="02010600030101010101" pitchFamily="2" charset="-122"/>
              </a:rPr>
              <a:t>W = 5 (max weight)</a:t>
            </a:r>
          </a:p>
          <a:p>
            <a:r>
              <a:rPr lang="en-US" altLang="zh-CN" sz="3600" b="0" dirty="0">
                <a:latin typeface="Times New Roman" panose="02020603050405020304" pitchFamily="18" charset="0"/>
                <a:ea typeface="SimSun" panose="02010600030101010101" pitchFamily="2" charset="-122"/>
              </a:rPr>
              <a:t>Elements (weight, benefit):</a:t>
            </a:r>
          </a:p>
          <a:p>
            <a:r>
              <a:rPr lang="en-US" altLang="zh-CN" sz="3600" b="0" dirty="0">
                <a:latin typeface="Times New Roman" panose="02020603050405020304" pitchFamily="18" charset="0"/>
                <a:ea typeface="SimSun" panose="02010600030101010101" pitchFamily="2" charset="-122"/>
              </a:rPr>
              <a:t>(2,3), (3,4), (4,5), (5,6)</a:t>
            </a:r>
            <a:endParaRPr lang="en-US" altLang="zh-CN" sz="2400" b="0" dirty="0">
              <a:latin typeface="Times New Roman" panose="02020603050405020304" pitchFamily="18" charset="0"/>
              <a:ea typeface="SimSun" panose="02010600030101010101" pitchFamily="2" charset="-122"/>
            </a:endParaRPr>
          </a:p>
        </p:txBody>
      </p:sp>
      <p:sp>
        <p:nvSpPr>
          <p:cNvPr id="16387" name="Rectangle 28">
            <a:extLst>
              <a:ext uri="{FF2B5EF4-FFF2-40B4-BE49-F238E27FC236}">
                <a16:creationId xmlns:a16="http://schemas.microsoft.com/office/drawing/2014/main" id="{E3C29A28-3CFB-4792-A5F5-1527060D0236}"/>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Line 121">
            <a:extLst>
              <a:ext uri="{FF2B5EF4-FFF2-40B4-BE49-F238E27FC236}">
                <a16:creationId xmlns:a16="http://schemas.microsoft.com/office/drawing/2014/main" id="{E6D90FCB-2498-4565-A63E-3DDAD98F4AEA}"/>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7411" name="Text Box 138">
            <a:extLst>
              <a:ext uri="{FF2B5EF4-FFF2-40B4-BE49-F238E27FC236}">
                <a16:creationId xmlns:a16="http://schemas.microsoft.com/office/drawing/2014/main" id="{E3074127-4D8D-4BCF-8D7F-F900752D8E67}"/>
              </a:ext>
            </a:extLst>
          </p:cNvPr>
          <p:cNvSpPr txBox="1">
            <a:spLocks noChangeArrowheads="1"/>
          </p:cNvSpPr>
          <p:nvPr/>
        </p:nvSpPr>
        <p:spPr bwMode="auto">
          <a:xfrm>
            <a:off x="1752600" y="4724400"/>
            <a:ext cx="3429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for w = 0 to W</a:t>
            </a:r>
          </a:p>
          <a:p>
            <a:r>
              <a:rPr lang="en-US" altLang="zh-CN" sz="2800" b="0">
                <a:latin typeface="Times New Roman" panose="02020603050405020304" pitchFamily="18" charset="0"/>
                <a:ea typeface="SimSun" panose="02010600030101010101" pitchFamily="2" charset="-122"/>
              </a:rPr>
              <a:t>	V[0,w] = 0</a:t>
            </a:r>
          </a:p>
        </p:txBody>
      </p:sp>
      <p:sp>
        <p:nvSpPr>
          <p:cNvPr id="17412" name="Line 151">
            <a:extLst>
              <a:ext uri="{FF2B5EF4-FFF2-40B4-BE49-F238E27FC236}">
                <a16:creationId xmlns:a16="http://schemas.microsoft.com/office/drawing/2014/main" id="{05867180-4B2F-4A4F-9AA9-F7EC24FEA9E6}"/>
              </a:ext>
            </a:extLst>
          </p:cNvPr>
          <p:cNvSpPr>
            <a:spLocks noChangeShapeType="1"/>
          </p:cNvSpPr>
          <p:nvPr/>
        </p:nvSpPr>
        <p:spPr bwMode="auto">
          <a:xfrm>
            <a:off x="15240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3" name="Line 152">
            <a:extLst>
              <a:ext uri="{FF2B5EF4-FFF2-40B4-BE49-F238E27FC236}">
                <a16:creationId xmlns:a16="http://schemas.microsoft.com/office/drawing/2014/main" id="{184339DC-92C7-4483-8B5D-86AD2C8CCA6E}"/>
              </a:ext>
            </a:extLst>
          </p:cNvPr>
          <p:cNvSpPr>
            <a:spLocks noChangeShapeType="1"/>
          </p:cNvSpPr>
          <p:nvPr/>
        </p:nvSpPr>
        <p:spPr bwMode="auto">
          <a:xfrm>
            <a:off x="1524000" y="2133600"/>
            <a:ext cx="495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4" name="Line 160">
            <a:extLst>
              <a:ext uri="{FF2B5EF4-FFF2-40B4-BE49-F238E27FC236}">
                <a16:creationId xmlns:a16="http://schemas.microsoft.com/office/drawing/2014/main" id="{739BB8B1-D9EF-43DC-9CC5-7D2CDF4A3365}"/>
              </a:ext>
            </a:extLst>
          </p:cNvPr>
          <p:cNvSpPr>
            <a:spLocks noChangeShapeType="1"/>
          </p:cNvSpPr>
          <p:nvPr/>
        </p:nvSpPr>
        <p:spPr bwMode="auto">
          <a:xfrm>
            <a:off x="22860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5" name="Line 161">
            <a:extLst>
              <a:ext uri="{FF2B5EF4-FFF2-40B4-BE49-F238E27FC236}">
                <a16:creationId xmlns:a16="http://schemas.microsoft.com/office/drawing/2014/main" id="{94975938-6253-4940-AFBF-F996C6F123BA}"/>
              </a:ext>
            </a:extLst>
          </p:cNvPr>
          <p:cNvSpPr>
            <a:spLocks noChangeShapeType="1"/>
          </p:cNvSpPr>
          <p:nvPr/>
        </p:nvSpPr>
        <p:spPr bwMode="auto">
          <a:xfrm>
            <a:off x="31242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6" name="Line 162">
            <a:extLst>
              <a:ext uri="{FF2B5EF4-FFF2-40B4-BE49-F238E27FC236}">
                <a16:creationId xmlns:a16="http://schemas.microsoft.com/office/drawing/2014/main" id="{246EC70B-2BF8-4A1A-8A3C-5EEE72039FE2}"/>
              </a:ext>
            </a:extLst>
          </p:cNvPr>
          <p:cNvSpPr>
            <a:spLocks noChangeShapeType="1"/>
          </p:cNvSpPr>
          <p:nvPr/>
        </p:nvSpPr>
        <p:spPr bwMode="auto">
          <a:xfrm>
            <a:off x="39624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7" name="Line 163">
            <a:extLst>
              <a:ext uri="{FF2B5EF4-FFF2-40B4-BE49-F238E27FC236}">
                <a16:creationId xmlns:a16="http://schemas.microsoft.com/office/drawing/2014/main" id="{5AB3FA43-F630-4D5E-AEED-E68A87502D39}"/>
              </a:ext>
            </a:extLst>
          </p:cNvPr>
          <p:cNvSpPr>
            <a:spLocks noChangeShapeType="1"/>
          </p:cNvSpPr>
          <p:nvPr/>
        </p:nvSpPr>
        <p:spPr bwMode="auto">
          <a:xfrm>
            <a:off x="48006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8" name="Line 164">
            <a:extLst>
              <a:ext uri="{FF2B5EF4-FFF2-40B4-BE49-F238E27FC236}">
                <a16:creationId xmlns:a16="http://schemas.microsoft.com/office/drawing/2014/main" id="{4F72518A-A14C-4D58-B74C-D95646C38FBD}"/>
              </a:ext>
            </a:extLst>
          </p:cNvPr>
          <p:cNvSpPr>
            <a:spLocks noChangeShapeType="1"/>
          </p:cNvSpPr>
          <p:nvPr/>
        </p:nvSpPr>
        <p:spPr bwMode="auto">
          <a:xfrm>
            <a:off x="56388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97" name="Text Box 165">
            <a:extLst>
              <a:ext uri="{FF2B5EF4-FFF2-40B4-BE49-F238E27FC236}">
                <a16:creationId xmlns:a16="http://schemas.microsoft.com/office/drawing/2014/main" id="{DC57373E-C6BB-41F8-A9F4-09EA969A47EF}"/>
              </a:ext>
            </a:extLst>
          </p:cNvPr>
          <p:cNvSpPr txBox="1">
            <a:spLocks noChangeArrowheads="1"/>
          </p:cNvSpPr>
          <p:nvPr/>
        </p:nvSpPr>
        <p:spPr bwMode="auto">
          <a:xfrm>
            <a:off x="175260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20998" name="Text Box 166">
            <a:extLst>
              <a:ext uri="{FF2B5EF4-FFF2-40B4-BE49-F238E27FC236}">
                <a16:creationId xmlns:a16="http://schemas.microsoft.com/office/drawing/2014/main" id="{DFC87339-F6C7-414E-8FFE-1551DD41AC3A}"/>
              </a:ext>
            </a:extLst>
          </p:cNvPr>
          <p:cNvSpPr txBox="1">
            <a:spLocks noChangeArrowheads="1"/>
          </p:cNvSpPr>
          <p:nvPr/>
        </p:nvSpPr>
        <p:spPr bwMode="auto">
          <a:xfrm>
            <a:off x="251460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20999" name="Text Box 167">
            <a:extLst>
              <a:ext uri="{FF2B5EF4-FFF2-40B4-BE49-F238E27FC236}">
                <a16:creationId xmlns:a16="http://schemas.microsoft.com/office/drawing/2014/main" id="{20E7E74B-C197-4CA5-99BC-B99762651430}"/>
              </a:ext>
            </a:extLst>
          </p:cNvPr>
          <p:cNvSpPr txBox="1">
            <a:spLocks noChangeArrowheads="1"/>
          </p:cNvSpPr>
          <p:nvPr/>
        </p:nvSpPr>
        <p:spPr bwMode="auto">
          <a:xfrm>
            <a:off x="335280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21000" name="Text Box 168">
            <a:extLst>
              <a:ext uri="{FF2B5EF4-FFF2-40B4-BE49-F238E27FC236}">
                <a16:creationId xmlns:a16="http://schemas.microsoft.com/office/drawing/2014/main" id="{B236A0E0-3E42-4218-BC53-C471A765897B}"/>
              </a:ext>
            </a:extLst>
          </p:cNvPr>
          <p:cNvSpPr txBox="1">
            <a:spLocks noChangeArrowheads="1"/>
          </p:cNvSpPr>
          <p:nvPr/>
        </p:nvSpPr>
        <p:spPr bwMode="auto">
          <a:xfrm>
            <a:off x="419100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21002" name="Text Box 170">
            <a:extLst>
              <a:ext uri="{FF2B5EF4-FFF2-40B4-BE49-F238E27FC236}">
                <a16:creationId xmlns:a16="http://schemas.microsoft.com/office/drawing/2014/main" id="{DED6AECA-ED81-475E-9B35-5CC19421CFA9}"/>
              </a:ext>
            </a:extLst>
          </p:cNvPr>
          <p:cNvSpPr txBox="1">
            <a:spLocks noChangeArrowheads="1"/>
          </p:cNvSpPr>
          <p:nvPr/>
        </p:nvSpPr>
        <p:spPr bwMode="auto">
          <a:xfrm>
            <a:off x="586740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21003" name="Text Box 171">
            <a:extLst>
              <a:ext uri="{FF2B5EF4-FFF2-40B4-BE49-F238E27FC236}">
                <a16:creationId xmlns:a16="http://schemas.microsoft.com/office/drawing/2014/main" id="{8F277A85-C142-4955-999D-E18889BB811A}"/>
              </a:ext>
            </a:extLst>
          </p:cNvPr>
          <p:cNvSpPr txBox="1">
            <a:spLocks noChangeArrowheads="1"/>
          </p:cNvSpPr>
          <p:nvPr/>
        </p:nvSpPr>
        <p:spPr bwMode="auto">
          <a:xfrm>
            <a:off x="502920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7425" name="Line 192">
            <a:extLst>
              <a:ext uri="{FF2B5EF4-FFF2-40B4-BE49-F238E27FC236}">
                <a16:creationId xmlns:a16="http://schemas.microsoft.com/office/drawing/2014/main" id="{CFC1072F-4881-4146-8E44-5C22C048D13A}"/>
              </a:ext>
            </a:extLst>
          </p:cNvPr>
          <p:cNvSpPr>
            <a:spLocks noChangeShapeType="1"/>
          </p:cNvSpPr>
          <p:nvPr/>
        </p:nvSpPr>
        <p:spPr bwMode="auto">
          <a:xfrm>
            <a:off x="64770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6" name="Line 193">
            <a:extLst>
              <a:ext uri="{FF2B5EF4-FFF2-40B4-BE49-F238E27FC236}">
                <a16:creationId xmlns:a16="http://schemas.microsoft.com/office/drawing/2014/main" id="{F7729923-A8EE-46FB-A47C-BBE57FDB0B81}"/>
              </a:ext>
            </a:extLst>
          </p:cNvPr>
          <p:cNvSpPr>
            <a:spLocks noChangeShapeType="1"/>
          </p:cNvSpPr>
          <p:nvPr/>
        </p:nvSpPr>
        <p:spPr bwMode="auto">
          <a:xfrm>
            <a:off x="1524000" y="2590800"/>
            <a:ext cx="495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7" name="Line 194">
            <a:extLst>
              <a:ext uri="{FF2B5EF4-FFF2-40B4-BE49-F238E27FC236}">
                <a16:creationId xmlns:a16="http://schemas.microsoft.com/office/drawing/2014/main" id="{683784AD-DD65-4AD2-B849-59CB94A835A0}"/>
              </a:ext>
            </a:extLst>
          </p:cNvPr>
          <p:cNvSpPr>
            <a:spLocks noChangeShapeType="1"/>
          </p:cNvSpPr>
          <p:nvPr/>
        </p:nvSpPr>
        <p:spPr bwMode="auto">
          <a:xfrm>
            <a:off x="1524000" y="3048000"/>
            <a:ext cx="495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8" name="Line 195">
            <a:extLst>
              <a:ext uri="{FF2B5EF4-FFF2-40B4-BE49-F238E27FC236}">
                <a16:creationId xmlns:a16="http://schemas.microsoft.com/office/drawing/2014/main" id="{842C853F-41FF-446A-9B70-D61A6648E5BB}"/>
              </a:ext>
            </a:extLst>
          </p:cNvPr>
          <p:cNvSpPr>
            <a:spLocks noChangeShapeType="1"/>
          </p:cNvSpPr>
          <p:nvPr/>
        </p:nvSpPr>
        <p:spPr bwMode="auto">
          <a:xfrm>
            <a:off x="1524000" y="3505200"/>
            <a:ext cx="495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9" name="Line 196">
            <a:extLst>
              <a:ext uri="{FF2B5EF4-FFF2-40B4-BE49-F238E27FC236}">
                <a16:creationId xmlns:a16="http://schemas.microsoft.com/office/drawing/2014/main" id="{FC3BAB7F-944E-4DC6-81D5-4EEBF3D7D2AB}"/>
              </a:ext>
            </a:extLst>
          </p:cNvPr>
          <p:cNvSpPr>
            <a:spLocks noChangeShapeType="1"/>
          </p:cNvSpPr>
          <p:nvPr/>
        </p:nvSpPr>
        <p:spPr bwMode="auto">
          <a:xfrm>
            <a:off x="1524000" y="3962400"/>
            <a:ext cx="495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0" name="Line 197">
            <a:extLst>
              <a:ext uri="{FF2B5EF4-FFF2-40B4-BE49-F238E27FC236}">
                <a16:creationId xmlns:a16="http://schemas.microsoft.com/office/drawing/2014/main" id="{10C3E2FB-DB45-4064-9108-67974D367869}"/>
              </a:ext>
            </a:extLst>
          </p:cNvPr>
          <p:cNvSpPr>
            <a:spLocks noChangeShapeType="1"/>
          </p:cNvSpPr>
          <p:nvPr/>
        </p:nvSpPr>
        <p:spPr bwMode="auto">
          <a:xfrm>
            <a:off x="1524000" y="4419600"/>
            <a:ext cx="495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1" name="Text Box 200">
            <a:extLst>
              <a:ext uri="{FF2B5EF4-FFF2-40B4-BE49-F238E27FC236}">
                <a16:creationId xmlns:a16="http://schemas.microsoft.com/office/drawing/2014/main" id="{DDCBCC89-4815-4EC8-93C6-976EE999B590}"/>
              </a:ext>
            </a:extLst>
          </p:cNvPr>
          <p:cNvSpPr txBox="1">
            <a:spLocks noChangeArrowheads="1"/>
          </p:cNvSpPr>
          <p:nvPr/>
        </p:nvSpPr>
        <p:spPr bwMode="auto">
          <a:xfrm>
            <a:off x="103505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7432" name="Text Box 201">
            <a:extLst>
              <a:ext uri="{FF2B5EF4-FFF2-40B4-BE49-F238E27FC236}">
                <a16:creationId xmlns:a16="http://schemas.microsoft.com/office/drawing/2014/main" id="{B48C7B50-C05E-417B-812F-DEDE7F462B7B}"/>
              </a:ext>
            </a:extLst>
          </p:cNvPr>
          <p:cNvSpPr txBox="1">
            <a:spLocks noChangeArrowheads="1"/>
          </p:cNvSpPr>
          <p:nvPr/>
        </p:nvSpPr>
        <p:spPr bwMode="auto">
          <a:xfrm>
            <a:off x="103505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17433" name="Text Box 202">
            <a:extLst>
              <a:ext uri="{FF2B5EF4-FFF2-40B4-BE49-F238E27FC236}">
                <a16:creationId xmlns:a16="http://schemas.microsoft.com/office/drawing/2014/main" id="{4D3F8A9C-F8F2-4F29-B661-02F350C3720A}"/>
              </a:ext>
            </a:extLst>
          </p:cNvPr>
          <p:cNvSpPr txBox="1">
            <a:spLocks noChangeArrowheads="1"/>
          </p:cNvSpPr>
          <p:nvPr/>
        </p:nvSpPr>
        <p:spPr bwMode="auto">
          <a:xfrm>
            <a:off x="103505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17434" name="Text Box 203">
            <a:extLst>
              <a:ext uri="{FF2B5EF4-FFF2-40B4-BE49-F238E27FC236}">
                <a16:creationId xmlns:a16="http://schemas.microsoft.com/office/drawing/2014/main" id="{E8466A71-A60D-4844-9ECF-89EEA55B7A1E}"/>
              </a:ext>
            </a:extLst>
          </p:cNvPr>
          <p:cNvSpPr txBox="1">
            <a:spLocks noChangeArrowheads="1"/>
          </p:cNvSpPr>
          <p:nvPr/>
        </p:nvSpPr>
        <p:spPr bwMode="auto">
          <a:xfrm>
            <a:off x="103505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17435" name="Text Box 204">
            <a:extLst>
              <a:ext uri="{FF2B5EF4-FFF2-40B4-BE49-F238E27FC236}">
                <a16:creationId xmlns:a16="http://schemas.microsoft.com/office/drawing/2014/main" id="{5D85BAA7-E8CB-4826-9196-860124028A6A}"/>
              </a:ext>
            </a:extLst>
          </p:cNvPr>
          <p:cNvSpPr txBox="1">
            <a:spLocks noChangeArrowheads="1"/>
          </p:cNvSpPr>
          <p:nvPr/>
        </p:nvSpPr>
        <p:spPr bwMode="auto">
          <a:xfrm>
            <a:off x="5029200" y="1752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17436" name="Text Box 205">
            <a:extLst>
              <a:ext uri="{FF2B5EF4-FFF2-40B4-BE49-F238E27FC236}">
                <a16:creationId xmlns:a16="http://schemas.microsoft.com/office/drawing/2014/main" id="{D8B598B4-8442-48E8-8B0D-02E4E5AF550E}"/>
              </a:ext>
            </a:extLst>
          </p:cNvPr>
          <p:cNvSpPr txBox="1">
            <a:spLocks noChangeArrowheads="1"/>
          </p:cNvSpPr>
          <p:nvPr/>
        </p:nvSpPr>
        <p:spPr bwMode="auto">
          <a:xfrm>
            <a:off x="5867400" y="1752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17437" name="Text Box 206">
            <a:extLst>
              <a:ext uri="{FF2B5EF4-FFF2-40B4-BE49-F238E27FC236}">
                <a16:creationId xmlns:a16="http://schemas.microsoft.com/office/drawing/2014/main" id="{8FC3E05F-289D-42DC-B744-966FC5273514}"/>
              </a:ext>
            </a:extLst>
          </p:cNvPr>
          <p:cNvSpPr txBox="1">
            <a:spLocks noChangeArrowheads="1"/>
          </p:cNvSpPr>
          <p:nvPr/>
        </p:nvSpPr>
        <p:spPr bwMode="auto">
          <a:xfrm>
            <a:off x="1752600" y="1752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7438" name="Text Box 207">
            <a:extLst>
              <a:ext uri="{FF2B5EF4-FFF2-40B4-BE49-F238E27FC236}">
                <a16:creationId xmlns:a16="http://schemas.microsoft.com/office/drawing/2014/main" id="{7B629A0F-D63F-45CB-AAA1-F9FAFE6A8471}"/>
              </a:ext>
            </a:extLst>
          </p:cNvPr>
          <p:cNvSpPr txBox="1">
            <a:spLocks noChangeArrowheads="1"/>
          </p:cNvSpPr>
          <p:nvPr/>
        </p:nvSpPr>
        <p:spPr bwMode="auto">
          <a:xfrm>
            <a:off x="2514600" y="1752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17439" name="Text Box 208">
            <a:extLst>
              <a:ext uri="{FF2B5EF4-FFF2-40B4-BE49-F238E27FC236}">
                <a16:creationId xmlns:a16="http://schemas.microsoft.com/office/drawing/2014/main" id="{30A06877-6215-46C7-ACDF-F0A52C05D15C}"/>
              </a:ext>
            </a:extLst>
          </p:cNvPr>
          <p:cNvSpPr txBox="1">
            <a:spLocks noChangeArrowheads="1"/>
          </p:cNvSpPr>
          <p:nvPr/>
        </p:nvSpPr>
        <p:spPr bwMode="auto">
          <a:xfrm>
            <a:off x="3352800" y="1752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17440" name="Text Box 209">
            <a:extLst>
              <a:ext uri="{FF2B5EF4-FFF2-40B4-BE49-F238E27FC236}">
                <a16:creationId xmlns:a16="http://schemas.microsoft.com/office/drawing/2014/main" id="{0CB05E9E-F751-413D-B0A6-D8A404DEF3A8}"/>
              </a:ext>
            </a:extLst>
          </p:cNvPr>
          <p:cNvSpPr txBox="1">
            <a:spLocks noChangeArrowheads="1"/>
          </p:cNvSpPr>
          <p:nvPr/>
        </p:nvSpPr>
        <p:spPr bwMode="auto">
          <a:xfrm>
            <a:off x="4191000" y="1752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17441" name="Text Box 210">
            <a:extLst>
              <a:ext uri="{FF2B5EF4-FFF2-40B4-BE49-F238E27FC236}">
                <a16:creationId xmlns:a16="http://schemas.microsoft.com/office/drawing/2014/main" id="{B61F13C3-A4A0-4698-A30E-3D353FD7D8C1}"/>
              </a:ext>
            </a:extLst>
          </p:cNvPr>
          <p:cNvSpPr txBox="1">
            <a:spLocks noChangeArrowheads="1"/>
          </p:cNvSpPr>
          <p:nvPr/>
        </p:nvSpPr>
        <p:spPr bwMode="auto">
          <a:xfrm>
            <a:off x="103505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17442" name="Text Box 211">
            <a:extLst>
              <a:ext uri="{FF2B5EF4-FFF2-40B4-BE49-F238E27FC236}">
                <a16:creationId xmlns:a16="http://schemas.microsoft.com/office/drawing/2014/main" id="{93B6F622-DE73-4321-95FD-B039814EA7E3}"/>
              </a:ext>
            </a:extLst>
          </p:cNvPr>
          <p:cNvSpPr txBox="1">
            <a:spLocks noChangeArrowheads="1"/>
          </p:cNvSpPr>
          <p:nvPr/>
        </p:nvSpPr>
        <p:spPr bwMode="auto">
          <a:xfrm>
            <a:off x="1050925" y="16764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sp>
        <p:nvSpPr>
          <p:cNvPr id="17443" name="Rectangle 212">
            <a:extLst>
              <a:ext uri="{FF2B5EF4-FFF2-40B4-BE49-F238E27FC236}">
                <a16:creationId xmlns:a16="http://schemas.microsoft.com/office/drawing/2014/main" id="{056A81E8-6C42-4FF7-9964-0195CF16997B}"/>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09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099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099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100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100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210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997" grpId="0" autoUpdateAnimBg="0"/>
      <p:bldP spid="120998" grpId="0" autoUpdateAnimBg="0"/>
      <p:bldP spid="120999" grpId="0" autoUpdateAnimBg="0"/>
      <p:bldP spid="121000" grpId="0" autoUpdateAnimBg="0"/>
      <p:bldP spid="121002" grpId="0" autoUpdateAnimBg="0"/>
      <p:bldP spid="121003"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Line 3">
            <a:extLst>
              <a:ext uri="{FF2B5EF4-FFF2-40B4-BE49-F238E27FC236}">
                <a16:creationId xmlns:a16="http://schemas.microsoft.com/office/drawing/2014/main" id="{71107C79-6CAA-476E-93A7-7AC168A23CAF}"/>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8435" name="Text Box 4">
            <a:extLst>
              <a:ext uri="{FF2B5EF4-FFF2-40B4-BE49-F238E27FC236}">
                <a16:creationId xmlns:a16="http://schemas.microsoft.com/office/drawing/2014/main" id="{69E3FD5F-C18A-41DF-8A8A-889B0A434E61}"/>
              </a:ext>
            </a:extLst>
          </p:cNvPr>
          <p:cNvSpPr txBox="1">
            <a:spLocks noChangeArrowheads="1"/>
          </p:cNvSpPr>
          <p:nvPr/>
        </p:nvSpPr>
        <p:spPr bwMode="auto">
          <a:xfrm>
            <a:off x="1752600" y="4724400"/>
            <a:ext cx="3429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for i = 1 to n</a:t>
            </a:r>
          </a:p>
          <a:p>
            <a:r>
              <a:rPr lang="en-US" altLang="zh-CN" sz="2800" b="0">
                <a:latin typeface="Times New Roman" panose="02020603050405020304" pitchFamily="18" charset="0"/>
                <a:ea typeface="SimSun" panose="02010600030101010101" pitchFamily="2" charset="-122"/>
              </a:rPr>
              <a:t>	V[i,0] = 0</a:t>
            </a:r>
          </a:p>
        </p:txBody>
      </p:sp>
      <p:sp>
        <p:nvSpPr>
          <p:cNvPr id="137252" name="Text Box 36">
            <a:extLst>
              <a:ext uri="{FF2B5EF4-FFF2-40B4-BE49-F238E27FC236}">
                <a16:creationId xmlns:a16="http://schemas.microsoft.com/office/drawing/2014/main" id="{6244B41B-C035-4223-81A6-54B2521868F9}"/>
              </a:ext>
            </a:extLst>
          </p:cNvPr>
          <p:cNvSpPr txBox="1">
            <a:spLocks noChangeArrowheads="1"/>
          </p:cNvSpPr>
          <p:nvPr/>
        </p:nvSpPr>
        <p:spPr bwMode="auto">
          <a:xfrm>
            <a:off x="17526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37253" name="Text Box 37">
            <a:extLst>
              <a:ext uri="{FF2B5EF4-FFF2-40B4-BE49-F238E27FC236}">
                <a16:creationId xmlns:a16="http://schemas.microsoft.com/office/drawing/2014/main" id="{F6839B94-3B5E-4178-8EA5-CB0D8B4B9ABC}"/>
              </a:ext>
            </a:extLst>
          </p:cNvPr>
          <p:cNvSpPr txBox="1">
            <a:spLocks noChangeArrowheads="1"/>
          </p:cNvSpPr>
          <p:nvPr/>
        </p:nvSpPr>
        <p:spPr bwMode="auto">
          <a:xfrm>
            <a:off x="1752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37254" name="Text Box 38">
            <a:extLst>
              <a:ext uri="{FF2B5EF4-FFF2-40B4-BE49-F238E27FC236}">
                <a16:creationId xmlns:a16="http://schemas.microsoft.com/office/drawing/2014/main" id="{4CBD2522-65C5-43AE-976A-B5B2D17B0018}"/>
              </a:ext>
            </a:extLst>
          </p:cNvPr>
          <p:cNvSpPr txBox="1">
            <a:spLocks noChangeArrowheads="1"/>
          </p:cNvSpPr>
          <p:nvPr/>
        </p:nvSpPr>
        <p:spPr bwMode="auto">
          <a:xfrm>
            <a:off x="17526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37255" name="Text Box 39">
            <a:extLst>
              <a:ext uri="{FF2B5EF4-FFF2-40B4-BE49-F238E27FC236}">
                <a16:creationId xmlns:a16="http://schemas.microsoft.com/office/drawing/2014/main" id="{3F0D4BE1-593C-49CA-8A3B-5D2C29395F09}"/>
              </a:ext>
            </a:extLst>
          </p:cNvPr>
          <p:cNvSpPr txBox="1">
            <a:spLocks noChangeArrowheads="1"/>
          </p:cNvSpPr>
          <p:nvPr/>
        </p:nvSpPr>
        <p:spPr bwMode="auto">
          <a:xfrm>
            <a:off x="17526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18440" name="Group 72">
            <a:extLst>
              <a:ext uri="{FF2B5EF4-FFF2-40B4-BE49-F238E27FC236}">
                <a16:creationId xmlns:a16="http://schemas.microsoft.com/office/drawing/2014/main" id="{4A93D5AA-076F-44AE-B8A8-508541352EE6}"/>
              </a:ext>
            </a:extLst>
          </p:cNvPr>
          <p:cNvGrpSpPr>
            <a:grpSpLocks/>
          </p:cNvGrpSpPr>
          <p:nvPr/>
        </p:nvGrpSpPr>
        <p:grpSpPr bwMode="auto">
          <a:xfrm>
            <a:off x="1035050" y="1676400"/>
            <a:ext cx="5441950" cy="2743200"/>
            <a:chOff x="652" y="768"/>
            <a:chExt cx="3428" cy="1728"/>
          </a:xfrm>
        </p:grpSpPr>
        <p:sp>
          <p:nvSpPr>
            <p:cNvPr id="18442" name="Line 41">
              <a:extLst>
                <a:ext uri="{FF2B5EF4-FFF2-40B4-BE49-F238E27FC236}">
                  <a16:creationId xmlns:a16="http://schemas.microsoft.com/office/drawing/2014/main" id="{AD1DEADE-4B4A-4B33-98AB-A143F594AFF4}"/>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3" name="Line 42">
              <a:extLst>
                <a:ext uri="{FF2B5EF4-FFF2-40B4-BE49-F238E27FC236}">
                  <a16:creationId xmlns:a16="http://schemas.microsoft.com/office/drawing/2014/main" id="{663C416C-0580-48DC-B0AD-DA82CAD4443B}"/>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4" name="Line 43">
              <a:extLst>
                <a:ext uri="{FF2B5EF4-FFF2-40B4-BE49-F238E27FC236}">
                  <a16:creationId xmlns:a16="http://schemas.microsoft.com/office/drawing/2014/main" id="{9A394B15-1BEA-4E17-A441-F46B6E5C5EE2}"/>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5" name="Line 44">
              <a:extLst>
                <a:ext uri="{FF2B5EF4-FFF2-40B4-BE49-F238E27FC236}">
                  <a16:creationId xmlns:a16="http://schemas.microsoft.com/office/drawing/2014/main" id="{D3B501F5-B051-45E7-B591-D3F0D46F2A9F}"/>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6" name="Line 45">
              <a:extLst>
                <a:ext uri="{FF2B5EF4-FFF2-40B4-BE49-F238E27FC236}">
                  <a16:creationId xmlns:a16="http://schemas.microsoft.com/office/drawing/2014/main" id="{68A5F35E-A6D7-46D9-9F7C-A422FB065BD8}"/>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7" name="Line 46">
              <a:extLst>
                <a:ext uri="{FF2B5EF4-FFF2-40B4-BE49-F238E27FC236}">
                  <a16:creationId xmlns:a16="http://schemas.microsoft.com/office/drawing/2014/main" id="{56B661FC-1900-44A7-B8C1-CFDAE8FADA9A}"/>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8" name="Line 47">
              <a:extLst>
                <a:ext uri="{FF2B5EF4-FFF2-40B4-BE49-F238E27FC236}">
                  <a16:creationId xmlns:a16="http://schemas.microsoft.com/office/drawing/2014/main" id="{7542C2F6-2194-45CC-A385-25D7F9EDF816}"/>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9" name="Text Box 48">
              <a:extLst>
                <a:ext uri="{FF2B5EF4-FFF2-40B4-BE49-F238E27FC236}">
                  <a16:creationId xmlns:a16="http://schemas.microsoft.com/office/drawing/2014/main" id="{2C32076E-8E00-4AA8-BB43-1709C0FF5642}"/>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8450" name="Text Box 49">
              <a:extLst>
                <a:ext uri="{FF2B5EF4-FFF2-40B4-BE49-F238E27FC236}">
                  <a16:creationId xmlns:a16="http://schemas.microsoft.com/office/drawing/2014/main" id="{E974250E-6DC6-4082-A122-CFAB7221AA67}"/>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8451" name="Text Box 50">
              <a:extLst>
                <a:ext uri="{FF2B5EF4-FFF2-40B4-BE49-F238E27FC236}">
                  <a16:creationId xmlns:a16="http://schemas.microsoft.com/office/drawing/2014/main" id="{A8F2628C-2E8D-4CA3-8A10-D62DE8CBE65A}"/>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8452" name="Text Box 51">
              <a:extLst>
                <a:ext uri="{FF2B5EF4-FFF2-40B4-BE49-F238E27FC236}">
                  <a16:creationId xmlns:a16="http://schemas.microsoft.com/office/drawing/2014/main" id="{4AA1A57F-D79B-4F01-9261-D9F363EB4E48}"/>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8453" name="Text Box 52">
              <a:extLst>
                <a:ext uri="{FF2B5EF4-FFF2-40B4-BE49-F238E27FC236}">
                  <a16:creationId xmlns:a16="http://schemas.microsoft.com/office/drawing/2014/main" id="{D8CCEBEA-C509-4D7E-92B0-4483A93209A6}"/>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8454" name="Text Box 53">
              <a:extLst>
                <a:ext uri="{FF2B5EF4-FFF2-40B4-BE49-F238E27FC236}">
                  <a16:creationId xmlns:a16="http://schemas.microsoft.com/office/drawing/2014/main" id="{9824B7A8-359F-487A-85CD-910CDA660716}"/>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8455" name="Line 54">
              <a:extLst>
                <a:ext uri="{FF2B5EF4-FFF2-40B4-BE49-F238E27FC236}">
                  <a16:creationId xmlns:a16="http://schemas.microsoft.com/office/drawing/2014/main" id="{0B1D4F16-F696-44A3-BDBA-0C1103152F15}"/>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6" name="Line 55">
              <a:extLst>
                <a:ext uri="{FF2B5EF4-FFF2-40B4-BE49-F238E27FC236}">
                  <a16:creationId xmlns:a16="http://schemas.microsoft.com/office/drawing/2014/main" id="{BA5FEEFF-ABFA-4331-8D50-1FC375AEE420}"/>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7" name="Line 56">
              <a:extLst>
                <a:ext uri="{FF2B5EF4-FFF2-40B4-BE49-F238E27FC236}">
                  <a16:creationId xmlns:a16="http://schemas.microsoft.com/office/drawing/2014/main" id="{6B1F6B70-9DB3-4EF4-85EF-BD3456D2DC84}"/>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8" name="Line 57">
              <a:extLst>
                <a:ext uri="{FF2B5EF4-FFF2-40B4-BE49-F238E27FC236}">
                  <a16:creationId xmlns:a16="http://schemas.microsoft.com/office/drawing/2014/main" id="{2618D1BC-F595-4777-8C7B-84A8BE255FFE}"/>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9" name="Line 58">
              <a:extLst>
                <a:ext uri="{FF2B5EF4-FFF2-40B4-BE49-F238E27FC236}">
                  <a16:creationId xmlns:a16="http://schemas.microsoft.com/office/drawing/2014/main" id="{A73A8668-6CBC-4317-8696-3AA9C40FCDE8}"/>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0" name="Line 59">
              <a:extLst>
                <a:ext uri="{FF2B5EF4-FFF2-40B4-BE49-F238E27FC236}">
                  <a16:creationId xmlns:a16="http://schemas.microsoft.com/office/drawing/2014/main" id="{1541A8D0-96B0-410E-9816-E20E68A80106}"/>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1" name="Text Box 60">
              <a:extLst>
                <a:ext uri="{FF2B5EF4-FFF2-40B4-BE49-F238E27FC236}">
                  <a16:creationId xmlns:a16="http://schemas.microsoft.com/office/drawing/2014/main" id="{B438E322-C762-4F1C-8CD4-25A10AB3F07D}"/>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8462" name="Text Box 61">
              <a:extLst>
                <a:ext uri="{FF2B5EF4-FFF2-40B4-BE49-F238E27FC236}">
                  <a16:creationId xmlns:a16="http://schemas.microsoft.com/office/drawing/2014/main" id="{8543F72A-C31E-4E90-8346-5C7F2D722BEF}"/>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18463" name="Text Box 62">
              <a:extLst>
                <a:ext uri="{FF2B5EF4-FFF2-40B4-BE49-F238E27FC236}">
                  <a16:creationId xmlns:a16="http://schemas.microsoft.com/office/drawing/2014/main" id="{7BF61ED1-9A81-4CC9-A112-C42B1C1DC90B}"/>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18464" name="Text Box 63">
              <a:extLst>
                <a:ext uri="{FF2B5EF4-FFF2-40B4-BE49-F238E27FC236}">
                  <a16:creationId xmlns:a16="http://schemas.microsoft.com/office/drawing/2014/main" id="{728AAF4F-FA58-4923-87F6-ACA2C1FF675A}"/>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18465" name="Text Box 64">
              <a:extLst>
                <a:ext uri="{FF2B5EF4-FFF2-40B4-BE49-F238E27FC236}">
                  <a16:creationId xmlns:a16="http://schemas.microsoft.com/office/drawing/2014/main" id="{45A0B1CD-A489-475F-A0ED-C6C822567FA2}"/>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18466" name="Text Box 65">
              <a:extLst>
                <a:ext uri="{FF2B5EF4-FFF2-40B4-BE49-F238E27FC236}">
                  <a16:creationId xmlns:a16="http://schemas.microsoft.com/office/drawing/2014/main" id="{93D8CA5A-0ECD-445E-9C39-998562388491}"/>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18467" name="Text Box 66">
              <a:extLst>
                <a:ext uri="{FF2B5EF4-FFF2-40B4-BE49-F238E27FC236}">
                  <a16:creationId xmlns:a16="http://schemas.microsoft.com/office/drawing/2014/main" id="{80A90382-B05D-4A15-B5F0-34A12E3312ED}"/>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8468" name="Text Box 67">
              <a:extLst>
                <a:ext uri="{FF2B5EF4-FFF2-40B4-BE49-F238E27FC236}">
                  <a16:creationId xmlns:a16="http://schemas.microsoft.com/office/drawing/2014/main" id="{21A291E7-49D7-43F7-8C62-8BF57DA708F9}"/>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18469" name="Text Box 68">
              <a:extLst>
                <a:ext uri="{FF2B5EF4-FFF2-40B4-BE49-F238E27FC236}">
                  <a16:creationId xmlns:a16="http://schemas.microsoft.com/office/drawing/2014/main" id="{E803FA13-F6D5-4145-94B9-9F77C88A62BD}"/>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18470" name="Text Box 69">
              <a:extLst>
                <a:ext uri="{FF2B5EF4-FFF2-40B4-BE49-F238E27FC236}">
                  <a16:creationId xmlns:a16="http://schemas.microsoft.com/office/drawing/2014/main" id="{273E05A9-226E-4476-8B4E-AAB38B01F2CB}"/>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18471" name="Text Box 70">
              <a:extLst>
                <a:ext uri="{FF2B5EF4-FFF2-40B4-BE49-F238E27FC236}">
                  <a16:creationId xmlns:a16="http://schemas.microsoft.com/office/drawing/2014/main" id="{64611034-BF82-49A6-B648-BB8CF5C58487}"/>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18472" name="Text Box 71">
              <a:extLst>
                <a:ext uri="{FF2B5EF4-FFF2-40B4-BE49-F238E27FC236}">
                  <a16:creationId xmlns:a16="http://schemas.microsoft.com/office/drawing/2014/main" id="{ADEF5705-CB1C-4F1B-BC00-9DCFC7BCD1A3}"/>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sp>
        <p:nvSpPr>
          <p:cNvPr id="18441" name="Rectangle 73">
            <a:extLst>
              <a:ext uri="{FF2B5EF4-FFF2-40B4-BE49-F238E27FC236}">
                <a16:creationId xmlns:a16="http://schemas.microsoft.com/office/drawing/2014/main" id="{B415DC3D-1306-4900-8B2C-CE55341690D5}"/>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72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725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725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7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52" grpId="0" autoUpdateAnimBg="0"/>
      <p:bldP spid="137253" grpId="0" autoUpdateAnimBg="0"/>
      <p:bldP spid="137254" grpId="0" autoUpdateAnimBg="0"/>
      <p:bldP spid="137255"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Line 3">
            <a:extLst>
              <a:ext uri="{FF2B5EF4-FFF2-40B4-BE49-F238E27FC236}">
                <a16:creationId xmlns:a16="http://schemas.microsoft.com/office/drawing/2014/main" id="{D6474EC9-AEC6-4EEF-9AA1-B6357D6629B4}"/>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9459" name="Text Box 4">
            <a:extLst>
              <a:ext uri="{FF2B5EF4-FFF2-40B4-BE49-F238E27FC236}">
                <a16:creationId xmlns:a16="http://schemas.microsoft.com/office/drawing/2014/main" id="{C18BA098-AE48-41DB-8683-C358269A5461}"/>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&lt;= w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V[i,w] =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 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else</a:t>
            </a:r>
          </a:p>
          <a:p>
            <a:r>
              <a:rPr lang="en-US" altLang="zh-CN" sz="2000" b="0">
                <a:latin typeface="Times New Roman" panose="02020603050405020304" pitchFamily="18" charset="0"/>
                <a:ea typeface="SimSun" panose="02010600030101010101" pitchFamily="2" charset="-122"/>
              </a:rPr>
              <a:t>            V[i,w] = V[i-1,w]</a:t>
            </a:r>
          </a:p>
          <a:p>
            <a:r>
              <a:rPr lang="en-US" altLang="zh-CN" sz="2000" b="0">
                <a:solidFill>
                  <a:srgbClr val="FF0000"/>
                </a:solidFill>
                <a:latin typeface="Times New Roman" panose="02020603050405020304" pitchFamily="18" charset="0"/>
                <a:ea typeface="SimSun" panose="02010600030101010101" pitchFamily="2" charset="-122"/>
              </a:rPr>
              <a:t>else </a:t>
            </a:r>
            <a:r>
              <a:rPr lang="en-US" altLang="zh-CN" sz="2000">
                <a:latin typeface="Times New Roman" panose="02020603050405020304" pitchFamily="18" charset="0"/>
                <a:ea typeface="SimSun" panose="02010600030101010101" pitchFamily="2" charset="-122"/>
              </a:rPr>
              <a:t>V[i,w] = V[i-1,w]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19460" name="Text Box 36">
            <a:extLst>
              <a:ext uri="{FF2B5EF4-FFF2-40B4-BE49-F238E27FC236}">
                <a16:creationId xmlns:a16="http://schemas.microsoft.com/office/drawing/2014/main" id="{3FBAB39A-59E2-469F-BB62-8EC2B4686440}"/>
              </a:ext>
            </a:extLst>
          </p:cNvPr>
          <p:cNvSpPr txBox="1">
            <a:spLocks noChangeArrowheads="1"/>
          </p:cNvSpPr>
          <p:nvPr/>
        </p:nvSpPr>
        <p:spPr bwMode="auto">
          <a:xfrm>
            <a:off x="17526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9461" name="Text Box 38">
            <a:extLst>
              <a:ext uri="{FF2B5EF4-FFF2-40B4-BE49-F238E27FC236}">
                <a16:creationId xmlns:a16="http://schemas.microsoft.com/office/drawing/2014/main" id="{3B2C3D53-8409-4E52-B1AA-5F7CFEB6BAC2}"/>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sp>
        <p:nvSpPr>
          <p:cNvPr id="191528" name="Text Box 40">
            <a:extLst>
              <a:ext uri="{FF2B5EF4-FFF2-40B4-BE49-F238E27FC236}">
                <a16:creationId xmlns:a16="http://schemas.microsoft.com/office/drawing/2014/main" id="{A4442407-1C02-44C4-8500-7A13A1D453FD}"/>
              </a:ext>
            </a:extLst>
          </p:cNvPr>
          <p:cNvSpPr txBox="1">
            <a:spLocks noChangeArrowheads="1"/>
          </p:cNvSpPr>
          <p:nvPr/>
        </p:nvSpPr>
        <p:spPr bwMode="auto">
          <a:xfrm>
            <a:off x="25146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solidFill>
                  <a:srgbClr val="FF0000"/>
                </a:solidFill>
                <a:latin typeface="Times New Roman" panose="02020603050405020304" pitchFamily="18" charset="0"/>
                <a:ea typeface="SimSun" panose="02010600030101010101" pitchFamily="2" charset="-122"/>
              </a:rPr>
              <a:t>0</a:t>
            </a:r>
          </a:p>
        </p:txBody>
      </p:sp>
      <p:sp>
        <p:nvSpPr>
          <p:cNvPr id="19463" name="Rectangle 41">
            <a:extLst>
              <a:ext uri="{FF2B5EF4-FFF2-40B4-BE49-F238E27FC236}">
                <a16:creationId xmlns:a16="http://schemas.microsoft.com/office/drawing/2014/main" id="{FC75BC3D-285C-425F-97CE-6E28AF811EFD}"/>
              </a:ext>
            </a:extLst>
          </p:cNvPr>
          <p:cNvSpPr>
            <a:spLocks noChangeArrowheads="1"/>
          </p:cNvSpPr>
          <p:nvPr/>
        </p:nvSpPr>
        <p:spPr bwMode="auto">
          <a:xfrm>
            <a:off x="7239000" y="533400"/>
            <a:ext cx="1676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19464" name="Text Box 43">
            <a:extLst>
              <a:ext uri="{FF2B5EF4-FFF2-40B4-BE49-F238E27FC236}">
                <a16:creationId xmlns:a16="http://schemas.microsoft.com/office/drawing/2014/main" id="{A3ECD552-2EA0-4A86-A07F-F31E528F12D9}"/>
              </a:ext>
            </a:extLst>
          </p:cNvPr>
          <p:cNvSpPr txBox="1">
            <a:spLocks noChangeArrowheads="1"/>
          </p:cNvSpPr>
          <p:nvPr/>
        </p:nvSpPr>
        <p:spPr bwMode="auto">
          <a:xfrm>
            <a:off x="6607175" y="1752600"/>
            <a:ext cx="1470025" cy="435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latin typeface="Times New Roman" panose="02020603050405020304" pitchFamily="18" charset="0"/>
                <a:ea typeface="SimSun" panose="02010600030101010101" pitchFamily="2" charset="-122"/>
              </a:rPr>
              <a:t>i=1</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=3</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=2</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a:solidFill>
                  <a:srgbClr val="FF0000"/>
                </a:solidFill>
                <a:latin typeface="Times New Roman" panose="02020603050405020304" pitchFamily="18" charset="0"/>
                <a:ea typeface="SimSun" panose="02010600030101010101" pitchFamily="2" charset="-122"/>
              </a:rPr>
              <a:t>1(column index number )</a:t>
            </a:r>
          </a:p>
          <a:p>
            <a:pPr>
              <a:lnSpc>
                <a:spcPct val="110000"/>
              </a:lnSpc>
            </a:pPr>
            <a:r>
              <a:rPr lang="en-US" altLang="zh-CN" sz="2800" b="0">
                <a:latin typeface="Times New Roman" panose="02020603050405020304" pitchFamily="18" charset="0"/>
                <a:ea typeface="SimSun" panose="02010600030101010101" pitchFamily="2" charset="-122"/>
              </a:rPr>
              <a:t>w-w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 =-1</a:t>
            </a:r>
          </a:p>
        </p:txBody>
      </p:sp>
      <p:sp>
        <p:nvSpPr>
          <p:cNvPr id="19465" name="Line 47">
            <a:extLst>
              <a:ext uri="{FF2B5EF4-FFF2-40B4-BE49-F238E27FC236}">
                <a16:creationId xmlns:a16="http://schemas.microsoft.com/office/drawing/2014/main" id="{4BA1E966-1AB1-4763-9930-CF9E29AF3F8A}"/>
              </a:ext>
            </a:extLst>
          </p:cNvPr>
          <p:cNvSpPr>
            <a:spLocks noChangeShapeType="1"/>
          </p:cNvSpPr>
          <p:nvPr/>
        </p:nvSpPr>
        <p:spPr bwMode="auto">
          <a:xfrm>
            <a:off x="15240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6" name="Line 48">
            <a:extLst>
              <a:ext uri="{FF2B5EF4-FFF2-40B4-BE49-F238E27FC236}">
                <a16:creationId xmlns:a16="http://schemas.microsoft.com/office/drawing/2014/main" id="{E92C84F0-4F2C-4AED-AB61-399E01C8E991}"/>
              </a:ext>
            </a:extLst>
          </p:cNvPr>
          <p:cNvSpPr>
            <a:spLocks noChangeShapeType="1"/>
          </p:cNvSpPr>
          <p:nvPr/>
        </p:nvSpPr>
        <p:spPr bwMode="auto">
          <a:xfrm>
            <a:off x="1524000" y="2133600"/>
            <a:ext cx="495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7" name="Line 49">
            <a:extLst>
              <a:ext uri="{FF2B5EF4-FFF2-40B4-BE49-F238E27FC236}">
                <a16:creationId xmlns:a16="http://schemas.microsoft.com/office/drawing/2014/main" id="{D3019DB1-E8EC-48EB-8CDE-F9F70D3BA44F}"/>
              </a:ext>
            </a:extLst>
          </p:cNvPr>
          <p:cNvSpPr>
            <a:spLocks noChangeShapeType="1"/>
          </p:cNvSpPr>
          <p:nvPr/>
        </p:nvSpPr>
        <p:spPr bwMode="auto">
          <a:xfrm>
            <a:off x="22860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8" name="Line 50">
            <a:extLst>
              <a:ext uri="{FF2B5EF4-FFF2-40B4-BE49-F238E27FC236}">
                <a16:creationId xmlns:a16="http://schemas.microsoft.com/office/drawing/2014/main" id="{5126ADA8-A34E-4DBB-A022-FE95C09FD7F4}"/>
              </a:ext>
            </a:extLst>
          </p:cNvPr>
          <p:cNvSpPr>
            <a:spLocks noChangeShapeType="1"/>
          </p:cNvSpPr>
          <p:nvPr/>
        </p:nvSpPr>
        <p:spPr bwMode="auto">
          <a:xfrm>
            <a:off x="31242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9" name="Line 51">
            <a:extLst>
              <a:ext uri="{FF2B5EF4-FFF2-40B4-BE49-F238E27FC236}">
                <a16:creationId xmlns:a16="http://schemas.microsoft.com/office/drawing/2014/main" id="{2A10032B-4BED-4A7E-A85D-A3C8B5C3B920}"/>
              </a:ext>
            </a:extLst>
          </p:cNvPr>
          <p:cNvSpPr>
            <a:spLocks noChangeShapeType="1"/>
          </p:cNvSpPr>
          <p:nvPr/>
        </p:nvSpPr>
        <p:spPr bwMode="auto">
          <a:xfrm>
            <a:off x="39624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70" name="Line 52">
            <a:extLst>
              <a:ext uri="{FF2B5EF4-FFF2-40B4-BE49-F238E27FC236}">
                <a16:creationId xmlns:a16="http://schemas.microsoft.com/office/drawing/2014/main" id="{DA976FE8-9854-4C1E-84A1-A765E6318AE3}"/>
              </a:ext>
            </a:extLst>
          </p:cNvPr>
          <p:cNvSpPr>
            <a:spLocks noChangeShapeType="1"/>
          </p:cNvSpPr>
          <p:nvPr/>
        </p:nvSpPr>
        <p:spPr bwMode="auto">
          <a:xfrm>
            <a:off x="48006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71" name="Line 53">
            <a:extLst>
              <a:ext uri="{FF2B5EF4-FFF2-40B4-BE49-F238E27FC236}">
                <a16:creationId xmlns:a16="http://schemas.microsoft.com/office/drawing/2014/main" id="{7F20D54B-1A79-4C6C-8083-1A2ADEC5E643}"/>
              </a:ext>
            </a:extLst>
          </p:cNvPr>
          <p:cNvSpPr>
            <a:spLocks noChangeShapeType="1"/>
          </p:cNvSpPr>
          <p:nvPr/>
        </p:nvSpPr>
        <p:spPr bwMode="auto">
          <a:xfrm>
            <a:off x="56388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72" name="Text Box 54">
            <a:extLst>
              <a:ext uri="{FF2B5EF4-FFF2-40B4-BE49-F238E27FC236}">
                <a16:creationId xmlns:a16="http://schemas.microsoft.com/office/drawing/2014/main" id="{5EBAA900-FF81-40DC-A01E-9C5A716E3426}"/>
              </a:ext>
            </a:extLst>
          </p:cNvPr>
          <p:cNvSpPr txBox="1">
            <a:spLocks noChangeArrowheads="1"/>
          </p:cNvSpPr>
          <p:nvPr/>
        </p:nvSpPr>
        <p:spPr bwMode="auto">
          <a:xfrm>
            <a:off x="175260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9473" name="Text Box 55">
            <a:extLst>
              <a:ext uri="{FF2B5EF4-FFF2-40B4-BE49-F238E27FC236}">
                <a16:creationId xmlns:a16="http://schemas.microsoft.com/office/drawing/2014/main" id="{C1510F55-3A52-4C30-8056-3CAED7E0EBEA}"/>
              </a:ext>
            </a:extLst>
          </p:cNvPr>
          <p:cNvSpPr txBox="1">
            <a:spLocks noChangeArrowheads="1"/>
          </p:cNvSpPr>
          <p:nvPr/>
        </p:nvSpPr>
        <p:spPr bwMode="auto">
          <a:xfrm>
            <a:off x="251460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9474" name="Text Box 56">
            <a:extLst>
              <a:ext uri="{FF2B5EF4-FFF2-40B4-BE49-F238E27FC236}">
                <a16:creationId xmlns:a16="http://schemas.microsoft.com/office/drawing/2014/main" id="{B8D37975-C0D7-4A68-92A4-DE440A2DCE05}"/>
              </a:ext>
            </a:extLst>
          </p:cNvPr>
          <p:cNvSpPr txBox="1">
            <a:spLocks noChangeArrowheads="1"/>
          </p:cNvSpPr>
          <p:nvPr/>
        </p:nvSpPr>
        <p:spPr bwMode="auto">
          <a:xfrm>
            <a:off x="335280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9475" name="Text Box 57">
            <a:extLst>
              <a:ext uri="{FF2B5EF4-FFF2-40B4-BE49-F238E27FC236}">
                <a16:creationId xmlns:a16="http://schemas.microsoft.com/office/drawing/2014/main" id="{F03300E7-CAA7-499B-BC81-CD4AA57A41AA}"/>
              </a:ext>
            </a:extLst>
          </p:cNvPr>
          <p:cNvSpPr txBox="1">
            <a:spLocks noChangeArrowheads="1"/>
          </p:cNvSpPr>
          <p:nvPr/>
        </p:nvSpPr>
        <p:spPr bwMode="auto">
          <a:xfrm>
            <a:off x="419100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9476" name="Text Box 58">
            <a:extLst>
              <a:ext uri="{FF2B5EF4-FFF2-40B4-BE49-F238E27FC236}">
                <a16:creationId xmlns:a16="http://schemas.microsoft.com/office/drawing/2014/main" id="{BB15309F-0A47-4A23-BDE3-53191217D212}"/>
              </a:ext>
            </a:extLst>
          </p:cNvPr>
          <p:cNvSpPr txBox="1">
            <a:spLocks noChangeArrowheads="1"/>
          </p:cNvSpPr>
          <p:nvPr/>
        </p:nvSpPr>
        <p:spPr bwMode="auto">
          <a:xfrm>
            <a:off x="586740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9477" name="Text Box 59">
            <a:extLst>
              <a:ext uri="{FF2B5EF4-FFF2-40B4-BE49-F238E27FC236}">
                <a16:creationId xmlns:a16="http://schemas.microsoft.com/office/drawing/2014/main" id="{FA6A86D8-3D47-4FDA-A156-D20419F29019}"/>
              </a:ext>
            </a:extLst>
          </p:cNvPr>
          <p:cNvSpPr txBox="1">
            <a:spLocks noChangeArrowheads="1"/>
          </p:cNvSpPr>
          <p:nvPr/>
        </p:nvSpPr>
        <p:spPr bwMode="auto">
          <a:xfrm>
            <a:off x="502920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9478" name="Line 71">
            <a:extLst>
              <a:ext uri="{FF2B5EF4-FFF2-40B4-BE49-F238E27FC236}">
                <a16:creationId xmlns:a16="http://schemas.microsoft.com/office/drawing/2014/main" id="{8CF901D3-CB04-4DAD-A997-963269F179B7}"/>
              </a:ext>
            </a:extLst>
          </p:cNvPr>
          <p:cNvSpPr>
            <a:spLocks noChangeShapeType="1"/>
          </p:cNvSpPr>
          <p:nvPr/>
        </p:nvSpPr>
        <p:spPr bwMode="auto">
          <a:xfrm>
            <a:off x="6477000" y="2133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79" name="Line 72">
            <a:extLst>
              <a:ext uri="{FF2B5EF4-FFF2-40B4-BE49-F238E27FC236}">
                <a16:creationId xmlns:a16="http://schemas.microsoft.com/office/drawing/2014/main" id="{1128B3B8-6D7E-4C76-A3E9-8C4D940807C0}"/>
              </a:ext>
            </a:extLst>
          </p:cNvPr>
          <p:cNvSpPr>
            <a:spLocks noChangeShapeType="1"/>
          </p:cNvSpPr>
          <p:nvPr/>
        </p:nvSpPr>
        <p:spPr bwMode="auto">
          <a:xfrm>
            <a:off x="1524000" y="2590800"/>
            <a:ext cx="495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80" name="Line 73">
            <a:extLst>
              <a:ext uri="{FF2B5EF4-FFF2-40B4-BE49-F238E27FC236}">
                <a16:creationId xmlns:a16="http://schemas.microsoft.com/office/drawing/2014/main" id="{4B2BBA2F-78F1-4552-811D-D997D3CB8E0A}"/>
              </a:ext>
            </a:extLst>
          </p:cNvPr>
          <p:cNvSpPr>
            <a:spLocks noChangeShapeType="1"/>
          </p:cNvSpPr>
          <p:nvPr/>
        </p:nvSpPr>
        <p:spPr bwMode="auto">
          <a:xfrm>
            <a:off x="1524000" y="3048000"/>
            <a:ext cx="495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81" name="Line 74">
            <a:extLst>
              <a:ext uri="{FF2B5EF4-FFF2-40B4-BE49-F238E27FC236}">
                <a16:creationId xmlns:a16="http://schemas.microsoft.com/office/drawing/2014/main" id="{7B019EE1-78E6-4055-9813-27C83BF854A9}"/>
              </a:ext>
            </a:extLst>
          </p:cNvPr>
          <p:cNvSpPr>
            <a:spLocks noChangeShapeType="1"/>
          </p:cNvSpPr>
          <p:nvPr/>
        </p:nvSpPr>
        <p:spPr bwMode="auto">
          <a:xfrm>
            <a:off x="1524000" y="3505200"/>
            <a:ext cx="495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82" name="Line 75">
            <a:extLst>
              <a:ext uri="{FF2B5EF4-FFF2-40B4-BE49-F238E27FC236}">
                <a16:creationId xmlns:a16="http://schemas.microsoft.com/office/drawing/2014/main" id="{1FD87344-B4D7-4A5D-A5FF-5DB55F8A197A}"/>
              </a:ext>
            </a:extLst>
          </p:cNvPr>
          <p:cNvSpPr>
            <a:spLocks noChangeShapeType="1"/>
          </p:cNvSpPr>
          <p:nvPr/>
        </p:nvSpPr>
        <p:spPr bwMode="auto">
          <a:xfrm>
            <a:off x="1524000" y="3962400"/>
            <a:ext cx="495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83" name="Line 76">
            <a:extLst>
              <a:ext uri="{FF2B5EF4-FFF2-40B4-BE49-F238E27FC236}">
                <a16:creationId xmlns:a16="http://schemas.microsoft.com/office/drawing/2014/main" id="{C8564530-000D-4720-BBF7-CDCCDD7B4113}"/>
              </a:ext>
            </a:extLst>
          </p:cNvPr>
          <p:cNvSpPr>
            <a:spLocks noChangeShapeType="1"/>
          </p:cNvSpPr>
          <p:nvPr/>
        </p:nvSpPr>
        <p:spPr bwMode="auto">
          <a:xfrm>
            <a:off x="1524000" y="4419600"/>
            <a:ext cx="495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84" name="Text Box 79">
            <a:extLst>
              <a:ext uri="{FF2B5EF4-FFF2-40B4-BE49-F238E27FC236}">
                <a16:creationId xmlns:a16="http://schemas.microsoft.com/office/drawing/2014/main" id="{2A7451A7-6353-41B8-A09F-B44C13B6CEDF}"/>
              </a:ext>
            </a:extLst>
          </p:cNvPr>
          <p:cNvSpPr txBox="1">
            <a:spLocks noChangeArrowheads="1"/>
          </p:cNvSpPr>
          <p:nvPr/>
        </p:nvSpPr>
        <p:spPr bwMode="auto">
          <a:xfrm>
            <a:off x="1035050" y="2133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9485" name="Text Box 80">
            <a:extLst>
              <a:ext uri="{FF2B5EF4-FFF2-40B4-BE49-F238E27FC236}">
                <a16:creationId xmlns:a16="http://schemas.microsoft.com/office/drawing/2014/main" id="{AF3A5CC6-D719-4F23-8D39-0F9D59CA34E5}"/>
              </a:ext>
            </a:extLst>
          </p:cNvPr>
          <p:cNvSpPr txBox="1">
            <a:spLocks noChangeArrowheads="1"/>
          </p:cNvSpPr>
          <p:nvPr/>
        </p:nvSpPr>
        <p:spPr bwMode="auto">
          <a:xfrm>
            <a:off x="103505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19486" name="Text Box 81">
            <a:extLst>
              <a:ext uri="{FF2B5EF4-FFF2-40B4-BE49-F238E27FC236}">
                <a16:creationId xmlns:a16="http://schemas.microsoft.com/office/drawing/2014/main" id="{D25535D2-83C6-4723-871D-59A25F08E020}"/>
              </a:ext>
            </a:extLst>
          </p:cNvPr>
          <p:cNvSpPr txBox="1">
            <a:spLocks noChangeArrowheads="1"/>
          </p:cNvSpPr>
          <p:nvPr/>
        </p:nvSpPr>
        <p:spPr bwMode="auto">
          <a:xfrm>
            <a:off x="103505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19487" name="Text Box 82">
            <a:extLst>
              <a:ext uri="{FF2B5EF4-FFF2-40B4-BE49-F238E27FC236}">
                <a16:creationId xmlns:a16="http://schemas.microsoft.com/office/drawing/2014/main" id="{ECCF2B31-423C-4F02-B76F-F32822B98376}"/>
              </a:ext>
            </a:extLst>
          </p:cNvPr>
          <p:cNvSpPr txBox="1">
            <a:spLocks noChangeArrowheads="1"/>
          </p:cNvSpPr>
          <p:nvPr/>
        </p:nvSpPr>
        <p:spPr bwMode="auto">
          <a:xfrm>
            <a:off x="103505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19488" name="Text Box 83">
            <a:extLst>
              <a:ext uri="{FF2B5EF4-FFF2-40B4-BE49-F238E27FC236}">
                <a16:creationId xmlns:a16="http://schemas.microsoft.com/office/drawing/2014/main" id="{C55EC4AD-4796-4428-8163-83EBC02017C9}"/>
              </a:ext>
            </a:extLst>
          </p:cNvPr>
          <p:cNvSpPr txBox="1">
            <a:spLocks noChangeArrowheads="1"/>
          </p:cNvSpPr>
          <p:nvPr/>
        </p:nvSpPr>
        <p:spPr bwMode="auto">
          <a:xfrm>
            <a:off x="5029200" y="1752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19489" name="Text Box 84">
            <a:extLst>
              <a:ext uri="{FF2B5EF4-FFF2-40B4-BE49-F238E27FC236}">
                <a16:creationId xmlns:a16="http://schemas.microsoft.com/office/drawing/2014/main" id="{5F96B295-7255-4763-B574-8A560752EC08}"/>
              </a:ext>
            </a:extLst>
          </p:cNvPr>
          <p:cNvSpPr txBox="1">
            <a:spLocks noChangeArrowheads="1"/>
          </p:cNvSpPr>
          <p:nvPr/>
        </p:nvSpPr>
        <p:spPr bwMode="auto">
          <a:xfrm>
            <a:off x="5867400" y="1752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19490" name="Text Box 85">
            <a:extLst>
              <a:ext uri="{FF2B5EF4-FFF2-40B4-BE49-F238E27FC236}">
                <a16:creationId xmlns:a16="http://schemas.microsoft.com/office/drawing/2014/main" id="{276D6093-74E0-4011-A53B-8E03B68E455F}"/>
              </a:ext>
            </a:extLst>
          </p:cNvPr>
          <p:cNvSpPr txBox="1">
            <a:spLocks noChangeArrowheads="1"/>
          </p:cNvSpPr>
          <p:nvPr/>
        </p:nvSpPr>
        <p:spPr bwMode="auto">
          <a:xfrm>
            <a:off x="1752600" y="1752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9491" name="Text Box 86">
            <a:extLst>
              <a:ext uri="{FF2B5EF4-FFF2-40B4-BE49-F238E27FC236}">
                <a16:creationId xmlns:a16="http://schemas.microsoft.com/office/drawing/2014/main" id="{792CC764-F9DB-4705-8D86-6B550FC8D50A}"/>
              </a:ext>
            </a:extLst>
          </p:cNvPr>
          <p:cNvSpPr txBox="1">
            <a:spLocks noChangeArrowheads="1"/>
          </p:cNvSpPr>
          <p:nvPr/>
        </p:nvSpPr>
        <p:spPr bwMode="auto">
          <a:xfrm>
            <a:off x="2514600" y="1752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19492" name="Text Box 87">
            <a:extLst>
              <a:ext uri="{FF2B5EF4-FFF2-40B4-BE49-F238E27FC236}">
                <a16:creationId xmlns:a16="http://schemas.microsoft.com/office/drawing/2014/main" id="{862AB91E-FEBD-4EBB-AEB2-FECD90BF39EE}"/>
              </a:ext>
            </a:extLst>
          </p:cNvPr>
          <p:cNvSpPr txBox="1">
            <a:spLocks noChangeArrowheads="1"/>
          </p:cNvSpPr>
          <p:nvPr/>
        </p:nvSpPr>
        <p:spPr bwMode="auto">
          <a:xfrm>
            <a:off x="3352800" y="1752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19493" name="Text Box 88">
            <a:extLst>
              <a:ext uri="{FF2B5EF4-FFF2-40B4-BE49-F238E27FC236}">
                <a16:creationId xmlns:a16="http://schemas.microsoft.com/office/drawing/2014/main" id="{A9ED08E9-B1A2-4F66-9BF6-0282DAECDC16}"/>
              </a:ext>
            </a:extLst>
          </p:cNvPr>
          <p:cNvSpPr txBox="1">
            <a:spLocks noChangeArrowheads="1"/>
          </p:cNvSpPr>
          <p:nvPr/>
        </p:nvSpPr>
        <p:spPr bwMode="auto">
          <a:xfrm>
            <a:off x="4191000" y="1752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19494" name="Text Box 89">
            <a:extLst>
              <a:ext uri="{FF2B5EF4-FFF2-40B4-BE49-F238E27FC236}">
                <a16:creationId xmlns:a16="http://schemas.microsoft.com/office/drawing/2014/main" id="{4BE764B1-18E6-4435-BF77-3C37A64FA7EC}"/>
              </a:ext>
            </a:extLst>
          </p:cNvPr>
          <p:cNvSpPr txBox="1">
            <a:spLocks noChangeArrowheads="1"/>
          </p:cNvSpPr>
          <p:nvPr/>
        </p:nvSpPr>
        <p:spPr bwMode="auto">
          <a:xfrm>
            <a:off x="103505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19495" name="Text Box 90">
            <a:extLst>
              <a:ext uri="{FF2B5EF4-FFF2-40B4-BE49-F238E27FC236}">
                <a16:creationId xmlns:a16="http://schemas.microsoft.com/office/drawing/2014/main" id="{24121231-BEFC-4A85-91C7-E736E6A18E3A}"/>
              </a:ext>
            </a:extLst>
          </p:cNvPr>
          <p:cNvSpPr txBox="1">
            <a:spLocks noChangeArrowheads="1"/>
          </p:cNvSpPr>
          <p:nvPr/>
        </p:nvSpPr>
        <p:spPr bwMode="auto">
          <a:xfrm>
            <a:off x="1050925" y="16764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sp>
        <p:nvSpPr>
          <p:cNvPr id="19496" name="Text Box 103">
            <a:extLst>
              <a:ext uri="{FF2B5EF4-FFF2-40B4-BE49-F238E27FC236}">
                <a16:creationId xmlns:a16="http://schemas.microsoft.com/office/drawing/2014/main" id="{CA4BDCA0-0AF1-4842-B41E-0E11BF4856E0}"/>
              </a:ext>
            </a:extLst>
          </p:cNvPr>
          <p:cNvSpPr txBox="1">
            <a:spLocks noChangeArrowheads="1"/>
          </p:cNvSpPr>
          <p:nvPr/>
        </p:nvSpPr>
        <p:spPr bwMode="auto">
          <a:xfrm>
            <a:off x="1752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9497" name="Text Box 104">
            <a:extLst>
              <a:ext uri="{FF2B5EF4-FFF2-40B4-BE49-F238E27FC236}">
                <a16:creationId xmlns:a16="http://schemas.microsoft.com/office/drawing/2014/main" id="{18587D83-42CD-437B-951D-E889AD2F03F9}"/>
              </a:ext>
            </a:extLst>
          </p:cNvPr>
          <p:cNvSpPr txBox="1">
            <a:spLocks noChangeArrowheads="1"/>
          </p:cNvSpPr>
          <p:nvPr/>
        </p:nvSpPr>
        <p:spPr bwMode="auto">
          <a:xfrm>
            <a:off x="17526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9498" name="Text Box 105">
            <a:extLst>
              <a:ext uri="{FF2B5EF4-FFF2-40B4-BE49-F238E27FC236}">
                <a16:creationId xmlns:a16="http://schemas.microsoft.com/office/drawing/2014/main" id="{CFED2E9A-FE64-44B1-ABA0-C8B1528A7D0D}"/>
              </a:ext>
            </a:extLst>
          </p:cNvPr>
          <p:cNvSpPr txBox="1">
            <a:spLocks noChangeArrowheads="1"/>
          </p:cNvSpPr>
          <p:nvPr/>
        </p:nvSpPr>
        <p:spPr bwMode="auto">
          <a:xfrm>
            <a:off x="17526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191594" name="Line 106">
            <a:extLst>
              <a:ext uri="{FF2B5EF4-FFF2-40B4-BE49-F238E27FC236}">
                <a16:creationId xmlns:a16="http://schemas.microsoft.com/office/drawing/2014/main" id="{1506F281-20A7-4193-80E4-634611D8544D}"/>
              </a:ext>
            </a:extLst>
          </p:cNvPr>
          <p:cNvSpPr>
            <a:spLocks noChangeShapeType="1"/>
          </p:cNvSpPr>
          <p:nvPr/>
        </p:nvSpPr>
        <p:spPr bwMode="auto">
          <a:xfrm>
            <a:off x="2514600" y="24384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500" name="Rectangle 107">
            <a:extLst>
              <a:ext uri="{FF2B5EF4-FFF2-40B4-BE49-F238E27FC236}">
                <a16:creationId xmlns:a16="http://schemas.microsoft.com/office/drawing/2014/main" id="{BF40A671-9419-4423-9912-C42989E00224}"/>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159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15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528"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Line 3">
            <a:extLst>
              <a:ext uri="{FF2B5EF4-FFF2-40B4-BE49-F238E27FC236}">
                <a16:creationId xmlns:a16="http://schemas.microsoft.com/office/drawing/2014/main" id="{B96EBAA3-020B-44B2-9C94-B51F61AE41D6}"/>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20483" name="Text Box 41">
            <a:extLst>
              <a:ext uri="{FF2B5EF4-FFF2-40B4-BE49-F238E27FC236}">
                <a16:creationId xmlns:a16="http://schemas.microsoft.com/office/drawing/2014/main" id="{E53AAE67-7167-4F6E-B1A8-99D7640559A7}"/>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sp>
        <p:nvSpPr>
          <p:cNvPr id="149548" name="Text Box 44">
            <a:extLst>
              <a:ext uri="{FF2B5EF4-FFF2-40B4-BE49-F238E27FC236}">
                <a16:creationId xmlns:a16="http://schemas.microsoft.com/office/drawing/2014/main" id="{F86FB23D-3F32-4B6B-89B6-2654D6248F3E}"/>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3</a:t>
            </a:r>
            <a:endParaRPr lang="en-US" altLang="zh-CN" sz="2400" b="0">
              <a:latin typeface="Times New Roman" panose="02020603050405020304" pitchFamily="18" charset="0"/>
              <a:ea typeface="SimSun" panose="02010600030101010101" pitchFamily="2" charset="-122"/>
            </a:endParaRPr>
          </a:p>
        </p:txBody>
      </p:sp>
      <p:sp>
        <p:nvSpPr>
          <p:cNvPr id="149549" name="Line 45">
            <a:extLst>
              <a:ext uri="{FF2B5EF4-FFF2-40B4-BE49-F238E27FC236}">
                <a16:creationId xmlns:a16="http://schemas.microsoft.com/office/drawing/2014/main" id="{A8FC266E-C62F-4168-914B-44FE1241A927}"/>
              </a:ext>
            </a:extLst>
          </p:cNvPr>
          <p:cNvSpPr>
            <a:spLocks noChangeShapeType="1"/>
          </p:cNvSpPr>
          <p:nvPr/>
        </p:nvSpPr>
        <p:spPr bwMode="auto">
          <a:xfrm>
            <a:off x="2133600" y="2362200"/>
            <a:ext cx="121920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486" name="Rectangle 46">
            <a:extLst>
              <a:ext uri="{FF2B5EF4-FFF2-40B4-BE49-F238E27FC236}">
                <a16:creationId xmlns:a16="http://schemas.microsoft.com/office/drawing/2014/main" id="{FAF54E0D-4186-4B8B-AAE2-3D55C561D346}"/>
              </a:ext>
            </a:extLst>
          </p:cNvPr>
          <p:cNvSpPr>
            <a:spLocks noChangeArrowheads="1"/>
          </p:cNvSpPr>
          <p:nvPr/>
        </p:nvSpPr>
        <p:spPr bwMode="auto">
          <a:xfrm>
            <a:off x="7239000" y="533400"/>
            <a:ext cx="1676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grpSp>
        <p:nvGrpSpPr>
          <p:cNvPr id="20487" name="Group 83">
            <a:extLst>
              <a:ext uri="{FF2B5EF4-FFF2-40B4-BE49-F238E27FC236}">
                <a16:creationId xmlns:a16="http://schemas.microsoft.com/office/drawing/2014/main" id="{38C7F8FE-50FF-4418-94D1-0865D54498AC}"/>
              </a:ext>
            </a:extLst>
          </p:cNvPr>
          <p:cNvGrpSpPr>
            <a:grpSpLocks/>
          </p:cNvGrpSpPr>
          <p:nvPr/>
        </p:nvGrpSpPr>
        <p:grpSpPr bwMode="auto">
          <a:xfrm>
            <a:off x="1035050" y="1676400"/>
            <a:ext cx="5441950" cy="2743200"/>
            <a:chOff x="652" y="768"/>
            <a:chExt cx="3428" cy="1728"/>
          </a:xfrm>
        </p:grpSpPr>
        <p:sp>
          <p:nvSpPr>
            <p:cNvPr id="20491" name="Text Box 43">
              <a:extLst>
                <a:ext uri="{FF2B5EF4-FFF2-40B4-BE49-F238E27FC236}">
                  <a16:creationId xmlns:a16="http://schemas.microsoft.com/office/drawing/2014/main" id="{885C3575-F75F-404B-9F16-0E1A0D4DF0BB}"/>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0492" name="Text Box 47">
              <a:extLst>
                <a:ext uri="{FF2B5EF4-FFF2-40B4-BE49-F238E27FC236}">
                  <a16:creationId xmlns:a16="http://schemas.microsoft.com/office/drawing/2014/main" id="{FDB966F1-20FD-4612-B9A8-04B8D546BF35}"/>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0493" name="Text Box 48">
              <a:extLst>
                <a:ext uri="{FF2B5EF4-FFF2-40B4-BE49-F238E27FC236}">
                  <a16:creationId xmlns:a16="http://schemas.microsoft.com/office/drawing/2014/main" id="{93057E60-6AED-4AC4-87A9-35BE0054F87B}"/>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0494" name="Text Box 49">
              <a:extLst>
                <a:ext uri="{FF2B5EF4-FFF2-40B4-BE49-F238E27FC236}">
                  <a16:creationId xmlns:a16="http://schemas.microsoft.com/office/drawing/2014/main" id="{F5A0DCF5-2428-4E54-8755-E0123359D325}"/>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0495" name="Text Box 50">
              <a:extLst>
                <a:ext uri="{FF2B5EF4-FFF2-40B4-BE49-F238E27FC236}">
                  <a16:creationId xmlns:a16="http://schemas.microsoft.com/office/drawing/2014/main" id="{08A25C6F-7649-4FAD-883E-529D53979C2C}"/>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20496" name="Group 51">
              <a:extLst>
                <a:ext uri="{FF2B5EF4-FFF2-40B4-BE49-F238E27FC236}">
                  <a16:creationId xmlns:a16="http://schemas.microsoft.com/office/drawing/2014/main" id="{95BDC130-B1B1-4E46-A76A-06B3F60068C6}"/>
                </a:ext>
              </a:extLst>
            </p:cNvPr>
            <p:cNvGrpSpPr>
              <a:grpSpLocks/>
            </p:cNvGrpSpPr>
            <p:nvPr/>
          </p:nvGrpSpPr>
          <p:grpSpPr bwMode="auto">
            <a:xfrm>
              <a:off x="652" y="768"/>
              <a:ext cx="3428" cy="1728"/>
              <a:chOff x="652" y="768"/>
              <a:chExt cx="3428" cy="1728"/>
            </a:xfrm>
          </p:grpSpPr>
          <p:sp>
            <p:nvSpPr>
              <p:cNvPr id="20497" name="Line 52">
                <a:extLst>
                  <a:ext uri="{FF2B5EF4-FFF2-40B4-BE49-F238E27FC236}">
                    <a16:creationId xmlns:a16="http://schemas.microsoft.com/office/drawing/2014/main" id="{342F7F45-5272-4117-ABD8-8F10856F52C9}"/>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8" name="Line 53">
                <a:extLst>
                  <a:ext uri="{FF2B5EF4-FFF2-40B4-BE49-F238E27FC236}">
                    <a16:creationId xmlns:a16="http://schemas.microsoft.com/office/drawing/2014/main" id="{F40DCD4E-7D94-4921-ACA9-15041081EB7A}"/>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9" name="Line 54">
                <a:extLst>
                  <a:ext uri="{FF2B5EF4-FFF2-40B4-BE49-F238E27FC236}">
                    <a16:creationId xmlns:a16="http://schemas.microsoft.com/office/drawing/2014/main" id="{9AEFA71F-10E9-49C2-A4F3-45535FCCF2A0}"/>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00" name="Line 55">
                <a:extLst>
                  <a:ext uri="{FF2B5EF4-FFF2-40B4-BE49-F238E27FC236}">
                    <a16:creationId xmlns:a16="http://schemas.microsoft.com/office/drawing/2014/main" id="{D86821CA-522C-477E-985B-E5FB3A5D670B}"/>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01" name="Line 56">
                <a:extLst>
                  <a:ext uri="{FF2B5EF4-FFF2-40B4-BE49-F238E27FC236}">
                    <a16:creationId xmlns:a16="http://schemas.microsoft.com/office/drawing/2014/main" id="{F0456AF0-F95D-4488-B49B-DE4F552D80B3}"/>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02" name="Line 57">
                <a:extLst>
                  <a:ext uri="{FF2B5EF4-FFF2-40B4-BE49-F238E27FC236}">
                    <a16:creationId xmlns:a16="http://schemas.microsoft.com/office/drawing/2014/main" id="{6688B564-3978-4BCD-B8A8-FB2A63B908E7}"/>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03" name="Line 58">
                <a:extLst>
                  <a:ext uri="{FF2B5EF4-FFF2-40B4-BE49-F238E27FC236}">
                    <a16:creationId xmlns:a16="http://schemas.microsoft.com/office/drawing/2014/main" id="{5D40B08C-D34D-4394-81BF-17EA42610AF9}"/>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04" name="Text Box 59">
                <a:extLst>
                  <a:ext uri="{FF2B5EF4-FFF2-40B4-BE49-F238E27FC236}">
                    <a16:creationId xmlns:a16="http://schemas.microsoft.com/office/drawing/2014/main" id="{9B4F24CD-9964-4F1B-A9D6-1A2F106EA2F6}"/>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0505" name="Text Box 60">
                <a:extLst>
                  <a:ext uri="{FF2B5EF4-FFF2-40B4-BE49-F238E27FC236}">
                    <a16:creationId xmlns:a16="http://schemas.microsoft.com/office/drawing/2014/main" id="{0E3E2502-F41F-47BB-84DD-79D0E42268C8}"/>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0506" name="Text Box 61">
                <a:extLst>
                  <a:ext uri="{FF2B5EF4-FFF2-40B4-BE49-F238E27FC236}">
                    <a16:creationId xmlns:a16="http://schemas.microsoft.com/office/drawing/2014/main" id="{26EE67E0-D64F-4692-93D1-D9CF13FA40BE}"/>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0507" name="Text Box 62">
                <a:extLst>
                  <a:ext uri="{FF2B5EF4-FFF2-40B4-BE49-F238E27FC236}">
                    <a16:creationId xmlns:a16="http://schemas.microsoft.com/office/drawing/2014/main" id="{F4146B0B-CD97-4F52-AF82-638AC5A89C2D}"/>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0508" name="Text Box 63">
                <a:extLst>
                  <a:ext uri="{FF2B5EF4-FFF2-40B4-BE49-F238E27FC236}">
                    <a16:creationId xmlns:a16="http://schemas.microsoft.com/office/drawing/2014/main" id="{F5665BDC-0D45-4888-AEB5-A8CEA0038445}"/>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0509" name="Text Box 64">
                <a:extLst>
                  <a:ext uri="{FF2B5EF4-FFF2-40B4-BE49-F238E27FC236}">
                    <a16:creationId xmlns:a16="http://schemas.microsoft.com/office/drawing/2014/main" id="{D0EC10A1-0E6D-40DD-9C5D-E12CFAD69722}"/>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0510" name="Line 65">
                <a:extLst>
                  <a:ext uri="{FF2B5EF4-FFF2-40B4-BE49-F238E27FC236}">
                    <a16:creationId xmlns:a16="http://schemas.microsoft.com/office/drawing/2014/main" id="{42C8BD18-35BE-4717-8EA2-6E6B68304848}"/>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11" name="Line 66">
                <a:extLst>
                  <a:ext uri="{FF2B5EF4-FFF2-40B4-BE49-F238E27FC236}">
                    <a16:creationId xmlns:a16="http://schemas.microsoft.com/office/drawing/2014/main" id="{508AD173-173B-4317-A12F-D73880C99B6C}"/>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12" name="Line 67">
                <a:extLst>
                  <a:ext uri="{FF2B5EF4-FFF2-40B4-BE49-F238E27FC236}">
                    <a16:creationId xmlns:a16="http://schemas.microsoft.com/office/drawing/2014/main" id="{7A9942DC-83C5-4B98-854E-FDCF5B4553F7}"/>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13" name="Line 68">
                <a:extLst>
                  <a:ext uri="{FF2B5EF4-FFF2-40B4-BE49-F238E27FC236}">
                    <a16:creationId xmlns:a16="http://schemas.microsoft.com/office/drawing/2014/main" id="{E2A5C821-DA7E-477C-A3B9-414B372018D8}"/>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14" name="Line 69">
                <a:extLst>
                  <a:ext uri="{FF2B5EF4-FFF2-40B4-BE49-F238E27FC236}">
                    <a16:creationId xmlns:a16="http://schemas.microsoft.com/office/drawing/2014/main" id="{02271999-CC02-43BD-86B9-3B70C3FCE0B1}"/>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15" name="Line 70">
                <a:extLst>
                  <a:ext uri="{FF2B5EF4-FFF2-40B4-BE49-F238E27FC236}">
                    <a16:creationId xmlns:a16="http://schemas.microsoft.com/office/drawing/2014/main" id="{1F5FB198-BF28-466B-A31B-BD04D12DEC3D}"/>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16" name="Text Box 71">
                <a:extLst>
                  <a:ext uri="{FF2B5EF4-FFF2-40B4-BE49-F238E27FC236}">
                    <a16:creationId xmlns:a16="http://schemas.microsoft.com/office/drawing/2014/main" id="{211B573C-11AA-4D4B-9294-7270D2ED985B}"/>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0517" name="Text Box 72">
                <a:extLst>
                  <a:ext uri="{FF2B5EF4-FFF2-40B4-BE49-F238E27FC236}">
                    <a16:creationId xmlns:a16="http://schemas.microsoft.com/office/drawing/2014/main" id="{A75B359E-928C-4A7C-94B5-FE50DC11F48E}"/>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0518" name="Text Box 73">
                <a:extLst>
                  <a:ext uri="{FF2B5EF4-FFF2-40B4-BE49-F238E27FC236}">
                    <a16:creationId xmlns:a16="http://schemas.microsoft.com/office/drawing/2014/main" id="{2FFB64C2-B324-49F6-9751-B9E533745125}"/>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0519" name="Text Box 74">
                <a:extLst>
                  <a:ext uri="{FF2B5EF4-FFF2-40B4-BE49-F238E27FC236}">
                    <a16:creationId xmlns:a16="http://schemas.microsoft.com/office/drawing/2014/main" id="{57DB5F73-49D7-41ED-8CB4-A8BECB41635B}"/>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0520" name="Text Box 75">
                <a:extLst>
                  <a:ext uri="{FF2B5EF4-FFF2-40B4-BE49-F238E27FC236}">
                    <a16:creationId xmlns:a16="http://schemas.microsoft.com/office/drawing/2014/main" id="{E9AFEE09-0990-48B5-A196-C698C46B8C5A}"/>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0521" name="Text Box 76">
                <a:extLst>
                  <a:ext uri="{FF2B5EF4-FFF2-40B4-BE49-F238E27FC236}">
                    <a16:creationId xmlns:a16="http://schemas.microsoft.com/office/drawing/2014/main" id="{DDDAFD58-1127-43BD-A3A2-0F809A34BDA2}"/>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20522" name="Text Box 77">
                <a:extLst>
                  <a:ext uri="{FF2B5EF4-FFF2-40B4-BE49-F238E27FC236}">
                    <a16:creationId xmlns:a16="http://schemas.microsoft.com/office/drawing/2014/main" id="{28F5D869-1EB8-4396-8296-D675C647A5F9}"/>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0523" name="Text Box 78">
                <a:extLst>
                  <a:ext uri="{FF2B5EF4-FFF2-40B4-BE49-F238E27FC236}">
                    <a16:creationId xmlns:a16="http://schemas.microsoft.com/office/drawing/2014/main" id="{20829398-C942-4F2B-97F4-AA5C17260B92}"/>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0524" name="Text Box 79">
                <a:extLst>
                  <a:ext uri="{FF2B5EF4-FFF2-40B4-BE49-F238E27FC236}">
                    <a16:creationId xmlns:a16="http://schemas.microsoft.com/office/drawing/2014/main" id="{4390EE22-D906-4C40-B545-8875BF0CAD3C}"/>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0525" name="Text Box 80">
                <a:extLst>
                  <a:ext uri="{FF2B5EF4-FFF2-40B4-BE49-F238E27FC236}">
                    <a16:creationId xmlns:a16="http://schemas.microsoft.com/office/drawing/2014/main" id="{7AEC5BEB-9006-4252-ACED-289B9C514247}"/>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0526" name="Text Box 81">
                <a:extLst>
                  <a:ext uri="{FF2B5EF4-FFF2-40B4-BE49-F238E27FC236}">
                    <a16:creationId xmlns:a16="http://schemas.microsoft.com/office/drawing/2014/main" id="{D92D0953-8952-41D0-8D9F-8D23B0E7D74A}"/>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0527" name="Text Box 82">
                <a:extLst>
                  <a:ext uri="{FF2B5EF4-FFF2-40B4-BE49-F238E27FC236}">
                    <a16:creationId xmlns:a16="http://schemas.microsoft.com/office/drawing/2014/main" id="{CF28B2C9-4217-4B66-ACD3-4E64C4AC5E5B}"/>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20488" name="Text Box 87">
            <a:extLst>
              <a:ext uri="{FF2B5EF4-FFF2-40B4-BE49-F238E27FC236}">
                <a16:creationId xmlns:a16="http://schemas.microsoft.com/office/drawing/2014/main" id="{3E4649AC-22F3-4F7E-B77D-2C31D0FEDDB1}"/>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latin typeface="Times New Roman" panose="02020603050405020304" pitchFamily="18" charset="0"/>
                <a:ea typeface="SimSun" panose="02010600030101010101" pitchFamily="2" charset="-122"/>
              </a:rPr>
              <a:t>i=1</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=3</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=2</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a:solidFill>
                  <a:srgbClr val="FF0000"/>
                </a:solidFill>
                <a:latin typeface="Times New Roman" panose="02020603050405020304" pitchFamily="18" charset="0"/>
                <a:ea typeface="SimSun" panose="02010600030101010101" pitchFamily="2" charset="-122"/>
              </a:rPr>
              <a:t>2</a:t>
            </a:r>
          </a:p>
          <a:p>
            <a:pPr>
              <a:lnSpc>
                <a:spcPct val="110000"/>
              </a:lnSpc>
            </a:pPr>
            <a:r>
              <a:rPr lang="en-US" altLang="zh-CN" sz="2800" b="0">
                <a:latin typeface="Times New Roman" panose="02020603050405020304" pitchFamily="18" charset="0"/>
                <a:ea typeface="SimSun" panose="02010600030101010101" pitchFamily="2" charset="-122"/>
              </a:rPr>
              <a:t>w-w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 =0</a:t>
            </a:r>
          </a:p>
        </p:txBody>
      </p:sp>
      <p:sp>
        <p:nvSpPr>
          <p:cNvPr id="20489" name="Text Box 88">
            <a:extLst>
              <a:ext uri="{FF2B5EF4-FFF2-40B4-BE49-F238E27FC236}">
                <a16:creationId xmlns:a16="http://schemas.microsoft.com/office/drawing/2014/main" id="{CB6CFE6F-76D8-4634-98DA-55C2EA5AA0FA}"/>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a:t>
            </a:r>
            <a:r>
              <a:rPr lang="en-US" altLang="zh-CN" sz="2000" b="0">
                <a:solidFill>
                  <a:srgbClr val="FF0000"/>
                </a:solidFill>
                <a:latin typeface="Times New Roman" panose="02020603050405020304" pitchFamily="18" charset="0"/>
                <a:ea typeface="SimSun" panose="02010600030101010101" pitchFamily="2" charset="-122"/>
              </a:rPr>
              <a:t>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&lt;= 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a:t>
            </a:r>
            <a:r>
              <a:rPr lang="en-US" altLang="zh-CN" sz="2000" b="0">
                <a:solidFill>
                  <a:srgbClr val="FF0000"/>
                </a:solidFill>
                <a:latin typeface="Times New Roman" panose="02020603050405020304" pitchFamily="18" charset="0"/>
                <a:ea typeface="SimSun" panose="02010600030101010101" pitchFamily="2" charset="-122"/>
              </a:rPr>
              <a:t>b</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 V[i-1,w-w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a:t>
            </a:r>
            <a:r>
              <a:rPr lang="en-US" altLang="zh-CN" sz="2000">
                <a:latin typeface="Times New Roman" panose="02020603050405020304" pitchFamily="18" charset="0"/>
                <a:ea typeface="SimSun" panose="02010600030101010101" pitchFamily="2" charset="-122"/>
              </a:rPr>
              <a:t>V[i,w] = b</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 + V[i-1,w- w</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else</a:t>
            </a:r>
          </a:p>
          <a:p>
            <a:r>
              <a:rPr lang="en-US" altLang="zh-CN" sz="2000" b="0">
                <a:latin typeface="Times New Roman" panose="02020603050405020304" pitchFamily="18" charset="0"/>
                <a:ea typeface="SimSun" panose="02010600030101010101" pitchFamily="2" charset="-122"/>
              </a:rPr>
              <a:t>            V[i,w] = V[i-1,w]</a:t>
            </a:r>
          </a:p>
          <a:p>
            <a:r>
              <a:rPr lang="en-US" altLang="zh-CN" sz="2000" b="0">
                <a:latin typeface="Times New Roman" panose="02020603050405020304" pitchFamily="18" charset="0"/>
                <a:ea typeface="SimSun" panose="02010600030101010101" pitchFamily="2" charset="-122"/>
              </a:rPr>
              <a:t>else V[i,w] = V[i-1,w]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20490" name="Rectangle 89">
            <a:extLst>
              <a:ext uri="{FF2B5EF4-FFF2-40B4-BE49-F238E27FC236}">
                <a16:creationId xmlns:a16="http://schemas.microsoft.com/office/drawing/2014/main" id="{56212186-1358-4767-B5B3-E6806A29B7E9}"/>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4954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95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48"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Line 3">
            <a:extLst>
              <a:ext uri="{FF2B5EF4-FFF2-40B4-BE49-F238E27FC236}">
                <a16:creationId xmlns:a16="http://schemas.microsoft.com/office/drawing/2014/main" id="{EEF1934B-55FF-4F08-A61A-19C335565BB2}"/>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21507" name="Text Box 4">
            <a:extLst>
              <a:ext uri="{FF2B5EF4-FFF2-40B4-BE49-F238E27FC236}">
                <a16:creationId xmlns:a16="http://schemas.microsoft.com/office/drawing/2014/main" id="{1EA907EF-9EB3-4C81-A9BB-D7228E9CF19D}"/>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sp>
        <p:nvSpPr>
          <p:cNvPr id="192517" name="Text Box 5">
            <a:extLst>
              <a:ext uri="{FF2B5EF4-FFF2-40B4-BE49-F238E27FC236}">
                <a16:creationId xmlns:a16="http://schemas.microsoft.com/office/drawing/2014/main" id="{6E56B0E0-542A-4A02-B568-052CCA0D2A2A}"/>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3</a:t>
            </a:r>
            <a:endParaRPr lang="en-US" altLang="zh-CN" sz="2400" b="0">
              <a:latin typeface="Times New Roman" panose="02020603050405020304" pitchFamily="18" charset="0"/>
              <a:ea typeface="SimSun" panose="02010600030101010101" pitchFamily="2" charset="-122"/>
            </a:endParaRPr>
          </a:p>
        </p:txBody>
      </p:sp>
      <p:sp>
        <p:nvSpPr>
          <p:cNvPr id="192518" name="Line 6">
            <a:extLst>
              <a:ext uri="{FF2B5EF4-FFF2-40B4-BE49-F238E27FC236}">
                <a16:creationId xmlns:a16="http://schemas.microsoft.com/office/drawing/2014/main" id="{7747C13C-37A6-4407-A8ED-3FA2BCF0454D}"/>
              </a:ext>
            </a:extLst>
          </p:cNvPr>
          <p:cNvSpPr>
            <a:spLocks noChangeShapeType="1"/>
          </p:cNvSpPr>
          <p:nvPr/>
        </p:nvSpPr>
        <p:spPr bwMode="auto">
          <a:xfrm>
            <a:off x="2971800" y="2362200"/>
            <a:ext cx="121920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0" name="Rectangle 7">
            <a:extLst>
              <a:ext uri="{FF2B5EF4-FFF2-40B4-BE49-F238E27FC236}">
                <a16:creationId xmlns:a16="http://schemas.microsoft.com/office/drawing/2014/main" id="{153FC68D-8801-4178-B52F-081772DDCA23}"/>
              </a:ext>
            </a:extLst>
          </p:cNvPr>
          <p:cNvSpPr>
            <a:spLocks noChangeArrowheads="1"/>
          </p:cNvSpPr>
          <p:nvPr/>
        </p:nvSpPr>
        <p:spPr bwMode="auto">
          <a:xfrm>
            <a:off x="7239000" y="533400"/>
            <a:ext cx="1676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grpSp>
        <p:nvGrpSpPr>
          <p:cNvPr id="21511" name="Group 8">
            <a:extLst>
              <a:ext uri="{FF2B5EF4-FFF2-40B4-BE49-F238E27FC236}">
                <a16:creationId xmlns:a16="http://schemas.microsoft.com/office/drawing/2014/main" id="{4FFA6908-C31D-465E-97A2-BE485FC96FD2}"/>
              </a:ext>
            </a:extLst>
          </p:cNvPr>
          <p:cNvGrpSpPr>
            <a:grpSpLocks/>
          </p:cNvGrpSpPr>
          <p:nvPr/>
        </p:nvGrpSpPr>
        <p:grpSpPr bwMode="auto">
          <a:xfrm>
            <a:off x="1035050" y="1676400"/>
            <a:ext cx="5441950" cy="2743200"/>
            <a:chOff x="652" y="768"/>
            <a:chExt cx="3428" cy="1728"/>
          </a:xfrm>
        </p:grpSpPr>
        <p:sp>
          <p:nvSpPr>
            <p:cNvPr id="21516" name="Text Box 9">
              <a:extLst>
                <a:ext uri="{FF2B5EF4-FFF2-40B4-BE49-F238E27FC236}">
                  <a16:creationId xmlns:a16="http://schemas.microsoft.com/office/drawing/2014/main" id="{2E1DE55A-88A5-4EAD-A4CE-9F5BD2C6D52C}"/>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1517" name="Text Box 10">
              <a:extLst>
                <a:ext uri="{FF2B5EF4-FFF2-40B4-BE49-F238E27FC236}">
                  <a16:creationId xmlns:a16="http://schemas.microsoft.com/office/drawing/2014/main" id="{924DD69C-64A2-4A67-9162-AA3F45B78A5A}"/>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1518" name="Text Box 11">
              <a:extLst>
                <a:ext uri="{FF2B5EF4-FFF2-40B4-BE49-F238E27FC236}">
                  <a16:creationId xmlns:a16="http://schemas.microsoft.com/office/drawing/2014/main" id="{F5A8A0E8-2468-4E9D-82F9-1FE05A90E358}"/>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1519" name="Text Box 12">
              <a:extLst>
                <a:ext uri="{FF2B5EF4-FFF2-40B4-BE49-F238E27FC236}">
                  <a16:creationId xmlns:a16="http://schemas.microsoft.com/office/drawing/2014/main" id="{E191C3F9-7DCB-4484-B1EB-66FC65DAA7DA}"/>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1520" name="Text Box 13">
              <a:extLst>
                <a:ext uri="{FF2B5EF4-FFF2-40B4-BE49-F238E27FC236}">
                  <a16:creationId xmlns:a16="http://schemas.microsoft.com/office/drawing/2014/main" id="{EAF1B35A-973E-4603-887F-9D8C9AE0959B}"/>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21521" name="Group 14">
              <a:extLst>
                <a:ext uri="{FF2B5EF4-FFF2-40B4-BE49-F238E27FC236}">
                  <a16:creationId xmlns:a16="http://schemas.microsoft.com/office/drawing/2014/main" id="{B26BB0A4-E99B-444D-8D56-B31EE8CC4A38}"/>
                </a:ext>
              </a:extLst>
            </p:cNvPr>
            <p:cNvGrpSpPr>
              <a:grpSpLocks/>
            </p:cNvGrpSpPr>
            <p:nvPr/>
          </p:nvGrpSpPr>
          <p:grpSpPr bwMode="auto">
            <a:xfrm>
              <a:off x="652" y="768"/>
              <a:ext cx="3428" cy="1728"/>
              <a:chOff x="652" y="768"/>
              <a:chExt cx="3428" cy="1728"/>
            </a:xfrm>
          </p:grpSpPr>
          <p:sp>
            <p:nvSpPr>
              <p:cNvPr id="21522" name="Line 15">
                <a:extLst>
                  <a:ext uri="{FF2B5EF4-FFF2-40B4-BE49-F238E27FC236}">
                    <a16:creationId xmlns:a16="http://schemas.microsoft.com/office/drawing/2014/main" id="{A9600308-153F-47B8-AD51-22355BABD829}"/>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23" name="Line 16">
                <a:extLst>
                  <a:ext uri="{FF2B5EF4-FFF2-40B4-BE49-F238E27FC236}">
                    <a16:creationId xmlns:a16="http://schemas.microsoft.com/office/drawing/2014/main" id="{A6498630-C7CA-4E58-8AB8-E180BF90925C}"/>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24" name="Line 17">
                <a:extLst>
                  <a:ext uri="{FF2B5EF4-FFF2-40B4-BE49-F238E27FC236}">
                    <a16:creationId xmlns:a16="http://schemas.microsoft.com/office/drawing/2014/main" id="{6A56959B-FD36-4DDA-AE4B-153AED018E50}"/>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25" name="Line 18">
                <a:extLst>
                  <a:ext uri="{FF2B5EF4-FFF2-40B4-BE49-F238E27FC236}">
                    <a16:creationId xmlns:a16="http://schemas.microsoft.com/office/drawing/2014/main" id="{6A3AF25A-A5DA-407B-B0EE-B7458B436D2D}"/>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26" name="Line 19">
                <a:extLst>
                  <a:ext uri="{FF2B5EF4-FFF2-40B4-BE49-F238E27FC236}">
                    <a16:creationId xmlns:a16="http://schemas.microsoft.com/office/drawing/2014/main" id="{4582BAFA-CF5F-40E4-B948-522365EE3982}"/>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27" name="Line 20">
                <a:extLst>
                  <a:ext uri="{FF2B5EF4-FFF2-40B4-BE49-F238E27FC236}">
                    <a16:creationId xmlns:a16="http://schemas.microsoft.com/office/drawing/2014/main" id="{210A62C5-1869-4570-8395-D76F45F76CF7}"/>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28" name="Line 21">
                <a:extLst>
                  <a:ext uri="{FF2B5EF4-FFF2-40B4-BE49-F238E27FC236}">
                    <a16:creationId xmlns:a16="http://schemas.microsoft.com/office/drawing/2014/main" id="{6B5A0528-054B-4B3A-B264-662461F6835E}"/>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29" name="Text Box 22">
                <a:extLst>
                  <a:ext uri="{FF2B5EF4-FFF2-40B4-BE49-F238E27FC236}">
                    <a16:creationId xmlns:a16="http://schemas.microsoft.com/office/drawing/2014/main" id="{BECA8B07-6EF7-4071-A12A-8478C65B225D}"/>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1530" name="Text Box 23">
                <a:extLst>
                  <a:ext uri="{FF2B5EF4-FFF2-40B4-BE49-F238E27FC236}">
                    <a16:creationId xmlns:a16="http://schemas.microsoft.com/office/drawing/2014/main" id="{0DCF6140-AAFB-4B08-B39D-BC70A5E0E602}"/>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1531" name="Text Box 24">
                <a:extLst>
                  <a:ext uri="{FF2B5EF4-FFF2-40B4-BE49-F238E27FC236}">
                    <a16:creationId xmlns:a16="http://schemas.microsoft.com/office/drawing/2014/main" id="{90A1B848-CCC6-416D-AB76-1F5DAA389205}"/>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1532" name="Text Box 25">
                <a:extLst>
                  <a:ext uri="{FF2B5EF4-FFF2-40B4-BE49-F238E27FC236}">
                    <a16:creationId xmlns:a16="http://schemas.microsoft.com/office/drawing/2014/main" id="{4DB19981-7597-4115-8C35-CFD3659A65F2}"/>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1533" name="Text Box 26">
                <a:extLst>
                  <a:ext uri="{FF2B5EF4-FFF2-40B4-BE49-F238E27FC236}">
                    <a16:creationId xmlns:a16="http://schemas.microsoft.com/office/drawing/2014/main" id="{6B23F956-8B9E-4EC0-B5E7-79EA583D2D88}"/>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1534" name="Text Box 27">
                <a:extLst>
                  <a:ext uri="{FF2B5EF4-FFF2-40B4-BE49-F238E27FC236}">
                    <a16:creationId xmlns:a16="http://schemas.microsoft.com/office/drawing/2014/main" id="{798EAB2D-81BE-42C1-9B5D-FDDB15B1543B}"/>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1535" name="Line 28">
                <a:extLst>
                  <a:ext uri="{FF2B5EF4-FFF2-40B4-BE49-F238E27FC236}">
                    <a16:creationId xmlns:a16="http://schemas.microsoft.com/office/drawing/2014/main" id="{D1C96F0F-465C-4579-9DD6-5766D2E0DA7F}"/>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36" name="Line 29">
                <a:extLst>
                  <a:ext uri="{FF2B5EF4-FFF2-40B4-BE49-F238E27FC236}">
                    <a16:creationId xmlns:a16="http://schemas.microsoft.com/office/drawing/2014/main" id="{2FF5B9A9-159C-4C9F-952D-ABD017118360}"/>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37" name="Line 30">
                <a:extLst>
                  <a:ext uri="{FF2B5EF4-FFF2-40B4-BE49-F238E27FC236}">
                    <a16:creationId xmlns:a16="http://schemas.microsoft.com/office/drawing/2014/main" id="{A14526AB-AACF-4A68-AFF8-5C4CEC098A67}"/>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38" name="Line 31">
                <a:extLst>
                  <a:ext uri="{FF2B5EF4-FFF2-40B4-BE49-F238E27FC236}">
                    <a16:creationId xmlns:a16="http://schemas.microsoft.com/office/drawing/2014/main" id="{7713EED0-6118-4F0B-AA0B-CEA1C45A998C}"/>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39" name="Line 32">
                <a:extLst>
                  <a:ext uri="{FF2B5EF4-FFF2-40B4-BE49-F238E27FC236}">
                    <a16:creationId xmlns:a16="http://schemas.microsoft.com/office/drawing/2014/main" id="{A2BA5E5A-02DA-4FAE-BBD8-68CCC9DFCCB1}"/>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40" name="Line 33">
                <a:extLst>
                  <a:ext uri="{FF2B5EF4-FFF2-40B4-BE49-F238E27FC236}">
                    <a16:creationId xmlns:a16="http://schemas.microsoft.com/office/drawing/2014/main" id="{038C32C7-1B46-4DEB-AADA-8F2FE246CB2B}"/>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41" name="Text Box 34">
                <a:extLst>
                  <a:ext uri="{FF2B5EF4-FFF2-40B4-BE49-F238E27FC236}">
                    <a16:creationId xmlns:a16="http://schemas.microsoft.com/office/drawing/2014/main" id="{D032F409-5BF9-406F-AE91-3391CD97F047}"/>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1542" name="Text Box 35">
                <a:extLst>
                  <a:ext uri="{FF2B5EF4-FFF2-40B4-BE49-F238E27FC236}">
                    <a16:creationId xmlns:a16="http://schemas.microsoft.com/office/drawing/2014/main" id="{01C74C74-A8F4-476B-8BFB-7766918030E6}"/>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1543" name="Text Box 36">
                <a:extLst>
                  <a:ext uri="{FF2B5EF4-FFF2-40B4-BE49-F238E27FC236}">
                    <a16:creationId xmlns:a16="http://schemas.microsoft.com/office/drawing/2014/main" id="{8445C546-CC9C-41AA-A7D9-CFD91D3AF918}"/>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1544" name="Text Box 37">
                <a:extLst>
                  <a:ext uri="{FF2B5EF4-FFF2-40B4-BE49-F238E27FC236}">
                    <a16:creationId xmlns:a16="http://schemas.microsoft.com/office/drawing/2014/main" id="{1021FDE9-B324-4D1D-BFCD-90954A4DA089}"/>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1545" name="Text Box 38">
                <a:extLst>
                  <a:ext uri="{FF2B5EF4-FFF2-40B4-BE49-F238E27FC236}">
                    <a16:creationId xmlns:a16="http://schemas.microsoft.com/office/drawing/2014/main" id="{7BAFE74D-26C5-4819-AAE8-687A522937CC}"/>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1546" name="Text Box 39">
                <a:extLst>
                  <a:ext uri="{FF2B5EF4-FFF2-40B4-BE49-F238E27FC236}">
                    <a16:creationId xmlns:a16="http://schemas.microsoft.com/office/drawing/2014/main" id="{AB576333-9E3B-4AED-8160-226054861935}"/>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21547" name="Text Box 40">
                <a:extLst>
                  <a:ext uri="{FF2B5EF4-FFF2-40B4-BE49-F238E27FC236}">
                    <a16:creationId xmlns:a16="http://schemas.microsoft.com/office/drawing/2014/main" id="{6129047A-ABA8-42E5-B36F-F4835275EE0C}"/>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1548" name="Text Box 41">
                <a:extLst>
                  <a:ext uri="{FF2B5EF4-FFF2-40B4-BE49-F238E27FC236}">
                    <a16:creationId xmlns:a16="http://schemas.microsoft.com/office/drawing/2014/main" id="{18B74608-3CFC-4274-86B4-B1D7B9D4FD1F}"/>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1549" name="Text Box 42">
                <a:extLst>
                  <a:ext uri="{FF2B5EF4-FFF2-40B4-BE49-F238E27FC236}">
                    <a16:creationId xmlns:a16="http://schemas.microsoft.com/office/drawing/2014/main" id="{776882BB-9BAA-4017-A907-0A20F27636CD}"/>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1550" name="Text Box 43">
                <a:extLst>
                  <a:ext uri="{FF2B5EF4-FFF2-40B4-BE49-F238E27FC236}">
                    <a16:creationId xmlns:a16="http://schemas.microsoft.com/office/drawing/2014/main" id="{C3977DC3-2AEC-4001-99E0-80E31AD214A5}"/>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1551" name="Text Box 44">
                <a:extLst>
                  <a:ext uri="{FF2B5EF4-FFF2-40B4-BE49-F238E27FC236}">
                    <a16:creationId xmlns:a16="http://schemas.microsoft.com/office/drawing/2014/main" id="{22D48904-B7C8-4777-91AE-18C9C7610EB9}"/>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1552" name="Text Box 45">
                <a:extLst>
                  <a:ext uri="{FF2B5EF4-FFF2-40B4-BE49-F238E27FC236}">
                    <a16:creationId xmlns:a16="http://schemas.microsoft.com/office/drawing/2014/main" id="{052C1117-46EF-4DFC-9239-0FA96A5867D4}"/>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21512" name="Text Box 46">
            <a:extLst>
              <a:ext uri="{FF2B5EF4-FFF2-40B4-BE49-F238E27FC236}">
                <a16:creationId xmlns:a16="http://schemas.microsoft.com/office/drawing/2014/main" id="{E30B283A-3C0A-471E-9CC2-D05775CCC50D}"/>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latin typeface="Times New Roman" panose="02020603050405020304" pitchFamily="18" charset="0"/>
                <a:ea typeface="SimSun" panose="02010600030101010101" pitchFamily="2" charset="-122"/>
              </a:rPr>
              <a:t>i=1</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=3</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=2</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a:solidFill>
                  <a:srgbClr val="FF0000"/>
                </a:solidFill>
                <a:latin typeface="Times New Roman" panose="02020603050405020304" pitchFamily="18" charset="0"/>
                <a:ea typeface="SimSun" panose="02010600030101010101" pitchFamily="2" charset="-122"/>
              </a:rPr>
              <a:t>3</a:t>
            </a:r>
          </a:p>
          <a:p>
            <a:pPr>
              <a:lnSpc>
                <a:spcPct val="110000"/>
              </a:lnSpc>
            </a:pPr>
            <a:r>
              <a:rPr lang="en-US" altLang="zh-CN" sz="2800" b="0">
                <a:latin typeface="Times New Roman" panose="02020603050405020304" pitchFamily="18" charset="0"/>
                <a:ea typeface="SimSun" panose="02010600030101010101" pitchFamily="2" charset="-122"/>
              </a:rPr>
              <a:t>w-w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 =1</a:t>
            </a:r>
          </a:p>
        </p:txBody>
      </p:sp>
      <p:sp>
        <p:nvSpPr>
          <p:cNvPr id="21513" name="Text Box 47">
            <a:extLst>
              <a:ext uri="{FF2B5EF4-FFF2-40B4-BE49-F238E27FC236}">
                <a16:creationId xmlns:a16="http://schemas.microsoft.com/office/drawing/2014/main" id="{D83C9F7D-B214-42A7-B538-00B8B689127B}"/>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a:t>
            </a:r>
            <a:r>
              <a:rPr lang="en-US" altLang="zh-CN" sz="2000" b="0">
                <a:solidFill>
                  <a:srgbClr val="FF0000"/>
                </a:solidFill>
                <a:latin typeface="Times New Roman" panose="02020603050405020304" pitchFamily="18" charset="0"/>
                <a:ea typeface="SimSun" panose="02010600030101010101" pitchFamily="2" charset="-122"/>
              </a:rPr>
              <a:t>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&lt;= 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a:t>
            </a:r>
            <a:r>
              <a:rPr lang="en-US" altLang="zh-CN" sz="2000" b="0">
                <a:solidFill>
                  <a:srgbClr val="FF0000"/>
                </a:solidFill>
                <a:latin typeface="Times New Roman" panose="02020603050405020304" pitchFamily="18" charset="0"/>
                <a:ea typeface="SimSun" panose="02010600030101010101" pitchFamily="2" charset="-122"/>
              </a:rPr>
              <a:t>b</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 V[i-1,w-w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a:t>
            </a:r>
            <a:r>
              <a:rPr lang="en-US" altLang="zh-CN" sz="2000">
                <a:latin typeface="Times New Roman" panose="02020603050405020304" pitchFamily="18" charset="0"/>
                <a:ea typeface="SimSun" panose="02010600030101010101" pitchFamily="2" charset="-122"/>
              </a:rPr>
              <a:t>V[i,w] = b</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 + V[i-1,w- w</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else</a:t>
            </a:r>
          </a:p>
          <a:p>
            <a:r>
              <a:rPr lang="en-US" altLang="zh-CN" sz="2000" b="0">
                <a:latin typeface="Times New Roman" panose="02020603050405020304" pitchFamily="18" charset="0"/>
                <a:ea typeface="SimSun" panose="02010600030101010101" pitchFamily="2" charset="-122"/>
              </a:rPr>
              <a:t>            V[i,w] = V[i-1,w]</a:t>
            </a:r>
          </a:p>
          <a:p>
            <a:r>
              <a:rPr lang="en-US" altLang="zh-CN" sz="2000" b="0">
                <a:latin typeface="Times New Roman" panose="02020603050405020304" pitchFamily="18" charset="0"/>
                <a:ea typeface="SimSun" panose="02010600030101010101" pitchFamily="2" charset="-122"/>
              </a:rPr>
              <a:t>else V[i,w] = V[i-1,w]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21514" name="Text Box 48">
            <a:extLst>
              <a:ext uri="{FF2B5EF4-FFF2-40B4-BE49-F238E27FC236}">
                <a16:creationId xmlns:a16="http://schemas.microsoft.com/office/drawing/2014/main" id="{5B037C77-1D07-4272-90D5-DED91CC6DE59}"/>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1515" name="Rectangle 49">
            <a:extLst>
              <a:ext uri="{FF2B5EF4-FFF2-40B4-BE49-F238E27FC236}">
                <a16:creationId xmlns:a16="http://schemas.microsoft.com/office/drawing/2014/main" id="{34916BE5-11AE-474C-A964-70548F28AD92}"/>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25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25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7"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Line 3">
            <a:extLst>
              <a:ext uri="{FF2B5EF4-FFF2-40B4-BE49-F238E27FC236}">
                <a16:creationId xmlns:a16="http://schemas.microsoft.com/office/drawing/2014/main" id="{0F7AC92B-DCC6-4D9B-8D10-64AD70F2CB88}"/>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22531" name="Text Box 4">
            <a:extLst>
              <a:ext uri="{FF2B5EF4-FFF2-40B4-BE49-F238E27FC236}">
                <a16:creationId xmlns:a16="http://schemas.microsoft.com/office/drawing/2014/main" id="{3E7548AB-3E60-4462-BEB7-208A16D1A91F}"/>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sp>
        <p:nvSpPr>
          <p:cNvPr id="193541" name="Text Box 5">
            <a:extLst>
              <a:ext uri="{FF2B5EF4-FFF2-40B4-BE49-F238E27FC236}">
                <a16:creationId xmlns:a16="http://schemas.microsoft.com/office/drawing/2014/main" id="{08B220EB-20A0-4FCD-A926-D5F6F19C59BF}"/>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3</a:t>
            </a:r>
            <a:endParaRPr lang="en-US" altLang="zh-CN" sz="2400" b="0">
              <a:latin typeface="Times New Roman" panose="02020603050405020304" pitchFamily="18" charset="0"/>
              <a:ea typeface="SimSun" panose="02010600030101010101" pitchFamily="2" charset="-122"/>
            </a:endParaRPr>
          </a:p>
        </p:txBody>
      </p:sp>
      <p:sp>
        <p:nvSpPr>
          <p:cNvPr id="193542" name="Line 6">
            <a:extLst>
              <a:ext uri="{FF2B5EF4-FFF2-40B4-BE49-F238E27FC236}">
                <a16:creationId xmlns:a16="http://schemas.microsoft.com/office/drawing/2014/main" id="{713BD820-31FF-4CA1-B210-2B017E3428CB}"/>
              </a:ext>
            </a:extLst>
          </p:cNvPr>
          <p:cNvSpPr>
            <a:spLocks noChangeShapeType="1"/>
          </p:cNvSpPr>
          <p:nvPr/>
        </p:nvSpPr>
        <p:spPr bwMode="auto">
          <a:xfrm>
            <a:off x="3810000" y="2362200"/>
            <a:ext cx="121920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34" name="Rectangle 7">
            <a:extLst>
              <a:ext uri="{FF2B5EF4-FFF2-40B4-BE49-F238E27FC236}">
                <a16:creationId xmlns:a16="http://schemas.microsoft.com/office/drawing/2014/main" id="{B4AD73B5-B3FB-414A-950E-9B16F858FCED}"/>
              </a:ext>
            </a:extLst>
          </p:cNvPr>
          <p:cNvSpPr>
            <a:spLocks noChangeArrowheads="1"/>
          </p:cNvSpPr>
          <p:nvPr/>
        </p:nvSpPr>
        <p:spPr bwMode="auto">
          <a:xfrm>
            <a:off x="7239000" y="533400"/>
            <a:ext cx="1676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grpSp>
        <p:nvGrpSpPr>
          <p:cNvPr id="22535" name="Group 8">
            <a:extLst>
              <a:ext uri="{FF2B5EF4-FFF2-40B4-BE49-F238E27FC236}">
                <a16:creationId xmlns:a16="http://schemas.microsoft.com/office/drawing/2014/main" id="{B37A5139-AF61-4EC8-8CD5-80DA440DDBA6}"/>
              </a:ext>
            </a:extLst>
          </p:cNvPr>
          <p:cNvGrpSpPr>
            <a:grpSpLocks/>
          </p:cNvGrpSpPr>
          <p:nvPr/>
        </p:nvGrpSpPr>
        <p:grpSpPr bwMode="auto">
          <a:xfrm>
            <a:off x="1035050" y="1676400"/>
            <a:ext cx="5441950" cy="2743200"/>
            <a:chOff x="652" y="768"/>
            <a:chExt cx="3428" cy="1728"/>
          </a:xfrm>
        </p:grpSpPr>
        <p:sp>
          <p:nvSpPr>
            <p:cNvPr id="22541" name="Text Box 9">
              <a:extLst>
                <a:ext uri="{FF2B5EF4-FFF2-40B4-BE49-F238E27FC236}">
                  <a16:creationId xmlns:a16="http://schemas.microsoft.com/office/drawing/2014/main" id="{F443C550-17B6-4324-A9C6-525C9BCBC368}"/>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2542" name="Text Box 10">
              <a:extLst>
                <a:ext uri="{FF2B5EF4-FFF2-40B4-BE49-F238E27FC236}">
                  <a16:creationId xmlns:a16="http://schemas.microsoft.com/office/drawing/2014/main" id="{B5F9E855-85D9-43A9-9414-CE09D251D458}"/>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2543" name="Text Box 11">
              <a:extLst>
                <a:ext uri="{FF2B5EF4-FFF2-40B4-BE49-F238E27FC236}">
                  <a16:creationId xmlns:a16="http://schemas.microsoft.com/office/drawing/2014/main" id="{D00DB0F5-85ED-47E5-979A-DA5A2A1F9B6A}"/>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2544" name="Text Box 12">
              <a:extLst>
                <a:ext uri="{FF2B5EF4-FFF2-40B4-BE49-F238E27FC236}">
                  <a16:creationId xmlns:a16="http://schemas.microsoft.com/office/drawing/2014/main" id="{EEAEAB65-2E61-4C14-AEE7-7804A43F7B91}"/>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2545" name="Text Box 13">
              <a:extLst>
                <a:ext uri="{FF2B5EF4-FFF2-40B4-BE49-F238E27FC236}">
                  <a16:creationId xmlns:a16="http://schemas.microsoft.com/office/drawing/2014/main" id="{B4DC2059-899B-4AE7-B1CF-F7B8034F26B7}"/>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22546" name="Group 14">
              <a:extLst>
                <a:ext uri="{FF2B5EF4-FFF2-40B4-BE49-F238E27FC236}">
                  <a16:creationId xmlns:a16="http://schemas.microsoft.com/office/drawing/2014/main" id="{19433DBB-86B8-4276-B503-429C4A77547B}"/>
                </a:ext>
              </a:extLst>
            </p:cNvPr>
            <p:cNvGrpSpPr>
              <a:grpSpLocks/>
            </p:cNvGrpSpPr>
            <p:nvPr/>
          </p:nvGrpSpPr>
          <p:grpSpPr bwMode="auto">
            <a:xfrm>
              <a:off x="652" y="768"/>
              <a:ext cx="3428" cy="1728"/>
              <a:chOff x="652" y="768"/>
              <a:chExt cx="3428" cy="1728"/>
            </a:xfrm>
          </p:grpSpPr>
          <p:sp>
            <p:nvSpPr>
              <p:cNvPr id="22547" name="Line 15">
                <a:extLst>
                  <a:ext uri="{FF2B5EF4-FFF2-40B4-BE49-F238E27FC236}">
                    <a16:creationId xmlns:a16="http://schemas.microsoft.com/office/drawing/2014/main" id="{8B74DCC8-A16E-43A0-8E3F-882263276CDC}"/>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48" name="Line 16">
                <a:extLst>
                  <a:ext uri="{FF2B5EF4-FFF2-40B4-BE49-F238E27FC236}">
                    <a16:creationId xmlns:a16="http://schemas.microsoft.com/office/drawing/2014/main" id="{9C92BDB5-E826-470C-A486-F65B5D6D530A}"/>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49" name="Line 17">
                <a:extLst>
                  <a:ext uri="{FF2B5EF4-FFF2-40B4-BE49-F238E27FC236}">
                    <a16:creationId xmlns:a16="http://schemas.microsoft.com/office/drawing/2014/main" id="{73D013A5-C1A1-4531-BA21-BBB21AE72B3D}"/>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50" name="Line 18">
                <a:extLst>
                  <a:ext uri="{FF2B5EF4-FFF2-40B4-BE49-F238E27FC236}">
                    <a16:creationId xmlns:a16="http://schemas.microsoft.com/office/drawing/2014/main" id="{CC1EB37D-2FB6-4F4A-8C17-E043B5D67CE5}"/>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51" name="Line 19">
                <a:extLst>
                  <a:ext uri="{FF2B5EF4-FFF2-40B4-BE49-F238E27FC236}">
                    <a16:creationId xmlns:a16="http://schemas.microsoft.com/office/drawing/2014/main" id="{E55E40D3-3934-40FE-8BED-97B79FDD767D}"/>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52" name="Line 20">
                <a:extLst>
                  <a:ext uri="{FF2B5EF4-FFF2-40B4-BE49-F238E27FC236}">
                    <a16:creationId xmlns:a16="http://schemas.microsoft.com/office/drawing/2014/main" id="{F4978BC6-7EE3-4413-8359-7897CB6E642E}"/>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53" name="Line 21">
                <a:extLst>
                  <a:ext uri="{FF2B5EF4-FFF2-40B4-BE49-F238E27FC236}">
                    <a16:creationId xmlns:a16="http://schemas.microsoft.com/office/drawing/2014/main" id="{854BC1F2-8411-4844-B514-C28A97949854}"/>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54" name="Text Box 22">
                <a:extLst>
                  <a:ext uri="{FF2B5EF4-FFF2-40B4-BE49-F238E27FC236}">
                    <a16:creationId xmlns:a16="http://schemas.microsoft.com/office/drawing/2014/main" id="{22EE6D2B-E6D2-4BD0-A547-041F64A1A05C}"/>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2555" name="Text Box 23">
                <a:extLst>
                  <a:ext uri="{FF2B5EF4-FFF2-40B4-BE49-F238E27FC236}">
                    <a16:creationId xmlns:a16="http://schemas.microsoft.com/office/drawing/2014/main" id="{A5DF4C96-D368-4241-913D-ED7714B62417}"/>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2556" name="Text Box 24">
                <a:extLst>
                  <a:ext uri="{FF2B5EF4-FFF2-40B4-BE49-F238E27FC236}">
                    <a16:creationId xmlns:a16="http://schemas.microsoft.com/office/drawing/2014/main" id="{372AD269-B8EB-40EB-8F9D-E8D3EF5047B6}"/>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2557" name="Text Box 25">
                <a:extLst>
                  <a:ext uri="{FF2B5EF4-FFF2-40B4-BE49-F238E27FC236}">
                    <a16:creationId xmlns:a16="http://schemas.microsoft.com/office/drawing/2014/main" id="{65FC2D87-6D84-4D25-A936-7EC36A787EC9}"/>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2558" name="Text Box 26">
                <a:extLst>
                  <a:ext uri="{FF2B5EF4-FFF2-40B4-BE49-F238E27FC236}">
                    <a16:creationId xmlns:a16="http://schemas.microsoft.com/office/drawing/2014/main" id="{A3F73ACD-2058-446F-9C78-FA689E6C9BF1}"/>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2559" name="Text Box 27">
                <a:extLst>
                  <a:ext uri="{FF2B5EF4-FFF2-40B4-BE49-F238E27FC236}">
                    <a16:creationId xmlns:a16="http://schemas.microsoft.com/office/drawing/2014/main" id="{8A607CA2-3951-409A-B503-3D1322A0251D}"/>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2560" name="Line 28">
                <a:extLst>
                  <a:ext uri="{FF2B5EF4-FFF2-40B4-BE49-F238E27FC236}">
                    <a16:creationId xmlns:a16="http://schemas.microsoft.com/office/drawing/2014/main" id="{AA4B9EF8-7658-4BEF-969C-F2EB368D744A}"/>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61" name="Line 29">
                <a:extLst>
                  <a:ext uri="{FF2B5EF4-FFF2-40B4-BE49-F238E27FC236}">
                    <a16:creationId xmlns:a16="http://schemas.microsoft.com/office/drawing/2014/main" id="{1010D54B-C4EB-44AA-BF30-B30BAF38FDAB}"/>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62" name="Line 30">
                <a:extLst>
                  <a:ext uri="{FF2B5EF4-FFF2-40B4-BE49-F238E27FC236}">
                    <a16:creationId xmlns:a16="http://schemas.microsoft.com/office/drawing/2014/main" id="{74639767-692B-4329-ADF4-FDC7AD2A0AD7}"/>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63" name="Line 31">
                <a:extLst>
                  <a:ext uri="{FF2B5EF4-FFF2-40B4-BE49-F238E27FC236}">
                    <a16:creationId xmlns:a16="http://schemas.microsoft.com/office/drawing/2014/main" id="{5AD9E5BF-1579-41BF-999A-A8EF048FF278}"/>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64" name="Line 32">
                <a:extLst>
                  <a:ext uri="{FF2B5EF4-FFF2-40B4-BE49-F238E27FC236}">
                    <a16:creationId xmlns:a16="http://schemas.microsoft.com/office/drawing/2014/main" id="{1629784A-167E-4350-B771-ED1F56172723}"/>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65" name="Line 33">
                <a:extLst>
                  <a:ext uri="{FF2B5EF4-FFF2-40B4-BE49-F238E27FC236}">
                    <a16:creationId xmlns:a16="http://schemas.microsoft.com/office/drawing/2014/main" id="{22DDEE2B-57C3-4D8C-B30F-4A1561DE58E0}"/>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66" name="Text Box 34">
                <a:extLst>
                  <a:ext uri="{FF2B5EF4-FFF2-40B4-BE49-F238E27FC236}">
                    <a16:creationId xmlns:a16="http://schemas.microsoft.com/office/drawing/2014/main" id="{C31A5C47-6A9E-49AB-A3E3-0FF30704230E}"/>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2567" name="Text Box 35">
                <a:extLst>
                  <a:ext uri="{FF2B5EF4-FFF2-40B4-BE49-F238E27FC236}">
                    <a16:creationId xmlns:a16="http://schemas.microsoft.com/office/drawing/2014/main" id="{668FF431-F662-4431-88AB-BC02A4B79EC9}"/>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2568" name="Text Box 36">
                <a:extLst>
                  <a:ext uri="{FF2B5EF4-FFF2-40B4-BE49-F238E27FC236}">
                    <a16:creationId xmlns:a16="http://schemas.microsoft.com/office/drawing/2014/main" id="{2D59F712-AEBE-4BD3-B38D-D7898798C907}"/>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2569" name="Text Box 37">
                <a:extLst>
                  <a:ext uri="{FF2B5EF4-FFF2-40B4-BE49-F238E27FC236}">
                    <a16:creationId xmlns:a16="http://schemas.microsoft.com/office/drawing/2014/main" id="{6A7F82BC-0B4A-4693-B6E1-3DC94FDE7CD8}"/>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2570" name="Text Box 38">
                <a:extLst>
                  <a:ext uri="{FF2B5EF4-FFF2-40B4-BE49-F238E27FC236}">
                    <a16:creationId xmlns:a16="http://schemas.microsoft.com/office/drawing/2014/main" id="{42C97124-D19E-45CE-84D8-45ED538AB3DE}"/>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2571" name="Text Box 39">
                <a:extLst>
                  <a:ext uri="{FF2B5EF4-FFF2-40B4-BE49-F238E27FC236}">
                    <a16:creationId xmlns:a16="http://schemas.microsoft.com/office/drawing/2014/main" id="{1CD9FA5D-E285-4E8E-BC95-BE3B1C0621DE}"/>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22572" name="Text Box 40">
                <a:extLst>
                  <a:ext uri="{FF2B5EF4-FFF2-40B4-BE49-F238E27FC236}">
                    <a16:creationId xmlns:a16="http://schemas.microsoft.com/office/drawing/2014/main" id="{33013DE2-469B-41A8-B9B7-8A26FC434770}"/>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2573" name="Text Box 41">
                <a:extLst>
                  <a:ext uri="{FF2B5EF4-FFF2-40B4-BE49-F238E27FC236}">
                    <a16:creationId xmlns:a16="http://schemas.microsoft.com/office/drawing/2014/main" id="{9EE43575-D22E-4FE1-9682-EA04E63D9FF2}"/>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2574" name="Text Box 42">
                <a:extLst>
                  <a:ext uri="{FF2B5EF4-FFF2-40B4-BE49-F238E27FC236}">
                    <a16:creationId xmlns:a16="http://schemas.microsoft.com/office/drawing/2014/main" id="{750F9F77-D185-4E56-BD8E-59B3EDE868F8}"/>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2575" name="Text Box 43">
                <a:extLst>
                  <a:ext uri="{FF2B5EF4-FFF2-40B4-BE49-F238E27FC236}">
                    <a16:creationId xmlns:a16="http://schemas.microsoft.com/office/drawing/2014/main" id="{63534BDA-0BBD-4E50-8414-97208D871791}"/>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2576" name="Text Box 44">
                <a:extLst>
                  <a:ext uri="{FF2B5EF4-FFF2-40B4-BE49-F238E27FC236}">
                    <a16:creationId xmlns:a16="http://schemas.microsoft.com/office/drawing/2014/main" id="{94AC78C2-D41E-4211-89F7-20192C47D794}"/>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2577" name="Text Box 45">
                <a:extLst>
                  <a:ext uri="{FF2B5EF4-FFF2-40B4-BE49-F238E27FC236}">
                    <a16:creationId xmlns:a16="http://schemas.microsoft.com/office/drawing/2014/main" id="{F126DAB7-E94B-408C-A5D9-A942A79C3031}"/>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22536" name="Text Box 46">
            <a:extLst>
              <a:ext uri="{FF2B5EF4-FFF2-40B4-BE49-F238E27FC236}">
                <a16:creationId xmlns:a16="http://schemas.microsoft.com/office/drawing/2014/main" id="{5644224D-66A3-45CB-827F-462382BCE860}"/>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latin typeface="Times New Roman" panose="02020603050405020304" pitchFamily="18" charset="0"/>
                <a:ea typeface="SimSun" panose="02010600030101010101" pitchFamily="2" charset="-122"/>
              </a:rPr>
              <a:t>i=1</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=3</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=2</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a:solidFill>
                  <a:srgbClr val="FF0000"/>
                </a:solidFill>
                <a:latin typeface="Times New Roman" panose="02020603050405020304" pitchFamily="18" charset="0"/>
                <a:ea typeface="SimSun" panose="02010600030101010101" pitchFamily="2" charset="-122"/>
              </a:rPr>
              <a:t>4</a:t>
            </a:r>
          </a:p>
          <a:p>
            <a:pPr>
              <a:lnSpc>
                <a:spcPct val="110000"/>
              </a:lnSpc>
            </a:pPr>
            <a:r>
              <a:rPr lang="en-US" altLang="zh-CN" sz="2800" b="0">
                <a:latin typeface="Times New Roman" panose="02020603050405020304" pitchFamily="18" charset="0"/>
                <a:ea typeface="SimSun" panose="02010600030101010101" pitchFamily="2" charset="-122"/>
              </a:rPr>
              <a:t>w-w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 =2</a:t>
            </a:r>
          </a:p>
        </p:txBody>
      </p:sp>
      <p:sp>
        <p:nvSpPr>
          <p:cNvPr id="22537" name="Text Box 47">
            <a:extLst>
              <a:ext uri="{FF2B5EF4-FFF2-40B4-BE49-F238E27FC236}">
                <a16:creationId xmlns:a16="http://schemas.microsoft.com/office/drawing/2014/main" id="{360B1722-0B8E-4481-9A12-515C846AD5CC}"/>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a:t>
            </a:r>
            <a:r>
              <a:rPr lang="en-US" altLang="zh-CN" sz="2000" b="0">
                <a:solidFill>
                  <a:srgbClr val="FF0000"/>
                </a:solidFill>
                <a:latin typeface="Times New Roman" panose="02020603050405020304" pitchFamily="18" charset="0"/>
                <a:ea typeface="SimSun" panose="02010600030101010101" pitchFamily="2" charset="-122"/>
              </a:rPr>
              <a:t>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&lt;= 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a:t>
            </a:r>
            <a:r>
              <a:rPr lang="en-US" altLang="zh-CN" sz="2000" b="0">
                <a:solidFill>
                  <a:srgbClr val="FF0000"/>
                </a:solidFill>
                <a:latin typeface="Times New Roman" panose="02020603050405020304" pitchFamily="18" charset="0"/>
                <a:ea typeface="SimSun" panose="02010600030101010101" pitchFamily="2" charset="-122"/>
              </a:rPr>
              <a:t>b</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 V[i-1,w-w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a:t>
            </a:r>
            <a:r>
              <a:rPr lang="en-US" altLang="zh-CN" sz="2000">
                <a:latin typeface="Times New Roman" panose="02020603050405020304" pitchFamily="18" charset="0"/>
                <a:ea typeface="SimSun" panose="02010600030101010101" pitchFamily="2" charset="-122"/>
              </a:rPr>
              <a:t>V[i,w] = b</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 + V[i-1,w- w</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else</a:t>
            </a:r>
          </a:p>
          <a:p>
            <a:r>
              <a:rPr lang="en-US" altLang="zh-CN" sz="2000" b="0">
                <a:latin typeface="Times New Roman" panose="02020603050405020304" pitchFamily="18" charset="0"/>
                <a:ea typeface="SimSun" panose="02010600030101010101" pitchFamily="2" charset="-122"/>
              </a:rPr>
              <a:t>            V[i,w] = V[i-1,w]</a:t>
            </a:r>
          </a:p>
          <a:p>
            <a:r>
              <a:rPr lang="en-US" altLang="zh-CN" sz="2000" b="0">
                <a:latin typeface="Times New Roman" panose="02020603050405020304" pitchFamily="18" charset="0"/>
                <a:ea typeface="SimSun" panose="02010600030101010101" pitchFamily="2" charset="-122"/>
              </a:rPr>
              <a:t>else V[i,w] = V[i-1,w]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22538" name="Text Box 48">
            <a:extLst>
              <a:ext uri="{FF2B5EF4-FFF2-40B4-BE49-F238E27FC236}">
                <a16:creationId xmlns:a16="http://schemas.microsoft.com/office/drawing/2014/main" id="{8F8289E0-E23C-4206-AD95-B8943FF5366E}"/>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2539" name="Text Box 49">
            <a:extLst>
              <a:ext uri="{FF2B5EF4-FFF2-40B4-BE49-F238E27FC236}">
                <a16:creationId xmlns:a16="http://schemas.microsoft.com/office/drawing/2014/main" id="{418A6F75-0C13-4DA9-8314-83796A68B010}"/>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2540" name="Rectangle 50">
            <a:extLst>
              <a:ext uri="{FF2B5EF4-FFF2-40B4-BE49-F238E27FC236}">
                <a16:creationId xmlns:a16="http://schemas.microsoft.com/office/drawing/2014/main" id="{A5F12D3A-1C82-4CD6-A9F6-570B0702FD5C}"/>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35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35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1"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Line 3">
            <a:extLst>
              <a:ext uri="{FF2B5EF4-FFF2-40B4-BE49-F238E27FC236}">
                <a16:creationId xmlns:a16="http://schemas.microsoft.com/office/drawing/2014/main" id="{FF930E7C-A04B-4B3C-B4C1-D46D8CEF2D60}"/>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23555" name="Text Box 4">
            <a:extLst>
              <a:ext uri="{FF2B5EF4-FFF2-40B4-BE49-F238E27FC236}">
                <a16:creationId xmlns:a16="http://schemas.microsoft.com/office/drawing/2014/main" id="{A298239E-1A55-4A2A-A63A-0B49756C2EFC}"/>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sp>
        <p:nvSpPr>
          <p:cNvPr id="194565" name="Text Box 5">
            <a:extLst>
              <a:ext uri="{FF2B5EF4-FFF2-40B4-BE49-F238E27FC236}">
                <a16:creationId xmlns:a16="http://schemas.microsoft.com/office/drawing/2014/main" id="{77A19565-476C-4C2A-9279-9DB21163C0EC}"/>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3</a:t>
            </a:r>
            <a:endParaRPr lang="en-US" altLang="zh-CN" sz="2400" b="0">
              <a:latin typeface="Times New Roman" panose="02020603050405020304" pitchFamily="18" charset="0"/>
              <a:ea typeface="SimSun" panose="02010600030101010101" pitchFamily="2" charset="-122"/>
            </a:endParaRPr>
          </a:p>
        </p:txBody>
      </p:sp>
      <p:sp>
        <p:nvSpPr>
          <p:cNvPr id="194566" name="Line 6">
            <a:extLst>
              <a:ext uri="{FF2B5EF4-FFF2-40B4-BE49-F238E27FC236}">
                <a16:creationId xmlns:a16="http://schemas.microsoft.com/office/drawing/2014/main" id="{77858145-2246-46EF-9159-F6BD23382F86}"/>
              </a:ext>
            </a:extLst>
          </p:cNvPr>
          <p:cNvSpPr>
            <a:spLocks noChangeShapeType="1"/>
          </p:cNvSpPr>
          <p:nvPr/>
        </p:nvSpPr>
        <p:spPr bwMode="auto">
          <a:xfrm>
            <a:off x="4648200" y="2362200"/>
            <a:ext cx="121920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58" name="Rectangle 7">
            <a:extLst>
              <a:ext uri="{FF2B5EF4-FFF2-40B4-BE49-F238E27FC236}">
                <a16:creationId xmlns:a16="http://schemas.microsoft.com/office/drawing/2014/main" id="{0D3C747A-C544-4755-A7C6-122985163B2F}"/>
              </a:ext>
            </a:extLst>
          </p:cNvPr>
          <p:cNvSpPr>
            <a:spLocks noChangeArrowheads="1"/>
          </p:cNvSpPr>
          <p:nvPr/>
        </p:nvSpPr>
        <p:spPr bwMode="auto">
          <a:xfrm>
            <a:off x="7239000" y="533400"/>
            <a:ext cx="1676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grpSp>
        <p:nvGrpSpPr>
          <p:cNvPr id="23559" name="Group 8">
            <a:extLst>
              <a:ext uri="{FF2B5EF4-FFF2-40B4-BE49-F238E27FC236}">
                <a16:creationId xmlns:a16="http://schemas.microsoft.com/office/drawing/2014/main" id="{08CCC40A-69C8-4BA2-89DD-CF6BA07819E6}"/>
              </a:ext>
            </a:extLst>
          </p:cNvPr>
          <p:cNvGrpSpPr>
            <a:grpSpLocks/>
          </p:cNvGrpSpPr>
          <p:nvPr/>
        </p:nvGrpSpPr>
        <p:grpSpPr bwMode="auto">
          <a:xfrm>
            <a:off x="1035050" y="1676400"/>
            <a:ext cx="5441950" cy="2743200"/>
            <a:chOff x="652" y="768"/>
            <a:chExt cx="3428" cy="1728"/>
          </a:xfrm>
        </p:grpSpPr>
        <p:sp>
          <p:nvSpPr>
            <p:cNvPr id="23566" name="Text Box 9">
              <a:extLst>
                <a:ext uri="{FF2B5EF4-FFF2-40B4-BE49-F238E27FC236}">
                  <a16:creationId xmlns:a16="http://schemas.microsoft.com/office/drawing/2014/main" id="{0CA6B27F-DF44-4F19-AF90-A0B8258FA89F}"/>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3567" name="Text Box 10">
              <a:extLst>
                <a:ext uri="{FF2B5EF4-FFF2-40B4-BE49-F238E27FC236}">
                  <a16:creationId xmlns:a16="http://schemas.microsoft.com/office/drawing/2014/main" id="{B0C04D97-D2D7-4EFB-919B-6F4414D2EB1E}"/>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3568" name="Text Box 11">
              <a:extLst>
                <a:ext uri="{FF2B5EF4-FFF2-40B4-BE49-F238E27FC236}">
                  <a16:creationId xmlns:a16="http://schemas.microsoft.com/office/drawing/2014/main" id="{A93CD712-268D-4363-8650-460A88D02364}"/>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3569" name="Text Box 12">
              <a:extLst>
                <a:ext uri="{FF2B5EF4-FFF2-40B4-BE49-F238E27FC236}">
                  <a16:creationId xmlns:a16="http://schemas.microsoft.com/office/drawing/2014/main" id="{E46B4AC9-B039-4BA9-ADC8-74F0141A7AF6}"/>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3570" name="Text Box 13">
              <a:extLst>
                <a:ext uri="{FF2B5EF4-FFF2-40B4-BE49-F238E27FC236}">
                  <a16:creationId xmlns:a16="http://schemas.microsoft.com/office/drawing/2014/main" id="{D4183D2F-79FD-4E5D-AFDF-A5215FBBDAC6}"/>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23571" name="Group 14">
              <a:extLst>
                <a:ext uri="{FF2B5EF4-FFF2-40B4-BE49-F238E27FC236}">
                  <a16:creationId xmlns:a16="http://schemas.microsoft.com/office/drawing/2014/main" id="{A8901D7E-A40A-4CBC-89CD-46639F51EC19}"/>
                </a:ext>
              </a:extLst>
            </p:cNvPr>
            <p:cNvGrpSpPr>
              <a:grpSpLocks/>
            </p:cNvGrpSpPr>
            <p:nvPr/>
          </p:nvGrpSpPr>
          <p:grpSpPr bwMode="auto">
            <a:xfrm>
              <a:off x="652" y="768"/>
              <a:ext cx="3428" cy="1728"/>
              <a:chOff x="652" y="768"/>
              <a:chExt cx="3428" cy="1728"/>
            </a:xfrm>
          </p:grpSpPr>
          <p:sp>
            <p:nvSpPr>
              <p:cNvPr id="23572" name="Line 15">
                <a:extLst>
                  <a:ext uri="{FF2B5EF4-FFF2-40B4-BE49-F238E27FC236}">
                    <a16:creationId xmlns:a16="http://schemas.microsoft.com/office/drawing/2014/main" id="{3D1FD178-C092-4BF1-A171-656FF9433268}"/>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3" name="Line 16">
                <a:extLst>
                  <a:ext uri="{FF2B5EF4-FFF2-40B4-BE49-F238E27FC236}">
                    <a16:creationId xmlns:a16="http://schemas.microsoft.com/office/drawing/2014/main" id="{08AD947F-9DBF-47E8-AB64-B94730A9F4A1}"/>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4" name="Line 17">
                <a:extLst>
                  <a:ext uri="{FF2B5EF4-FFF2-40B4-BE49-F238E27FC236}">
                    <a16:creationId xmlns:a16="http://schemas.microsoft.com/office/drawing/2014/main" id="{1E1171A7-0FA0-4075-8736-F1EFA3C77308}"/>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5" name="Line 18">
                <a:extLst>
                  <a:ext uri="{FF2B5EF4-FFF2-40B4-BE49-F238E27FC236}">
                    <a16:creationId xmlns:a16="http://schemas.microsoft.com/office/drawing/2014/main" id="{324C93F0-AEFF-489A-A1DC-2F1C9D0B4EA2}"/>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6" name="Line 19">
                <a:extLst>
                  <a:ext uri="{FF2B5EF4-FFF2-40B4-BE49-F238E27FC236}">
                    <a16:creationId xmlns:a16="http://schemas.microsoft.com/office/drawing/2014/main" id="{2EDD8DFC-91F3-4BB5-A9DB-A9FA8BFE7FCB}"/>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7" name="Line 20">
                <a:extLst>
                  <a:ext uri="{FF2B5EF4-FFF2-40B4-BE49-F238E27FC236}">
                    <a16:creationId xmlns:a16="http://schemas.microsoft.com/office/drawing/2014/main" id="{7EDB5AD5-438B-47F4-9D94-DF5EA2AAE752}"/>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8" name="Line 21">
                <a:extLst>
                  <a:ext uri="{FF2B5EF4-FFF2-40B4-BE49-F238E27FC236}">
                    <a16:creationId xmlns:a16="http://schemas.microsoft.com/office/drawing/2014/main" id="{D2D6C138-57D4-42F0-93E2-EDBC477AFC30}"/>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9" name="Text Box 22">
                <a:extLst>
                  <a:ext uri="{FF2B5EF4-FFF2-40B4-BE49-F238E27FC236}">
                    <a16:creationId xmlns:a16="http://schemas.microsoft.com/office/drawing/2014/main" id="{38BCE947-1A6E-454D-9169-E4F41AAEFC5A}"/>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3580" name="Text Box 23">
                <a:extLst>
                  <a:ext uri="{FF2B5EF4-FFF2-40B4-BE49-F238E27FC236}">
                    <a16:creationId xmlns:a16="http://schemas.microsoft.com/office/drawing/2014/main" id="{B0EA6726-686E-4E00-A823-A22DF75DF398}"/>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3581" name="Text Box 24">
                <a:extLst>
                  <a:ext uri="{FF2B5EF4-FFF2-40B4-BE49-F238E27FC236}">
                    <a16:creationId xmlns:a16="http://schemas.microsoft.com/office/drawing/2014/main" id="{8A11E3C7-C299-42AE-9EA6-9F2B6D5FB934}"/>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3582" name="Text Box 25">
                <a:extLst>
                  <a:ext uri="{FF2B5EF4-FFF2-40B4-BE49-F238E27FC236}">
                    <a16:creationId xmlns:a16="http://schemas.microsoft.com/office/drawing/2014/main" id="{8E00BAA2-F324-4EF5-8185-793F3D7A6A8E}"/>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3583" name="Text Box 26">
                <a:extLst>
                  <a:ext uri="{FF2B5EF4-FFF2-40B4-BE49-F238E27FC236}">
                    <a16:creationId xmlns:a16="http://schemas.microsoft.com/office/drawing/2014/main" id="{C50AD83D-A392-44E3-BCA2-F468ABFACD30}"/>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3584" name="Text Box 27">
                <a:extLst>
                  <a:ext uri="{FF2B5EF4-FFF2-40B4-BE49-F238E27FC236}">
                    <a16:creationId xmlns:a16="http://schemas.microsoft.com/office/drawing/2014/main" id="{1D37186A-FC95-4B30-841D-5F743DA04CFE}"/>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3585" name="Line 28">
                <a:extLst>
                  <a:ext uri="{FF2B5EF4-FFF2-40B4-BE49-F238E27FC236}">
                    <a16:creationId xmlns:a16="http://schemas.microsoft.com/office/drawing/2014/main" id="{A0D5080D-D7AE-41D6-A65F-9F6A3FB24086}"/>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6" name="Line 29">
                <a:extLst>
                  <a:ext uri="{FF2B5EF4-FFF2-40B4-BE49-F238E27FC236}">
                    <a16:creationId xmlns:a16="http://schemas.microsoft.com/office/drawing/2014/main" id="{041DEFA9-8F51-4155-A1C3-E012692E5CC4}"/>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7" name="Line 30">
                <a:extLst>
                  <a:ext uri="{FF2B5EF4-FFF2-40B4-BE49-F238E27FC236}">
                    <a16:creationId xmlns:a16="http://schemas.microsoft.com/office/drawing/2014/main" id="{B488EFE0-0AC6-450E-93E1-4EC907275539}"/>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8" name="Line 31">
                <a:extLst>
                  <a:ext uri="{FF2B5EF4-FFF2-40B4-BE49-F238E27FC236}">
                    <a16:creationId xmlns:a16="http://schemas.microsoft.com/office/drawing/2014/main" id="{42C589B3-B5B9-4845-8FDF-C3D80A642B9E}"/>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9" name="Line 32">
                <a:extLst>
                  <a:ext uri="{FF2B5EF4-FFF2-40B4-BE49-F238E27FC236}">
                    <a16:creationId xmlns:a16="http://schemas.microsoft.com/office/drawing/2014/main" id="{C159E22D-29C8-4F66-B26B-6BCE790DCC92}"/>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90" name="Line 33">
                <a:extLst>
                  <a:ext uri="{FF2B5EF4-FFF2-40B4-BE49-F238E27FC236}">
                    <a16:creationId xmlns:a16="http://schemas.microsoft.com/office/drawing/2014/main" id="{A77CAAC3-6194-4109-84BF-E7125FF6E359}"/>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91" name="Text Box 34">
                <a:extLst>
                  <a:ext uri="{FF2B5EF4-FFF2-40B4-BE49-F238E27FC236}">
                    <a16:creationId xmlns:a16="http://schemas.microsoft.com/office/drawing/2014/main" id="{1D95CF54-695F-4663-A697-2500586B8633}"/>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3592" name="Text Box 35">
                <a:extLst>
                  <a:ext uri="{FF2B5EF4-FFF2-40B4-BE49-F238E27FC236}">
                    <a16:creationId xmlns:a16="http://schemas.microsoft.com/office/drawing/2014/main" id="{96BABF25-CC6C-447C-B902-3968817E1451}"/>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3593" name="Text Box 36">
                <a:extLst>
                  <a:ext uri="{FF2B5EF4-FFF2-40B4-BE49-F238E27FC236}">
                    <a16:creationId xmlns:a16="http://schemas.microsoft.com/office/drawing/2014/main" id="{48A68ED1-F757-44B9-9700-ACBE18336E5A}"/>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3594" name="Text Box 37">
                <a:extLst>
                  <a:ext uri="{FF2B5EF4-FFF2-40B4-BE49-F238E27FC236}">
                    <a16:creationId xmlns:a16="http://schemas.microsoft.com/office/drawing/2014/main" id="{E7C22475-6917-4E6F-A096-42954F239CE2}"/>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3595" name="Text Box 38">
                <a:extLst>
                  <a:ext uri="{FF2B5EF4-FFF2-40B4-BE49-F238E27FC236}">
                    <a16:creationId xmlns:a16="http://schemas.microsoft.com/office/drawing/2014/main" id="{92950A14-DF12-45F6-86AA-94E0546E8E50}"/>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3596" name="Text Box 39">
                <a:extLst>
                  <a:ext uri="{FF2B5EF4-FFF2-40B4-BE49-F238E27FC236}">
                    <a16:creationId xmlns:a16="http://schemas.microsoft.com/office/drawing/2014/main" id="{217A32FC-B823-432C-AE25-DDD60F91F3DA}"/>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23597" name="Text Box 40">
                <a:extLst>
                  <a:ext uri="{FF2B5EF4-FFF2-40B4-BE49-F238E27FC236}">
                    <a16:creationId xmlns:a16="http://schemas.microsoft.com/office/drawing/2014/main" id="{E230437F-4E52-4AFC-BFE2-3D74F170C4B5}"/>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3598" name="Text Box 41">
                <a:extLst>
                  <a:ext uri="{FF2B5EF4-FFF2-40B4-BE49-F238E27FC236}">
                    <a16:creationId xmlns:a16="http://schemas.microsoft.com/office/drawing/2014/main" id="{F2890B4B-0A73-4695-A061-C35304F908F7}"/>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3599" name="Text Box 42">
                <a:extLst>
                  <a:ext uri="{FF2B5EF4-FFF2-40B4-BE49-F238E27FC236}">
                    <a16:creationId xmlns:a16="http://schemas.microsoft.com/office/drawing/2014/main" id="{986045D3-3E6B-44F0-B1DF-79D8B93DC94D}"/>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3600" name="Text Box 43">
                <a:extLst>
                  <a:ext uri="{FF2B5EF4-FFF2-40B4-BE49-F238E27FC236}">
                    <a16:creationId xmlns:a16="http://schemas.microsoft.com/office/drawing/2014/main" id="{5E98193E-628A-4B73-8597-AA9EB18A406D}"/>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3601" name="Text Box 44">
                <a:extLst>
                  <a:ext uri="{FF2B5EF4-FFF2-40B4-BE49-F238E27FC236}">
                    <a16:creationId xmlns:a16="http://schemas.microsoft.com/office/drawing/2014/main" id="{F0D85F2B-F7EF-4F46-91D2-A3AEC72E2EDE}"/>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3602" name="Text Box 45">
                <a:extLst>
                  <a:ext uri="{FF2B5EF4-FFF2-40B4-BE49-F238E27FC236}">
                    <a16:creationId xmlns:a16="http://schemas.microsoft.com/office/drawing/2014/main" id="{B3CFD37D-4913-4DA6-8520-B330B7F395A5}"/>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23560" name="Text Box 46">
            <a:extLst>
              <a:ext uri="{FF2B5EF4-FFF2-40B4-BE49-F238E27FC236}">
                <a16:creationId xmlns:a16="http://schemas.microsoft.com/office/drawing/2014/main" id="{5EA8052F-2BF8-4A57-AA6C-F13060159CE0}"/>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latin typeface="Times New Roman" panose="02020603050405020304" pitchFamily="18" charset="0"/>
                <a:ea typeface="SimSun" panose="02010600030101010101" pitchFamily="2" charset="-122"/>
              </a:rPr>
              <a:t>i=1</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=3</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=2</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a:solidFill>
                  <a:srgbClr val="FF0000"/>
                </a:solidFill>
                <a:latin typeface="Times New Roman" panose="02020603050405020304" pitchFamily="18" charset="0"/>
                <a:ea typeface="SimSun" panose="02010600030101010101" pitchFamily="2" charset="-122"/>
              </a:rPr>
              <a:t>5</a:t>
            </a:r>
          </a:p>
          <a:p>
            <a:pPr>
              <a:lnSpc>
                <a:spcPct val="110000"/>
              </a:lnSpc>
            </a:pPr>
            <a:r>
              <a:rPr lang="en-US" altLang="zh-CN" sz="2800" b="0">
                <a:latin typeface="Times New Roman" panose="02020603050405020304" pitchFamily="18" charset="0"/>
                <a:ea typeface="SimSun" panose="02010600030101010101" pitchFamily="2" charset="-122"/>
              </a:rPr>
              <a:t>w-w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 =3</a:t>
            </a:r>
          </a:p>
        </p:txBody>
      </p:sp>
      <p:sp>
        <p:nvSpPr>
          <p:cNvPr id="23561" name="Text Box 47">
            <a:extLst>
              <a:ext uri="{FF2B5EF4-FFF2-40B4-BE49-F238E27FC236}">
                <a16:creationId xmlns:a16="http://schemas.microsoft.com/office/drawing/2014/main" id="{C72AD118-4B4B-4808-B3CE-498326200610}"/>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a:t>
            </a:r>
            <a:r>
              <a:rPr lang="en-US" altLang="zh-CN" sz="2000" b="0">
                <a:solidFill>
                  <a:srgbClr val="FF0000"/>
                </a:solidFill>
                <a:latin typeface="Times New Roman" panose="02020603050405020304" pitchFamily="18" charset="0"/>
                <a:ea typeface="SimSun" panose="02010600030101010101" pitchFamily="2" charset="-122"/>
              </a:rPr>
              <a:t>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&lt;= 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a:t>
            </a:r>
            <a:r>
              <a:rPr lang="en-US" altLang="zh-CN" sz="2000" b="0">
                <a:solidFill>
                  <a:srgbClr val="FF0000"/>
                </a:solidFill>
                <a:latin typeface="Times New Roman" panose="02020603050405020304" pitchFamily="18" charset="0"/>
                <a:ea typeface="SimSun" panose="02010600030101010101" pitchFamily="2" charset="-122"/>
              </a:rPr>
              <a:t>b</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 V[i-1,w-w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a:t>
            </a:r>
            <a:r>
              <a:rPr lang="en-US" altLang="zh-CN" sz="2000">
                <a:latin typeface="Times New Roman" panose="02020603050405020304" pitchFamily="18" charset="0"/>
                <a:ea typeface="SimSun" panose="02010600030101010101" pitchFamily="2" charset="-122"/>
              </a:rPr>
              <a:t>V[i,w] = b</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 + V[i-1,w- w</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else</a:t>
            </a:r>
          </a:p>
          <a:p>
            <a:r>
              <a:rPr lang="en-US" altLang="zh-CN" sz="2000" b="0">
                <a:latin typeface="Times New Roman" panose="02020603050405020304" pitchFamily="18" charset="0"/>
                <a:ea typeface="SimSun" panose="02010600030101010101" pitchFamily="2" charset="-122"/>
              </a:rPr>
              <a:t>            V[i,w] = V[i-1,w]</a:t>
            </a:r>
          </a:p>
          <a:p>
            <a:r>
              <a:rPr lang="en-US" altLang="zh-CN" sz="2000" b="0">
                <a:latin typeface="Times New Roman" panose="02020603050405020304" pitchFamily="18" charset="0"/>
                <a:ea typeface="SimSun" panose="02010600030101010101" pitchFamily="2" charset="-122"/>
              </a:rPr>
              <a:t>else V[i,w] = V[i-1,w]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23562" name="Text Box 48">
            <a:extLst>
              <a:ext uri="{FF2B5EF4-FFF2-40B4-BE49-F238E27FC236}">
                <a16:creationId xmlns:a16="http://schemas.microsoft.com/office/drawing/2014/main" id="{B0E9A7CE-408B-45C3-B1BA-94A2136BCE4E}"/>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3563" name="Text Box 49">
            <a:extLst>
              <a:ext uri="{FF2B5EF4-FFF2-40B4-BE49-F238E27FC236}">
                <a16:creationId xmlns:a16="http://schemas.microsoft.com/office/drawing/2014/main" id="{0B96AC69-F10A-471D-8757-52B6BB871CA2}"/>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3564" name="Text Box 50">
            <a:extLst>
              <a:ext uri="{FF2B5EF4-FFF2-40B4-BE49-F238E27FC236}">
                <a16:creationId xmlns:a16="http://schemas.microsoft.com/office/drawing/2014/main" id="{D121BB6C-0877-487F-AA39-672281A6C425}"/>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3565" name="Rectangle 51">
            <a:extLst>
              <a:ext uri="{FF2B5EF4-FFF2-40B4-BE49-F238E27FC236}">
                <a16:creationId xmlns:a16="http://schemas.microsoft.com/office/drawing/2014/main" id="{845906F5-3BA5-4DB1-AEDE-59923EB3B60B}"/>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456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45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5"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Line 3">
            <a:extLst>
              <a:ext uri="{FF2B5EF4-FFF2-40B4-BE49-F238E27FC236}">
                <a16:creationId xmlns:a16="http://schemas.microsoft.com/office/drawing/2014/main" id="{BAD18CF8-B4A3-4CA2-B2B8-85AF58368C40}"/>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24579" name="Text Box 4">
            <a:extLst>
              <a:ext uri="{FF2B5EF4-FFF2-40B4-BE49-F238E27FC236}">
                <a16:creationId xmlns:a16="http://schemas.microsoft.com/office/drawing/2014/main" id="{0FF2940C-65FF-4399-A8B0-115E6B3B5644}"/>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24580" name="Group 8">
            <a:extLst>
              <a:ext uri="{FF2B5EF4-FFF2-40B4-BE49-F238E27FC236}">
                <a16:creationId xmlns:a16="http://schemas.microsoft.com/office/drawing/2014/main" id="{3603AC0F-DC45-4184-A57B-156505832557}"/>
              </a:ext>
            </a:extLst>
          </p:cNvPr>
          <p:cNvGrpSpPr>
            <a:grpSpLocks/>
          </p:cNvGrpSpPr>
          <p:nvPr/>
        </p:nvGrpSpPr>
        <p:grpSpPr bwMode="auto">
          <a:xfrm>
            <a:off x="1035050" y="1676400"/>
            <a:ext cx="5441950" cy="2743200"/>
            <a:chOff x="652" y="768"/>
            <a:chExt cx="3428" cy="1728"/>
          </a:xfrm>
        </p:grpSpPr>
        <p:sp>
          <p:nvSpPr>
            <p:cNvPr id="24591" name="Text Box 9">
              <a:extLst>
                <a:ext uri="{FF2B5EF4-FFF2-40B4-BE49-F238E27FC236}">
                  <a16:creationId xmlns:a16="http://schemas.microsoft.com/office/drawing/2014/main" id="{B8C5BE7E-D9A4-4044-B9D8-F92D7A450549}"/>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4592" name="Text Box 10">
              <a:extLst>
                <a:ext uri="{FF2B5EF4-FFF2-40B4-BE49-F238E27FC236}">
                  <a16:creationId xmlns:a16="http://schemas.microsoft.com/office/drawing/2014/main" id="{168BB959-C63F-4FF0-B4EC-1A12A51CE713}"/>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4593" name="Text Box 11">
              <a:extLst>
                <a:ext uri="{FF2B5EF4-FFF2-40B4-BE49-F238E27FC236}">
                  <a16:creationId xmlns:a16="http://schemas.microsoft.com/office/drawing/2014/main" id="{21990065-3D25-4937-B7BE-50D122AE496D}"/>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4594" name="Text Box 12">
              <a:extLst>
                <a:ext uri="{FF2B5EF4-FFF2-40B4-BE49-F238E27FC236}">
                  <a16:creationId xmlns:a16="http://schemas.microsoft.com/office/drawing/2014/main" id="{2B66DA69-33CD-4559-AA07-06DBAA608C4B}"/>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4595" name="Text Box 13">
              <a:extLst>
                <a:ext uri="{FF2B5EF4-FFF2-40B4-BE49-F238E27FC236}">
                  <a16:creationId xmlns:a16="http://schemas.microsoft.com/office/drawing/2014/main" id="{7F279646-57F6-4FD0-9217-EF85673C09F7}"/>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24596" name="Group 14">
              <a:extLst>
                <a:ext uri="{FF2B5EF4-FFF2-40B4-BE49-F238E27FC236}">
                  <a16:creationId xmlns:a16="http://schemas.microsoft.com/office/drawing/2014/main" id="{8B7BAFE7-A6E0-4DA2-930F-5FFC45A1AEE2}"/>
                </a:ext>
              </a:extLst>
            </p:cNvPr>
            <p:cNvGrpSpPr>
              <a:grpSpLocks/>
            </p:cNvGrpSpPr>
            <p:nvPr/>
          </p:nvGrpSpPr>
          <p:grpSpPr bwMode="auto">
            <a:xfrm>
              <a:off x="652" y="768"/>
              <a:ext cx="3428" cy="1728"/>
              <a:chOff x="652" y="768"/>
              <a:chExt cx="3428" cy="1728"/>
            </a:xfrm>
          </p:grpSpPr>
          <p:sp>
            <p:nvSpPr>
              <p:cNvPr id="24597" name="Line 15">
                <a:extLst>
                  <a:ext uri="{FF2B5EF4-FFF2-40B4-BE49-F238E27FC236}">
                    <a16:creationId xmlns:a16="http://schemas.microsoft.com/office/drawing/2014/main" id="{801775AA-8718-45E7-9FAF-B3190509D046}"/>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98" name="Line 16">
                <a:extLst>
                  <a:ext uri="{FF2B5EF4-FFF2-40B4-BE49-F238E27FC236}">
                    <a16:creationId xmlns:a16="http://schemas.microsoft.com/office/drawing/2014/main" id="{A1191BDB-423D-4E54-BD33-303F6DEA0729}"/>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99" name="Line 17">
                <a:extLst>
                  <a:ext uri="{FF2B5EF4-FFF2-40B4-BE49-F238E27FC236}">
                    <a16:creationId xmlns:a16="http://schemas.microsoft.com/office/drawing/2014/main" id="{DD1159B8-6C3C-4E4A-96BA-539AA9A0DE95}"/>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00" name="Line 18">
                <a:extLst>
                  <a:ext uri="{FF2B5EF4-FFF2-40B4-BE49-F238E27FC236}">
                    <a16:creationId xmlns:a16="http://schemas.microsoft.com/office/drawing/2014/main" id="{27924A2E-6E92-4467-9767-40B43AC6EF90}"/>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01" name="Line 19">
                <a:extLst>
                  <a:ext uri="{FF2B5EF4-FFF2-40B4-BE49-F238E27FC236}">
                    <a16:creationId xmlns:a16="http://schemas.microsoft.com/office/drawing/2014/main" id="{C102C779-E907-4D37-81A5-600A73C14FA4}"/>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02" name="Line 20">
                <a:extLst>
                  <a:ext uri="{FF2B5EF4-FFF2-40B4-BE49-F238E27FC236}">
                    <a16:creationId xmlns:a16="http://schemas.microsoft.com/office/drawing/2014/main" id="{0019A1F6-71B9-46D1-AD2E-70603F114E1C}"/>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03" name="Line 21">
                <a:extLst>
                  <a:ext uri="{FF2B5EF4-FFF2-40B4-BE49-F238E27FC236}">
                    <a16:creationId xmlns:a16="http://schemas.microsoft.com/office/drawing/2014/main" id="{F0566300-6B09-4242-907F-57B4B70F7864}"/>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04" name="Text Box 22">
                <a:extLst>
                  <a:ext uri="{FF2B5EF4-FFF2-40B4-BE49-F238E27FC236}">
                    <a16:creationId xmlns:a16="http://schemas.microsoft.com/office/drawing/2014/main" id="{9A5C5E4B-BCE4-44FD-AA7A-20C282CEEF87}"/>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4605" name="Text Box 23">
                <a:extLst>
                  <a:ext uri="{FF2B5EF4-FFF2-40B4-BE49-F238E27FC236}">
                    <a16:creationId xmlns:a16="http://schemas.microsoft.com/office/drawing/2014/main" id="{B1506644-CF81-4102-A82C-1AEB50DBA3FB}"/>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4606" name="Text Box 24">
                <a:extLst>
                  <a:ext uri="{FF2B5EF4-FFF2-40B4-BE49-F238E27FC236}">
                    <a16:creationId xmlns:a16="http://schemas.microsoft.com/office/drawing/2014/main" id="{A1B838E9-A06B-422D-9434-893F5C308B58}"/>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4607" name="Text Box 25">
                <a:extLst>
                  <a:ext uri="{FF2B5EF4-FFF2-40B4-BE49-F238E27FC236}">
                    <a16:creationId xmlns:a16="http://schemas.microsoft.com/office/drawing/2014/main" id="{21152D90-622C-49B2-BA68-B35A5284C72D}"/>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4608" name="Text Box 26">
                <a:extLst>
                  <a:ext uri="{FF2B5EF4-FFF2-40B4-BE49-F238E27FC236}">
                    <a16:creationId xmlns:a16="http://schemas.microsoft.com/office/drawing/2014/main" id="{3D727482-DB67-4297-B074-4BE0D2D56EFF}"/>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4609" name="Text Box 27">
                <a:extLst>
                  <a:ext uri="{FF2B5EF4-FFF2-40B4-BE49-F238E27FC236}">
                    <a16:creationId xmlns:a16="http://schemas.microsoft.com/office/drawing/2014/main" id="{34F28317-E314-4573-A4B8-D2D7A7FC3183}"/>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4610" name="Line 28">
                <a:extLst>
                  <a:ext uri="{FF2B5EF4-FFF2-40B4-BE49-F238E27FC236}">
                    <a16:creationId xmlns:a16="http://schemas.microsoft.com/office/drawing/2014/main" id="{F032738B-7BB0-4426-9389-BBDB1C88F165}"/>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11" name="Line 29">
                <a:extLst>
                  <a:ext uri="{FF2B5EF4-FFF2-40B4-BE49-F238E27FC236}">
                    <a16:creationId xmlns:a16="http://schemas.microsoft.com/office/drawing/2014/main" id="{B02A026A-2E7F-4BE1-9264-E9F698808ADF}"/>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12" name="Line 30">
                <a:extLst>
                  <a:ext uri="{FF2B5EF4-FFF2-40B4-BE49-F238E27FC236}">
                    <a16:creationId xmlns:a16="http://schemas.microsoft.com/office/drawing/2014/main" id="{5CE0367B-005E-4CCB-A81F-CBC62414E763}"/>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13" name="Line 31">
                <a:extLst>
                  <a:ext uri="{FF2B5EF4-FFF2-40B4-BE49-F238E27FC236}">
                    <a16:creationId xmlns:a16="http://schemas.microsoft.com/office/drawing/2014/main" id="{E0EA1CE2-285B-4BE1-9D16-A513F71AF762}"/>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14" name="Line 32">
                <a:extLst>
                  <a:ext uri="{FF2B5EF4-FFF2-40B4-BE49-F238E27FC236}">
                    <a16:creationId xmlns:a16="http://schemas.microsoft.com/office/drawing/2014/main" id="{C1539284-A62B-418D-B89A-390F8EFFA7ED}"/>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15" name="Line 33">
                <a:extLst>
                  <a:ext uri="{FF2B5EF4-FFF2-40B4-BE49-F238E27FC236}">
                    <a16:creationId xmlns:a16="http://schemas.microsoft.com/office/drawing/2014/main" id="{338D2FE5-89F2-4483-9016-079EB9B3C03F}"/>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16" name="Text Box 34">
                <a:extLst>
                  <a:ext uri="{FF2B5EF4-FFF2-40B4-BE49-F238E27FC236}">
                    <a16:creationId xmlns:a16="http://schemas.microsoft.com/office/drawing/2014/main" id="{911884A6-3035-47BF-8621-6BA57BF89FE8}"/>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4617" name="Text Box 35">
                <a:extLst>
                  <a:ext uri="{FF2B5EF4-FFF2-40B4-BE49-F238E27FC236}">
                    <a16:creationId xmlns:a16="http://schemas.microsoft.com/office/drawing/2014/main" id="{65662E2A-7502-4F5B-85DF-533C83FA8FCD}"/>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4618" name="Text Box 36">
                <a:extLst>
                  <a:ext uri="{FF2B5EF4-FFF2-40B4-BE49-F238E27FC236}">
                    <a16:creationId xmlns:a16="http://schemas.microsoft.com/office/drawing/2014/main" id="{BB7AF175-7DE4-4DE3-BA04-366153B7312F}"/>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4619" name="Text Box 37">
                <a:extLst>
                  <a:ext uri="{FF2B5EF4-FFF2-40B4-BE49-F238E27FC236}">
                    <a16:creationId xmlns:a16="http://schemas.microsoft.com/office/drawing/2014/main" id="{AAA63FF4-E043-494D-A2C0-53D83F8F4C2B}"/>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4620" name="Text Box 38">
                <a:extLst>
                  <a:ext uri="{FF2B5EF4-FFF2-40B4-BE49-F238E27FC236}">
                    <a16:creationId xmlns:a16="http://schemas.microsoft.com/office/drawing/2014/main" id="{E890CABA-AA93-460D-A85B-01F970611B18}"/>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4621" name="Text Box 39">
                <a:extLst>
                  <a:ext uri="{FF2B5EF4-FFF2-40B4-BE49-F238E27FC236}">
                    <a16:creationId xmlns:a16="http://schemas.microsoft.com/office/drawing/2014/main" id="{3E7B1FBF-AC11-4827-9B57-75D2A6542515}"/>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24622" name="Text Box 40">
                <a:extLst>
                  <a:ext uri="{FF2B5EF4-FFF2-40B4-BE49-F238E27FC236}">
                    <a16:creationId xmlns:a16="http://schemas.microsoft.com/office/drawing/2014/main" id="{EE511381-B8A0-46DB-BBD3-83BD26067160}"/>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4623" name="Text Box 41">
                <a:extLst>
                  <a:ext uri="{FF2B5EF4-FFF2-40B4-BE49-F238E27FC236}">
                    <a16:creationId xmlns:a16="http://schemas.microsoft.com/office/drawing/2014/main" id="{4006553C-923B-4945-B8A3-24B236290132}"/>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4624" name="Text Box 42">
                <a:extLst>
                  <a:ext uri="{FF2B5EF4-FFF2-40B4-BE49-F238E27FC236}">
                    <a16:creationId xmlns:a16="http://schemas.microsoft.com/office/drawing/2014/main" id="{BF55DC4F-0CDF-44D0-9028-8DD40B8B0E56}"/>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4625" name="Text Box 43">
                <a:extLst>
                  <a:ext uri="{FF2B5EF4-FFF2-40B4-BE49-F238E27FC236}">
                    <a16:creationId xmlns:a16="http://schemas.microsoft.com/office/drawing/2014/main" id="{EB75AA42-4852-4347-A15C-52F7720C30D5}"/>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4626" name="Text Box 44">
                <a:extLst>
                  <a:ext uri="{FF2B5EF4-FFF2-40B4-BE49-F238E27FC236}">
                    <a16:creationId xmlns:a16="http://schemas.microsoft.com/office/drawing/2014/main" id="{553E3E7B-2B87-4179-AF99-32B6304335CD}"/>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4627" name="Text Box 45">
                <a:extLst>
                  <a:ext uri="{FF2B5EF4-FFF2-40B4-BE49-F238E27FC236}">
                    <a16:creationId xmlns:a16="http://schemas.microsoft.com/office/drawing/2014/main" id="{93C14B73-59A5-4307-802C-8C40DF9C160C}"/>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24581" name="Text Box 46">
            <a:extLst>
              <a:ext uri="{FF2B5EF4-FFF2-40B4-BE49-F238E27FC236}">
                <a16:creationId xmlns:a16="http://schemas.microsoft.com/office/drawing/2014/main" id="{8FBAF8AF-E803-4D7D-B957-A4B08C5F3BFF}"/>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solidFill>
                  <a:srgbClr val="FF0000"/>
                </a:solidFill>
                <a:latin typeface="Times New Roman" panose="02020603050405020304" pitchFamily="18" charset="0"/>
                <a:ea typeface="SimSun" panose="02010600030101010101" pitchFamily="2" charset="-122"/>
              </a:rPr>
              <a:t>i=2</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=4</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=3</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a:solidFill>
                  <a:srgbClr val="FF0000"/>
                </a:solidFill>
                <a:latin typeface="Times New Roman" panose="02020603050405020304" pitchFamily="18" charset="0"/>
                <a:ea typeface="SimSun" panose="02010600030101010101" pitchFamily="2" charset="-122"/>
              </a:rPr>
              <a:t>1</a:t>
            </a:r>
          </a:p>
          <a:p>
            <a:pPr>
              <a:lnSpc>
                <a:spcPct val="110000"/>
              </a:lnSpc>
            </a:pPr>
            <a:r>
              <a:rPr lang="en-US" altLang="zh-CN" sz="2800" b="0">
                <a:latin typeface="Times New Roman" panose="02020603050405020304" pitchFamily="18" charset="0"/>
                <a:ea typeface="SimSun" panose="02010600030101010101" pitchFamily="2" charset="-122"/>
              </a:rPr>
              <a:t>w-w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 =-2</a:t>
            </a:r>
          </a:p>
        </p:txBody>
      </p:sp>
      <p:sp>
        <p:nvSpPr>
          <p:cNvPr id="24582" name="Text Box 48">
            <a:extLst>
              <a:ext uri="{FF2B5EF4-FFF2-40B4-BE49-F238E27FC236}">
                <a16:creationId xmlns:a16="http://schemas.microsoft.com/office/drawing/2014/main" id="{352B36E2-3817-4F91-9DA5-396AD399A970}"/>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4583" name="Text Box 49">
            <a:extLst>
              <a:ext uri="{FF2B5EF4-FFF2-40B4-BE49-F238E27FC236}">
                <a16:creationId xmlns:a16="http://schemas.microsoft.com/office/drawing/2014/main" id="{ECDCC56D-34C7-4C56-860C-1547369B825D}"/>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4584" name="Text Box 50">
            <a:extLst>
              <a:ext uri="{FF2B5EF4-FFF2-40B4-BE49-F238E27FC236}">
                <a16:creationId xmlns:a16="http://schemas.microsoft.com/office/drawing/2014/main" id="{DE547987-162C-4F63-980E-15B436878E12}"/>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4585" name="Rectangle 51">
            <a:extLst>
              <a:ext uri="{FF2B5EF4-FFF2-40B4-BE49-F238E27FC236}">
                <a16:creationId xmlns:a16="http://schemas.microsoft.com/office/drawing/2014/main" id="{1F0B4C03-9BA7-4E8D-9C19-F7E9C9C4CA7E}"/>
              </a:ext>
            </a:extLst>
          </p:cNvPr>
          <p:cNvSpPr>
            <a:spLocks noChangeArrowheads="1"/>
          </p:cNvSpPr>
          <p:nvPr/>
        </p:nvSpPr>
        <p:spPr bwMode="auto">
          <a:xfrm>
            <a:off x="7239000" y="533400"/>
            <a:ext cx="1676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4586" name="Text Box 52">
            <a:extLst>
              <a:ext uri="{FF2B5EF4-FFF2-40B4-BE49-F238E27FC236}">
                <a16:creationId xmlns:a16="http://schemas.microsoft.com/office/drawing/2014/main" id="{ECC1E3D6-BCCB-4C43-BC72-76732956F49E}"/>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195637" name="Line 53">
            <a:extLst>
              <a:ext uri="{FF2B5EF4-FFF2-40B4-BE49-F238E27FC236}">
                <a16:creationId xmlns:a16="http://schemas.microsoft.com/office/drawing/2014/main" id="{31FBE5C7-B6A7-4A6D-8883-94E6F05D3AA5}"/>
              </a:ext>
            </a:extLst>
          </p:cNvPr>
          <p:cNvSpPr>
            <a:spLocks noChangeShapeType="1"/>
          </p:cNvSpPr>
          <p:nvPr/>
        </p:nvSpPr>
        <p:spPr bwMode="auto">
          <a:xfrm>
            <a:off x="2514600" y="2871788"/>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5638" name="Text Box 54">
            <a:extLst>
              <a:ext uri="{FF2B5EF4-FFF2-40B4-BE49-F238E27FC236}">
                <a16:creationId xmlns:a16="http://schemas.microsoft.com/office/drawing/2014/main" id="{C99672D8-6779-4C40-A377-37D7109BF8C7}"/>
              </a:ext>
            </a:extLst>
          </p:cNvPr>
          <p:cNvSpPr txBox="1">
            <a:spLocks noChangeArrowheads="1"/>
          </p:cNvSpPr>
          <p:nvPr/>
        </p:nvSpPr>
        <p:spPr bwMode="auto">
          <a:xfrm>
            <a:off x="248285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0</a:t>
            </a:r>
            <a:endParaRPr lang="en-US" altLang="zh-CN" sz="2400" b="0">
              <a:latin typeface="Times New Roman" panose="02020603050405020304" pitchFamily="18" charset="0"/>
              <a:ea typeface="SimSun" panose="02010600030101010101" pitchFamily="2" charset="-122"/>
            </a:endParaRPr>
          </a:p>
        </p:txBody>
      </p:sp>
      <p:sp>
        <p:nvSpPr>
          <p:cNvPr id="24589" name="Text Box 56">
            <a:extLst>
              <a:ext uri="{FF2B5EF4-FFF2-40B4-BE49-F238E27FC236}">
                <a16:creationId xmlns:a16="http://schemas.microsoft.com/office/drawing/2014/main" id="{CE6F5F59-511E-4E10-B84A-7E615E70824F}"/>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&lt;= w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V[i,w] =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 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else</a:t>
            </a:r>
          </a:p>
          <a:p>
            <a:r>
              <a:rPr lang="en-US" altLang="zh-CN" sz="2000" b="0">
                <a:latin typeface="Times New Roman" panose="02020603050405020304" pitchFamily="18" charset="0"/>
                <a:ea typeface="SimSun" panose="02010600030101010101" pitchFamily="2" charset="-122"/>
              </a:rPr>
              <a:t>            V[i,w] = V[i-1,w]</a:t>
            </a:r>
          </a:p>
          <a:p>
            <a:r>
              <a:rPr lang="en-US" altLang="zh-CN" sz="2000" b="0">
                <a:solidFill>
                  <a:srgbClr val="FF0000"/>
                </a:solidFill>
                <a:latin typeface="Times New Roman" panose="02020603050405020304" pitchFamily="18" charset="0"/>
                <a:ea typeface="SimSun" panose="02010600030101010101" pitchFamily="2" charset="-122"/>
              </a:rPr>
              <a:t>else </a:t>
            </a:r>
            <a:r>
              <a:rPr lang="en-US" altLang="zh-CN" sz="2000">
                <a:latin typeface="Times New Roman" panose="02020603050405020304" pitchFamily="18" charset="0"/>
                <a:ea typeface="SimSun" panose="02010600030101010101" pitchFamily="2" charset="-122"/>
              </a:rPr>
              <a:t>V[i,w] = V[i-1,w]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24590" name="Rectangle 57">
            <a:extLst>
              <a:ext uri="{FF2B5EF4-FFF2-40B4-BE49-F238E27FC236}">
                <a16:creationId xmlns:a16="http://schemas.microsoft.com/office/drawing/2014/main" id="{C8D6AA09-B48C-4710-A0ED-EF6DAF6D3807}"/>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563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56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38"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Line 3">
            <a:extLst>
              <a:ext uri="{FF2B5EF4-FFF2-40B4-BE49-F238E27FC236}">
                <a16:creationId xmlns:a16="http://schemas.microsoft.com/office/drawing/2014/main" id="{61DDFCC5-A1C4-4D97-8436-0ABC8B03C455}"/>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25603" name="Text Box 4">
            <a:extLst>
              <a:ext uri="{FF2B5EF4-FFF2-40B4-BE49-F238E27FC236}">
                <a16:creationId xmlns:a16="http://schemas.microsoft.com/office/drawing/2014/main" id="{E4DE196A-F80E-4EE2-B3B2-60705C13CE2B}"/>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25604" name="Group 5">
            <a:extLst>
              <a:ext uri="{FF2B5EF4-FFF2-40B4-BE49-F238E27FC236}">
                <a16:creationId xmlns:a16="http://schemas.microsoft.com/office/drawing/2014/main" id="{9C012C1B-4045-4644-9B29-DC89021BD24A}"/>
              </a:ext>
            </a:extLst>
          </p:cNvPr>
          <p:cNvGrpSpPr>
            <a:grpSpLocks/>
          </p:cNvGrpSpPr>
          <p:nvPr/>
        </p:nvGrpSpPr>
        <p:grpSpPr bwMode="auto">
          <a:xfrm>
            <a:off x="1035050" y="1676400"/>
            <a:ext cx="5441950" cy="2743200"/>
            <a:chOff x="652" y="768"/>
            <a:chExt cx="3428" cy="1728"/>
          </a:xfrm>
        </p:grpSpPr>
        <p:sp>
          <p:nvSpPr>
            <p:cNvPr id="25616" name="Text Box 6">
              <a:extLst>
                <a:ext uri="{FF2B5EF4-FFF2-40B4-BE49-F238E27FC236}">
                  <a16:creationId xmlns:a16="http://schemas.microsoft.com/office/drawing/2014/main" id="{E7E42496-08F8-4A36-94FE-53A8871CED58}"/>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5617" name="Text Box 7">
              <a:extLst>
                <a:ext uri="{FF2B5EF4-FFF2-40B4-BE49-F238E27FC236}">
                  <a16:creationId xmlns:a16="http://schemas.microsoft.com/office/drawing/2014/main" id="{F5B04EB0-1001-4B5D-9669-19A64A19C31F}"/>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5618" name="Text Box 8">
              <a:extLst>
                <a:ext uri="{FF2B5EF4-FFF2-40B4-BE49-F238E27FC236}">
                  <a16:creationId xmlns:a16="http://schemas.microsoft.com/office/drawing/2014/main" id="{44E24A04-A877-491B-8A8F-CF1AB5C24608}"/>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5619" name="Text Box 9">
              <a:extLst>
                <a:ext uri="{FF2B5EF4-FFF2-40B4-BE49-F238E27FC236}">
                  <a16:creationId xmlns:a16="http://schemas.microsoft.com/office/drawing/2014/main" id="{445A005F-5A94-481F-B384-31B39522507B}"/>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5620" name="Text Box 10">
              <a:extLst>
                <a:ext uri="{FF2B5EF4-FFF2-40B4-BE49-F238E27FC236}">
                  <a16:creationId xmlns:a16="http://schemas.microsoft.com/office/drawing/2014/main" id="{CFB79079-0FED-4C87-A55D-62112D3C5664}"/>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25621" name="Group 11">
              <a:extLst>
                <a:ext uri="{FF2B5EF4-FFF2-40B4-BE49-F238E27FC236}">
                  <a16:creationId xmlns:a16="http://schemas.microsoft.com/office/drawing/2014/main" id="{BDEA6D02-A3B3-4ABD-8E4A-2E8814FF2CF1}"/>
                </a:ext>
              </a:extLst>
            </p:cNvPr>
            <p:cNvGrpSpPr>
              <a:grpSpLocks/>
            </p:cNvGrpSpPr>
            <p:nvPr/>
          </p:nvGrpSpPr>
          <p:grpSpPr bwMode="auto">
            <a:xfrm>
              <a:off x="652" y="768"/>
              <a:ext cx="3428" cy="1728"/>
              <a:chOff x="652" y="768"/>
              <a:chExt cx="3428" cy="1728"/>
            </a:xfrm>
          </p:grpSpPr>
          <p:sp>
            <p:nvSpPr>
              <p:cNvPr id="25622" name="Line 12">
                <a:extLst>
                  <a:ext uri="{FF2B5EF4-FFF2-40B4-BE49-F238E27FC236}">
                    <a16:creationId xmlns:a16="http://schemas.microsoft.com/office/drawing/2014/main" id="{105A1227-D069-409B-8944-5C0934AA188B}"/>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23" name="Line 13">
                <a:extLst>
                  <a:ext uri="{FF2B5EF4-FFF2-40B4-BE49-F238E27FC236}">
                    <a16:creationId xmlns:a16="http://schemas.microsoft.com/office/drawing/2014/main" id="{039A8FAB-CEC9-4BB1-8980-4B0BA9CEFF72}"/>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24" name="Line 14">
                <a:extLst>
                  <a:ext uri="{FF2B5EF4-FFF2-40B4-BE49-F238E27FC236}">
                    <a16:creationId xmlns:a16="http://schemas.microsoft.com/office/drawing/2014/main" id="{9A920D5A-57DA-4272-A4F3-7BABAFAFEA2A}"/>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25" name="Line 15">
                <a:extLst>
                  <a:ext uri="{FF2B5EF4-FFF2-40B4-BE49-F238E27FC236}">
                    <a16:creationId xmlns:a16="http://schemas.microsoft.com/office/drawing/2014/main" id="{B4CDE27D-7C2D-428A-B953-D82A4F9ACE37}"/>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26" name="Line 16">
                <a:extLst>
                  <a:ext uri="{FF2B5EF4-FFF2-40B4-BE49-F238E27FC236}">
                    <a16:creationId xmlns:a16="http://schemas.microsoft.com/office/drawing/2014/main" id="{31F4E98C-4124-4F70-BE4C-E02155BA13D2}"/>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27" name="Line 17">
                <a:extLst>
                  <a:ext uri="{FF2B5EF4-FFF2-40B4-BE49-F238E27FC236}">
                    <a16:creationId xmlns:a16="http://schemas.microsoft.com/office/drawing/2014/main" id="{79D6FF20-6B00-4234-821E-957AA74B9014}"/>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28" name="Line 18">
                <a:extLst>
                  <a:ext uri="{FF2B5EF4-FFF2-40B4-BE49-F238E27FC236}">
                    <a16:creationId xmlns:a16="http://schemas.microsoft.com/office/drawing/2014/main" id="{FD20C5B5-624F-4CCB-B0CB-CDC32040207E}"/>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29" name="Text Box 19">
                <a:extLst>
                  <a:ext uri="{FF2B5EF4-FFF2-40B4-BE49-F238E27FC236}">
                    <a16:creationId xmlns:a16="http://schemas.microsoft.com/office/drawing/2014/main" id="{1993CE82-5BF4-480B-9503-FB125BA1D436}"/>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5630" name="Text Box 20">
                <a:extLst>
                  <a:ext uri="{FF2B5EF4-FFF2-40B4-BE49-F238E27FC236}">
                    <a16:creationId xmlns:a16="http://schemas.microsoft.com/office/drawing/2014/main" id="{CF97566D-B845-4B54-97DA-790FBA2FA112}"/>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5631" name="Text Box 21">
                <a:extLst>
                  <a:ext uri="{FF2B5EF4-FFF2-40B4-BE49-F238E27FC236}">
                    <a16:creationId xmlns:a16="http://schemas.microsoft.com/office/drawing/2014/main" id="{175A551A-13D9-4EDB-AA0F-6310A1C6DE84}"/>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5632" name="Text Box 22">
                <a:extLst>
                  <a:ext uri="{FF2B5EF4-FFF2-40B4-BE49-F238E27FC236}">
                    <a16:creationId xmlns:a16="http://schemas.microsoft.com/office/drawing/2014/main" id="{9E53A670-6608-4DF4-8FC0-70A3D151209C}"/>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5633" name="Text Box 23">
                <a:extLst>
                  <a:ext uri="{FF2B5EF4-FFF2-40B4-BE49-F238E27FC236}">
                    <a16:creationId xmlns:a16="http://schemas.microsoft.com/office/drawing/2014/main" id="{59C2E679-7A37-4D55-A8F0-4766EE71C187}"/>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5634" name="Text Box 24">
                <a:extLst>
                  <a:ext uri="{FF2B5EF4-FFF2-40B4-BE49-F238E27FC236}">
                    <a16:creationId xmlns:a16="http://schemas.microsoft.com/office/drawing/2014/main" id="{DE3F70EA-4861-49B2-BFEA-400A263899D4}"/>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5635" name="Line 25">
                <a:extLst>
                  <a:ext uri="{FF2B5EF4-FFF2-40B4-BE49-F238E27FC236}">
                    <a16:creationId xmlns:a16="http://schemas.microsoft.com/office/drawing/2014/main" id="{0E5782BD-E301-4863-9098-56F4F403EBD3}"/>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36" name="Line 26">
                <a:extLst>
                  <a:ext uri="{FF2B5EF4-FFF2-40B4-BE49-F238E27FC236}">
                    <a16:creationId xmlns:a16="http://schemas.microsoft.com/office/drawing/2014/main" id="{7E7F2CB2-80DF-400A-9F16-0605B50265DB}"/>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37" name="Line 27">
                <a:extLst>
                  <a:ext uri="{FF2B5EF4-FFF2-40B4-BE49-F238E27FC236}">
                    <a16:creationId xmlns:a16="http://schemas.microsoft.com/office/drawing/2014/main" id="{47C44752-B700-414D-B2FD-9CEC2DD2AF42}"/>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38" name="Line 28">
                <a:extLst>
                  <a:ext uri="{FF2B5EF4-FFF2-40B4-BE49-F238E27FC236}">
                    <a16:creationId xmlns:a16="http://schemas.microsoft.com/office/drawing/2014/main" id="{DC798824-6D3D-4E06-95A7-BE09A63EBD31}"/>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39" name="Line 29">
                <a:extLst>
                  <a:ext uri="{FF2B5EF4-FFF2-40B4-BE49-F238E27FC236}">
                    <a16:creationId xmlns:a16="http://schemas.microsoft.com/office/drawing/2014/main" id="{C6384157-6452-4018-8721-FBD5C0EC5701}"/>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40" name="Line 30">
                <a:extLst>
                  <a:ext uri="{FF2B5EF4-FFF2-40B4-BE49-F238E27FC236}">
                    <a16:creationId xmlns:a16="http://schemas.microsoft.com/office/drawing/2014/main" id="{23E35583-D071-4567-A0B3-440B93689C29}"/>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41" name="Text Box 31">
                <a:extLst>
                  <a:ext uri="{FF2B5EF4-FFF2-40B4-BE49-F238E27FC236}">
                    <a16:creationId xmlns:a16="http://schemas.microsoft.com/office/drawing/2014/main" id="{DE629956-E1C0-4C58-8B5C-F9661D7B1A68}"/>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5642" name="Text Box 32">
                <a:extLst>
                  <a:ext uri="{FF2B5EF4-FFF2-40B4-BE49-F238E27FC236}">
                    <a16:creationId xmlns:a16="http://schemas.microsoft.com/office/drawing/2014/main" id="{B14F485C-8F36-4609-9ECC-CEF47DBAFE73}"/>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5643" name="Text Box 33">
                <a:extLst>
                  <a:ext uri="{FF2B5EF4-FFF2-40B4-BE49-F238E27FC236}">
                    <a16:creationId xmlns:a16="http://schemas.microsoft.com/office/drawing/2014/main" id="{6202B494-2D3F-4274-B16E-B5178D816251}"/>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5644" name="Text Box 34">
                <a:extLst>
                  <a:ext uri="{FF2B5EF4-FFF2-40B4-BE49-F238E27FC236}">
                    <a16:creationId xmlns:a16="http://schemas.microsoft.com/office/drawing/2014/main" id="{2796C1BD-DA60-467B-85B7-60592EED0E10}"/>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5645" name="Text Box 35">
                <a:extLst>
                  <a:ext uri="{FF2B5EF4-FFF2-40B4-BE49-F238E27FC236}">
                    <a16:creationId xmlns:a16="http://schemas.microsoft.com/office/drawing/2014/main" id="{2FC21EAF-BA65-4BEC-8C12-9FBD26AB5B96}"/>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5646" name="Text Box 36">
                <a:extLst>
                  <a:ext uri="{FF2B5EF4-FFF2-40B4-BE49-F238E27FC236}">
                    <a16:creationId xmlns:a16="http://schemas.microsoft.com/office/drawing/2014/main" id="{227AA01A-5B0F-4CE7-B111-2FC033A87AC4}"/>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25647" name="Text Box 37">
                <a:extLst>
                  <a:ext uri="{FF2B5EF4-FFF2-40B4-BE49-F238E27FC236}">
                    <a16:creationId xmlns:a16="http://schemas.microsoft.com/office/drawing/2014/main" id="{926ACB46-E922-4FEB-BC35-648331F118C0}"/>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5648" name="Text Box 38">
                <a:extLst>
                  <a:ext uri="{FF2B5EF4-FFF2-40B4-BE49-F238E27FC236}">
                    <a16:creationId xmlns:a16="http://schemas.microsoft.com/office/drawing/2014/main" id="{6CC20808-D387-4B90-8E27-891D6E3CC575}"/>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5649" name="Text Box 39">
                <a:extLst>
                  <a:ext uri="{FF2B5EF4-FFF2-40B4-BE49-F238E27FC236}">
                    <a16:creationId xmlns:a16="http://schemas.microsoft.com/office/drawing/2014/main" id="{BA0BDF7F-FCAF-4D0B-8188-E38F135BF22E}"/>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5650" name="Text Box 40">
                <a:extLst>
                  <a:ext uri="{FF2B5EF4-FFF2-40B4-BE49-F238E27FC236}">
                    <a16:creationId xmlns:a16="http://schemas.microsoft.com/office/drawing/2014/main" id="{5A8AF9D4-DEA0-4F69-B6F0-BA3ED7BA0F24}"/>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5651" name="Text Box 41">
                <a:extLst>
                  <a:ext uri="{FF2B5EF4-FFF2-40B4-BE49-F238E27FC236}">
                    <a16:creationId xmlns:a16="http://schemas.microsoft.com/office/drawing/2014/main" id="{44FD06CD-11C6-4DB6-8B4D-5F2CC9D693EA}"/>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5652" name="Text Box 42">
                <a:extLst>
                  <a:ext uri="{FF2B5EF4-FFF2-40B4-BE49-F238E27FC236}">
                    <a16:creationId xmlns:a16="http://schemas.microsoft.com/office/drawing/2014/main" id="{106F0504-A8FB-4B0B-A2F3-6F9337292E28}"/>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25605" name="Text Box 43">
            <a:extLst>
              <a:ext uri="{FF2B5EF4-FFF2-40B4-BE49-F238E27FC236}">
                <a16:creationId xmlns:a16="http://schemas.microsoft.com/office/drawing/2014/main" id="{2B6D7C00-F9E3-47F3-BCE1-19B2A3713D9A}"/>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latin typeface="Times New Roman" panose="02020603050405020304" pitchFamily="18" charset="0"/>
                <a:ea typeface="SimSun" panose="02010600030101010101" pitchFamily="2" charset="-122"/>
              </a:rPr>
              <a:t>i=2</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=4</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=3</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a:solidFill>
                  <a:srgbClr val="FF0000"/>
                </a:solidFill>
                <a:latin typeface="Times New Roman" panose="02020603050405020304" pitchFamily="18" charset="0"/>
                <a:ea typeface="SimSun" panose="02010600030101010101" pitchFamily="2" charset="-122"/>
              </a:rPr>
              <a:t>2</a:t>
            </a:r>
          </a:p>
          <a:p>
            <a:pPr>
              <a:lnSpc>
                <a:spcPct val="110000"/>
              </a:lnSpc>
            </a:pPr>
            <a:r>
              <a:rPr lang="en-US" altLang="zh-CN" sz="2800" b="0">
                <a:latin typeface="Times New Roman" panose="02020603050405020304" pitchFamily="18" charset="0"/>
                <a:ea typeface="SimSun" panose="02010600030101010101" pitchFamily="2" charset="-122"/>
              </a:rPr>
              <a:t>w-w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 =-1</a:t>
            </a:r>
          </a:p>
        </p:txBody>
      </p:sp>
      <p:sp>
        <p:nvSpPr>
          <p:cNvPr id="25606" name="Text Box 44">
            <a:extLst>
              <a:ext uri="{FF2B5EF4-FFF2-40B4-BE49-F238E27FC236}">
                <a16:creationId xmlns:a16="http://schemas.microsoft.com/office/drawing/2014/main" id="{9ADA48F6-1BAE-4678-A784-C03701F11E64}"/>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5607" name="Text Box 45">
            <a:extLst>
              <a:ext uri="{FF2B5EF4-FFF2-40B4-BE49-F238E27FC236}">
                <a16:creationId xmlns:a16="http://schemas.microsoft.com/office/drawing/2014/main" id="{7200A471-0CC0-44BB-A2EA-B636A775D12D}"/>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5608" name="Text Box 46">
            <a:extLst>
              <a:ext uri="{FF2B5EF4-FFF2-40B4-BE49-F238E27FC236}">
                <a16:creationId xmlns:a16="http://schemas.microsoft.com/office/drawing/2014/main" id="{2595292D-155F-417D-9FF7-543AEECCB883}"/>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5609" name="Rectangle 47">
            <a:extLst>
              <a:ext uri="{FF2B5EF4-FFF2-40B4-BE49-F238E27FC236}">
                <a16:creationId xmlns:a16="http://schemas.microsoft.com/office/drawing/2014/main" id="{FA240C32-EFAB-43FF-BB31-7C79DE0C9C75}"/>
              </a:ext>
            </a:extLst>
          </p:cNvPr>
          <p:cNvSpPr>
            <a:spLocks noChangeArrowheads="1"/>
          </p:cNvSpPr>
          <p:nvPr/>
        </p:nvSpPr>
        <p:spPr bwMode="auto">
          <a:xfrm>
            <a:off x="7239000" y="533400"/>
            <a:ext cx="1676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5610" name="Text Box 48">
            <a:extLst>
              <a:ext uri="{FF2B5EF4-FFF2-40B4-BE49-F238E27FC236}">
                <a16:creationId xmlns:a16="http://schemas.microsoft.com/office/drawing/2014/main" id="{AE317EA0-1E36-4115-A31B-50C042E1EE79}"/>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196657" name="Line 49">
            <a:extLst>
              <a:ext uri="{FF2B5EF4-FFF2-40B4-BE49-F238E27FC236}">
                <a16:creationId xmlns:a16="http://schemas.microsoft.com/office/drawing/2014/main" id="{EA4F0694-9542-4FA6-B248-4474FA2CF85F}"/>
              </a:ext>
            </a:extLst>
          </p:cNvPr>
          <p:cNvSpPr>
            <a:spLocks noChangeShapeType="1"/>
          </p:cNvSpPr>
          <p:nvPr/>
        </p:nvSpPr>
        <p:spPr bwMode="auto">
          <a:xfrm>
            <a:off x="3352800" y="2871788"/>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6658" name="Text Box 50">
            <a:extLst>
              <a:ext uri="{FF2B5EF4-FFF2-40B4-BE49-F238E27FC236}">
                <a16:creationId xmlns:a16="http://schemas.microsoft.com/office/drawing/2014/main" id="{DBE75BF5-0A0E-49A3-B9DD-3D500F6F869D}"/>
              </a:ext>
            </a:extLst>
          </p:cNvPr>
          <p:cNvSpPr txBox="1">
            <a:spLocks noChangeArrowheads="1"/>
          </p:cNvSpPr>
          <p:nvPr/>
        </p:nvSpPr>
        <p:spPr bwMode="auto">
          <a:xfrm>
            <a:off x="332105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3</a:t>
            </a:r>
            <a:endParaRPr lang="en-US" altLang="zh-CN" sz="2400" b="0">
              <a:latin typeface="Times New Roman" panose="02020603050405020304" pitchFamily="18" charset="0"/>
              <a:ea typeface="SimSun" panose="02010600030101010101" pitchFamily="2" charset="-122"/>
            </a:endParaRPr>
          </a:p>
        </p:txBody>
      </p:sp>
      <p:sp>
        <p:nvSpPr>
          <p:cNvPr id="25613" name="Text Box 51">
            <a:extLst>
              <a:ext uri="{FF2B5EF4-FFF2-40B4-BE49-F238E27FC236}">
                <a16:creationId xmlns:a16="http://schemas.microsoft.com/office/drawing/2014/main" id="{B0416B30-77A4-43C7-A18E-81D931FB41DF}"/>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&lt;= w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V[i,w] =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 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else</a:t>
            </a:r>
          </a:p>
          <a:p>
            <a:r>
              <a:rPr lang="en-US" altLang="zh-CN" sz="2000" b="0">
                <a:latin typeface="Times New Roman" panose="02020603050405020304" pitchFamily="18" charset="0"/>
                <a:ea typeface="SimSun" panose="02010600030101010101" pitchFamily="2" charset="-122"/>
              </a:rPr>
              <a:t>            V[i,w] = V[i-1,w]</a:t>
            </a:r>
          </a:p>
          <a:p>
            <a:r>
              <a:rPr lang="en-US" altLang="zh-CN" sz="2000" b="0">
                <a:solidFill>
                  <a:srgbClr val="FF0000"/>
                </a:solidFill>
                <a:latin typeface="Times New Roman" panose="02020603050405020304" pitchFamily="18" charset="0"/>
                <a:ea typeface="SimSun" panose="02010600030101010101" pitchFamily="2" charset="-122"/>
              </a:rPr>
              <a:t>else </a:t>
            </a:r>
            <a:r>
              <a:rPr lang="en-US" altLang="zh-CN" sz="2000">
                <a:latin typeface="Times New Roman" panose="02020603050405020304" pitchFamily="18" charset="0"/>
                <a:ea typeface="SimSun" panose="02010600030101010101" pitchFamily="2" charset="-122"/>
              </a:rPr>
              <a:t>V[i,w] = V[i-1,w]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25614" name="Text Box 52">
            <a:extLst>
              <a:ext uri="{FF2B5EF4-FFF2-40B4-BE49-F238E27FC236}">
                <a16:creationId xmlns:a16="http://schemas.microsoft.com/office/drawing/2014/main" id="{F2D16C4E-56D5-4591-B090-AC3B21D36072}"/>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5615" name="Rectangle 53">
            <a:extLst>
              <a:ext uri="{FF2B5EF4-FFF2-40B4-BE49-F238E27FC236}">
                <a16:creationId xmlns:a16="http://schemas.microsoft.com/office/drawing/2014/main" id="{F1F3349B-F8E6-480B-8A5A-7DFEA321A280}"/>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(10)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66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66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8"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Line 3">
            <a:extLst>
              <a:ext uri="{FF2B5EF4-FFF2-40B4-BE49-F238E27FC236}">
                <a16:creationId xmlns:a16="http://schemas.microsoft.com/office/drawing/2014/main" id="{C444E5A6-96F2-4B91-B93D-4328E1EEC051}"/>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26627" name="Text Box 4">
            <a:extLst>
              <a:ext uri="{FF2B5EF4-FFF2-40B4-BE49-F238E27FC236}">
                <a16:creationId xmlns:a16="http://schemas.microsoft.com/office/drawing/2014/main" id="{E92C7AE1-23A0-4128-A145-66C45E2A8AFC}"/>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26628" name="Group 5">
            <a:extLst>
              <a:ext uri="{FF2B5EF4-FFF2-40B4-BE49-F238E27FC236}">
                <a16:creationId xmlns:a16="http://schemas.microsoft.com/office/drawing/2014/main" id="{ADA2ED34-CEF8-47FC-997B-6A04084A079D}"/>
              </a:ext>
            </a:extLst>
          </p:cNvPr>
          <p:cNvGrpSpPr>
            <a:grpSpLocks/>
          </p:cNvGrpSpPr>
          <p:nvPr/>
        </p:nvGrpSpPr>
        <p:grpSpPr bwMode="auto">
          <a:xfrm>
            <a:off x="1035050" y="1676400"/>
            <a:ext cx="5441950" cy="2743200"/>
            <a:chOff x="652" y="768"/>
            <a:chExt cx="3428" cy="1728"/>
          </a:xfrm>
        </p:grpSpPr>
        <p:sp>
          <p:nvSpPr>
            <p:cNvPr id="26641" name="Text Box 6">
              <a:extLst>
                <a:ext uri="{FF2B5EF4-FFF2-40B4-BE49-F238E27FC236}">
                  <a16:creationId xmlns:a16="http://schemas.microsoft.com/office/drawing/2014/main" id="{61799965-01E0-4835-A00D-21CAA5E223DE}"/>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6642" name="Text Box 7">
              <a:extLst>
                <a:ext uri="{FF2B5EF4-FFF2-40B4-BE49-F238E27FC236}">
                  <a16:creationId xmlns:a16="http://schemas.microsoft.com/office/drawing/2014/main" id="{8406AFF8-A5BE-489E-AEDC-8717AD2EB2F9}"/>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6643" name="Text Box 8">
              <a:extLst>
                <a:ext uri="{FF2B5EF4-FFF2-40B4-BE49-F238E27FC236}">
                  <a16:creationId xmlns:a16="http://schemas.microsoft.com/office/drawing/2014/main" id="{7406F510-1433-4AC7-98A3-4DD5E56A2CF0}"/>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6644" name="Text Box 9">
              <a:extLst>
                <a:ext uri="{FF2B5EF4-FFF2-40B4-BE49-F238E27FC236}">
                  <a16:creationId xmlns:a16="http://schemas.microsoft.com/office/drawing/2014/main" id="{6FB500F7-111B-4A60-959A-DC0EA27C7DB0}"/>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6645" name="Text Box 10">
              <a:extLst>
                <a:ext uri="{FF2B5EF4-FFF2-40B4-BE49-F238E27FC236}">
                  <a16:creationId xmlns:a16="http://schemas.microsoft.com/office/drawing/2014/main" id="{224BD1C3-AC8D-4070-BB7F-A5CE7B75A675}"/>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26646" name="Group 11">
              <a:extLst>
                <a:ext uri="{FF2B5EF4-FFF2-40B4-BE49-F238E27FC236}">
                  <a16:creationId xmlns:a16="http://schemas.microsoft.com/office/drawing/2014/main" id="{D5B73096-B02A-4F80-8D19-97D72E200D64}"/>
                </a:ext>
              </a:extLst>
            </p:cNvPr>
            <p:cNvGrpSpPr>
              <a:grpSpLocks/>
            </p:cNvGrpSpPr>
            <p:nvPr/>
          </p:nvGrpSpPr>
          <p:grpSpPr bwMode="auto">
            <a:xfrm>
              <a:off x="652" y="768"/>
              <a:ext cx="3428" cy="1728"/>
              <a:chOff x="652" y="768"/>
              <a:chExt cx="3428" cy="1728"/>
            </a:xfrm>
          </p:grpSpPr>
          <p:sp>
            <p:nvSpPr>
              <p:cNvPr id="26647" name="Line 12">
                <a:extLst>
                  <a:ext uri="{FF2B5EF4-FFF2-40B4-BE49-F238E27FC236}">
                    <a16:creationId xmlns:a16="http://schemas.microsoft.com/office/drawing/2014/main" id="{2E38EF6B-C526-4DE8-87FE-96A73282D217}"/>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48" name="Line 13">
                <a:extLst>
                  <a:ext uri="{FF2B5EF4-FFF2-40B4-BE49-F238E27FC236}">
                    <a16:creationId xmlns:a16="http://schemas.microsoft.com/office/drawing/2014/main" id="{A96DA193-ACA9-4D92-AA49-14CB43DA69AE}"/>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49" name="Line 14">
                <a:extLst>
                  <a:ext uri="{FF2B5EF4-FFF2-40B4-BE49-F238E27FC236}">
                    <a16:creationId xmlns:a16="http://schemas.microsoft.com/office/drawing/2014/main" id="{1A65428F-348D-4456-9FE0-C0E8F9DD8D48}"/>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50" name="Line 15">
                <a:extLst>
                  <a:ext uri="{FF2B5EF4-FFF2-40B4-BE49-F238E27FC236}">
                    <a16:creationId xmlns:a16="http://schemas.microsoft.com/office/drawing/2014/main" id="{6A2D6EB9-E8F7-4CFA-93A8-E64D1D96131B}"/>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51" name="Line 16">
                <a:extLst>
                  <a:ext uri="{FF2B5EF4-FFF2-40B4-BE49-F238E27FC236}">
                    <a16:creationId xmlns:a16="http://schemas.microsoft.com/office/drawing/2014/main" id="{6BF89321-C603-40E9-9620-BC235FDF4569}"/>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52" name="Line 17">
                <a:extLst>
                  <a:ext uri="{FF2B5EF4-FFF2-40B4-BE49-F238E27FC236}">
                    <a16:creationId xmlns:a16="http://schemas.microsoft.com/office/drawing/2014/main" id="{E1A6808A-3146-438F-9AF3-EBAE7D6EB783}"/>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53" name="Line 18">
                <a:extLst>
                  <a:ext uri="{FF2B5EF4-FFF2-40B4-BE49-F238E27FC236}">
                    <a16:creationId xmlns:a16="http://schemas.microsoft.com/office/drawing/2014/main" id="{1820B5E6-F34A-4A29-B158-79211F881EDA}"/>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54" name="Text Box 19">
                <a:extLst>
                  <a:ext uri="{FF2B5EF4-FFF2-40B4-BE49-F238E27FC236}">
                    <a16:creationId xmlns:a16="http://schemas.microsoft.com/office/drawing/2014/main" id="{455CF796-07E9-4BC1-9A26-95560F771500}"/>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6655" name="Text Box 20">
                <a:extLst>
                  <a:ext uri="{FF2B5EF4-FFF2-40B4-BE49-F238E27FC236}">
                    <a16:creationId xmlns:a16="http://schemas.microsoft.com/office/drawing/2014/main" id="{B56EA407-9D08-4D4D-8465-A3F8AC99F91F}"/>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6656" name="Text Box 21">
                <a:extLst>
                  <a:ext uri="{FF2B5EF4-FFF2-40B4-BE49-F238E27FC236}">
                    <a16:creationId xmlns:a16="http://schemas.microsoft.com/office/drawing/2014/main" id="{E8369602-9AC5-42D4-B5E7-0DC3A5BEB8A1}"/>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6657" name="Text Box 22">
                <a:extLst>
                  <a:ext uri="{FF2B5EF4-FFF2-40B4-BE49-F238E27FC236}">
                    <a16:creationId xmlns:a16="http://schemas.microsoft.com/office/drawing/2014/main" id="{9F570F63-CE77-45A1-A3A5-6378D9DAFA09}"/>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6658" name="Text Box 23">
                <a:extLst>
                  <a:ext uri="{FF2B5EF4-FFF2-40B4-BE49-F238E27FC236}">
                    <a16:creationId xmlns:a16="http://schemas.microsoft.com/office/drawing/2014/main" id="{734B2E90-562D-42C8-A4DD-611F97E1CF6B}"/>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6659" name="Text Box 24">
                <a:extLst>
                  <a:ext uri="{FF2B5EF4-FFF2-40B4-BE49-F238E27FC236}">
                    <a16:creationId xmlns:a16="http://schemas.microsoft.com/office/drawing/2014/main" id="{9894C0AA-E9D8-4AB9-9EAF-022B5D4488C4}"/>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6660" name="Line 25">
                <a:extLst>
                  <a:ext uri="{FF2B5EF4-FFF2-40B4-BE49-F238E27FC236}">
                    <a16:creationId xmlns:a16="http://schemas.microsoft.com/office/drawing/2014/main" id="{CE16A630-430A-439F-8EAA-07CABE352F8C}"/>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61" name="Line 26">
                <a:extLst>
                  <a:ext uri="{FF2B5EF4-FFF2-40B4-BE49-F238E27FC236}">
                    <a16:creationId xmlns:a16="http://schemas.microsoft.com/office/drawing/2014/main" id="{C29151AE-1AFD-44EB-A6B0-7F98F797F497}"/>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62" name="Line 27">
                <a:extLst>
                  <a:ext uri="{FF2B5EF4-FFF2-40B4-BE49-F238E27FC236}">
                    <a16:creationId xmlns:a16="http://schemas.microsoft.com/office/drawing/2014/main" id="{EED7FCD7-D8F9-4318-920E-8E7ECE38430D}"/>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63" name="Line 28">
                <a:extLst>
                  <a:ext uri="{FF2B5EF4-FFF2-40B4-BE49-F238E27FC236}">
                    <a16:creationId xmlns:a16="http://schemas.microsoft.com/office/drawing/2014/main" id="{41FD17EE-90FD-4A5C-9849-7D15AA052997}"/>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64" name="Line 29">
                <a:extLst>
                  <a:ext uri="{FF2B5EF4-FFF2-40B4-BE49-F238E27FC236}">
                    <a16:creationId xmlns:a16="http://schemas.microsoft.com/office/drawing/2014/main" id="{E9CE1BEB-793B-4054-9230-37594E8E01E1}"/>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65" name="Line 30">
                <a:extLst>
                  <a:ext uri="{FF2B5EF4-FFF2-40B4-BE49-F238E27FC236}">
                    <a16:creationId xmlns:a16="http://schemas.microsoft.com/office/drawing/2014/main" id="{8A28BE85-76D0-4F84-AA43-A873C7328A05}"/>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66" name="Text Box 31">
                <a:extLst>
                  <a:ext uri="{FF2B5EF4-FFF2-40B4-BE49-F238E27FC236}">
                    <a16:creationId xmlns:a16="http://schemas.microsoft.com/office/drawing/2014/main" id="{4B1C6E4A-0E7C-46C6-A549-6828BD2309C6}"/>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6667" name="Text Box 32">
                <a:extLst>
                  <a:ext uri="{FF2B5EF4-FFF2-40B4-BE49-F238E27FC236}">
                    <a16:creationId xmlns:a16="http://schemas.microsoft.com/office/drawing/2014/main" id="{E6F46901-5598-464D-A2AF-1CC275AC026B}"/>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6668" name="Text Box 33">
                <a:extLst>
                  <a:ext uri="{FF2B5EF4-FFF2-40B4-BE49-F238E27FC236}">
                    <a16:creationId xmlns:a16="http://schemas.microsoft.com/office/drawing/2014/main" id="{6C7664BD-7452-4EB8-BDD3-414F9F32B4B8}"/>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6669" name="Text Box 34">
                <a:extLst>
                  <a:ext uri="{FF2B5EF4-FFF2-40B4-BE49-F238E27FC236}">
                    <a16:creationId xmlns:a16="http://schemas.microsoft.com/office/drawing/2014/main" id="{4291C0F0-7668-4C24-B1DA-671914617155}"/>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6670" name="Text Box 35">
                <a:extLst>
                  <a:ext uri="{FF2B5EF4-FFF2-40B4-BE49-F238E27FC236}">
                    <a16:creationId xmlns:a16="http://schemas.microsoft.com/office/drawing/2014/main" id="{7784F7DE-9CB8-4E7F-AC8D-68667EAC9F60}"/>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6671" name="Text Box 36">
                <a:extLst>
                  <a:ext uri="{FF2B5EF4-FFF2-40B4-BE49-F238E27FC236}">
                    <a16:creationId xmlns:a16="http://schemas.microsoft.com/office/drawing/2014/main" id="{92F58C72-3728-46B3-A599-AEB05875CFE2}"/>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26672" name="Text Box 37">
                <a:extLst>
                  <a:ext uri="{FF2B5EF4-FFF2-40B4-BE49-F238E27FC236}">
                    <a16:creationId xmlns:a16="http://schemas.microsoft.com/office/drawing/2014/main" id="{F4F62AB5-3D7D-403E-A895-F2659E2D5C57}"/>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6673" name="Text Box 38">
                <a:extLst>
                  <a:ext uri="{FF2B5EF4-FFF2-40B4-BE49-F238E27FC236}">
                    <a16:creationId xmlns:a16="http://schemas.microsoft.com/office/drawing/2014/main" id="{D145E095-868B-4DE2-A1BB-669769F872C3}"/>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6674" name="Text Box 39">
                <a:extLst>
                  <a:ext uri="{FF2B5EF4-FFF2-40B4-BE49-F238E27FC236}">
                    <a16:creationId xmlns:a16="http://schemas.microsoft.com/office/drawing/2014/main" id="{6F0ADC24-384E-4AD5-A85A-6E1B24702294}"/>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6675" name="Text Box 40">
                <a:extLst>
                  <a:ext uri="{FF2B5EF4-FFF2-40B4-BE49-F238E27FC236}">
                    <a16:creationId xmlns:a16="http://schemas.microsoft.com/office/drawing/2014/main" id="{38B81515-87DF-4F84-87DC-868C528FC4DB}"/>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6676" name="Text Box 41">
                <a:extLst>
                  <a:ext uri="{FF2B5EF4-FFF2-40B4-BE49-F238E27FC236}">
                    <a16:creationId xmlns:a16="http://schemas.microsoft.com/office/drawing/2014/main" id="{00E430E7-A9B9-4719-9B6C-86DFCBAC5B70}"/>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6677" name="Text Box 42">
                <a:extLst>
                  <a:ext uri="{FF2B5EF4-FFF2-40B4-BE49-F238E27FC236}">
                    <a16:creationId xmlns:a16="http://schemas.microsoft.com/office/drawing/2014/main" id="{CED2C0C4-FE97-4FA9-8E5C-4A817217584F}"/>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26629" name="Text Box 43">
            <a:extLst>
              <a:ext uri="{FF2B5EF4-FFF2-40B4-BE49-F238E27FC236}">
                <a16:creationId xmlns:a16="http://schemas.microsoft.com/office/drawing/2014/main" id="{036E79D8-0EEE-455C-B2D3-0A0C6E168C89}"/>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latin typeface="Times New Roman" panose="02020603050405020304" pitchFamily="18" charset="0"/>
                <a:ea typeface="SimSun" panose="02010600030101010101" pitchFamily="2" charset="-122"/>
              </a:rPr>
              <a:t>i=2</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=4</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=3</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a:solidFill>
                  <a:srgbClr val="FF0000"/>
                </a:solidFill>
                <a:latin typeface="Times New Roman" panose="02020603050405020304" pitchFamily="18" charset="0"/>
                <a:ea typeface="SimSun" panose="02010600030101010101" pitchFamily="2" charset="-122"/>
              </a:rPr>
              <a:t>3</a:t>
            </a:r>
          </a:p>
          <a:p>
            <a:pPr>
              <a:lnSpc>
                <a:spcPct val="110000"/>
              </a:lnSpc>
            </a:pPr>
            <a:r>
              <a:rPr lang="en-US" altLang="zh-CN" sz="2800" b="0">
                <a:latin typeface="Times New Roman" panose="02020603050405020304" pitchFamily="18" charset="0"/>
                <a:ea typeface="SimSun" panose="02010600030101010101" pitchFamily="2" charset="-122"/>
              </a:rPr>
              <a:t>w-w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 =0</a:t>
            </a:r>
          </a:p>
        </p:txBody>
      </p:sp>
      <p:sp>
        <p:nvSpPr>
          <p:cNvPr id="26630" name="Text Box 44">
            <a:extLst>
              <a:ext uri="{FF2B5EF4-FFF2-40B4-BE49-F238E27FC236}">
                <a16:creationId xmlns:a16="http://schemas.microsoft.com/office/drawing/2014/main" id="{26039390-6B70-4E62-BCCC-00ED19B28B70}"/>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6631" name="Text Box 45">
            <a:extLst>
              <a:ext uri="{FF2B5EF4-FFF2-40B4-BE49-F238E27FC236}">
                <a16:creationId xmlns:a16="http://schemas.microsoft.com/office/drawing/2014/main" id="{4403D367-0C46-45F9-B961-50FCB0B04AB5}"/>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6632" name="Text Box 46">
            <a:extLst>
              <a:ext uri="{FF2B5EF4-FFF2-40B4-BE49-F238E27FC236}">
                <a16:creationId xmlns:a16="http://schemas.microsoft.com/office/drawing/2014/main" id="{450808B8-D196-4FF5-B596-63968A83FF1C}"/>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6633" name="Rectangle 47">
            <a:extLst>
              <a:ext uri="{FF2B5EF4-FFF2-40B4-BE49-F238E27FC236}">
                <a16:creationId xmlns:a16="http://schemas.microsoft.com/office/drawing/2014/main" id="{43021497-E0EB-4FE7-BF38-60B163EDAC81}"/>
              </a:ext>
            </a:extLst>
          </p:cNvPr>
          <p:cNvSpPr>
            <a:spLocks noChangeArrowheads="1"/>
          </p:cNvSpPr>
          <p:nvPr/>
        </p:nvSpPr>
        <p:spPr bwMode="auto">
          <a:xfrm>
            <a:off x="7239000" y="533400"/>
            <a:ext cx="1676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6634" name="Text Box 48">
            <a:extLst>
              <a:ext uri="{FF2B5EF4-FFF2-40B4-BE49-F238E27FC236}">
                <a16:creationId xmlns:a16="http://schemas.microsoft.com/office/drawing/2014/main" id="{B43F43C0-D5CB-48A2-9E5C-2F68845F6EB4}"/>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6635" name="Text Box 52">
            <a:extLst>
              <a:ext uri="{FF2B5EF4-FFF2-40B4-BE49-F238E27FC236}">
                <a16:creationId xmlns:a16="http://schemas.microsoft.com/office/drawing/2014/main" id="{CC0861D6-E702-4A1D-8EEF-D8A086235B7C}"/>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6636" name="Text Box 53">
            <a:extLst>
              <a:ext uri="{FF2B5EF4-FFF2-40B4-BE49-F238E27FC236}">
                <a16:creationId xmlns:a16="http://schemas.microsoft.com/office/drawing/2014/main" id="{38A2A6FF-C1A6-4EE2-B374-EC3FA5755B3D}"/>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a:t>
            </a:r>
            <a:r>
              <a:rPr lang="en-US" altLang="zh-CN" sz="2000" b="0">
                <a:solidFill>
                  <a:srgbClr val="FF0000"/>
                </a:solidFill>
                <a:latin typeface="Times New Roman" panose="02020603050405020304" pitchFamily="18" charset="0"/>
                <a:ea typeface="SimSun" panose="02010600030101010101" pitchFamily="2" charset="-122"/>
              </a:rPr>
              <a:t>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&lt;= 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a:t>
            </a:r>
            <a:r>
              <a:rPr lang="en-US" altLang="zh-CN" sz="2000" b="0">
                <a:solidFill>
                  <a:srgbClr val="FF0000"/>
                </a:solidFill>
                <a:latin typeface="Times New Roman" panose="02020603050405020304" pitchFamily="18" charset="0"/>
                <a:ea typeface="SimSun" panose="02010600030101010101" pitchFamily="2" charset="-122"/>
              </a:rPr>
              <a:t>b</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 V[i-1,w-w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a:t>
            </a:r>
            <a:r>
              <a:rPr lang="en-US" altLang="zh-CN" sz="2000">
                <a:latin typeface="Times New Roman" panose="02020603050405020304" pitchFamily="18" charset="0"/>
                <a:ea typeface="SimSun" panose="02010600030101010101" pitchFamily="2" charset="-122"/>
              </a:rPr>
              <a:t>V[i,w] = b</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 + V[i-1,w- w</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else</a:t>
            </a:r>
          </a:p>
          <a:p>
            <a:r>
              <a:rPr lang="en-US" altLang="zh-CN" sz="2000" b="0">
                <a:latin typeface="Times New Roman" panose="02020603050405020304" pitchFamily="18" charset="0"/>
                <a:ea typeface="SimSun" panose="02010600030101010101" pitchFamily="2" charset="-122"/>
              </a:rPr>
              <a:t>            V[i,w] = V[i-1,w]</a:t>
            </a:r>
          </a:p>
          <a:p>
            <a:r>
              <a:rPr lang="en-US" altLang="zh-CN" sz="2000" b="0">
                <a:latin typeface="Times New Roman" panose="02020603050405020304" pitchFamily="18" charset="0"/>
                <a:ea typeface="SimSun" panose="02010600030101010101" pitchFamily="2" charset="-122"/>
              </a:rPr>
              <a:t>else V[i,w] = V[i-1,w]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197686" name="Text Box 54">
            <a:extLst>
              <a:ext uri="{FF2B5EF4-FFF2-40B4-BE49-F238E27FC236}">
                <a16:creationId xmlns:a16="http://schemas.microsoft.com/office/drawing/2014/main" id="{A7E56D84-0718-49B4-9FE3-8BEB55685FC9}"/>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4</a:t>
            </a:r>
            <a:endParaRPr lang="en-US" altLang="zh-CN" sz="2400" b="0">
              <a:latin typeface="Times New Roman" panose="02020603050405020304" pitchFamily="18" charset="0"/>
              <a:ea typeface="SimSun" panose="02010600030101010101" pitchFamily="2" charset="-122"/>
            </a:endParaRPr>
          </a:p>
        </p:txBody>
      </p:sp>
      <p:sp>
        <p:nvSpPr>
          <p:cNvPr id="197687" name="Line 55">
            <a:extLst>
              <a:ext uri="{FF2B5EF4-FFF2-40B4-BE49-F238E27FC236}">
                <a16:creationId xmlns:a16="http://schemas.microsoft.com/office/drawing/2014/main" id="{C997773B-B298-4012-8ACF-70B069385D97}"/>
              </a:ext>
            </a:extLst>
          </p:cNvPr>
          <p:cNvSpPr>
            <a:spLocks noChangeShapeType="1"/>
          </p:cNvSpPr>
          <p:nvPr/>
        </p:nvSpPr>
        <p:spPr bwMode="auto">
          <a:xfrm>
            <a:off x="2057400" y="2895600"/>
            <a:ext cx="2133600" cy="304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9" name="Text Box 56">
            <a:extLst>
              <a:ext uri="{FF2B5EF4-FFF2-40B4-BE49-F238E27FC236}">
                <a16:creationId xmlns:a16="http://schemas.microsoft.com/office/drawing/2014/main" id="{4ED0A40F-7CF6-4F58-90EF-13951F3260C4}"/>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6640" name="Rectangle 57">
            <a:extLst>
              <a:ext uri="{FF2B5EF4-FFF2-40B4-BE49-F238E27FC236}">
                <a16:creationId xmlns:a16="http://schemas.microsoft.com/office/drawing/2014/main" id="{146B2678-00CC-4CD6-B1D6-672F28A29668}"/>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(11)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76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76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86"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Line 3">
            <a:extLst>
              <a:ext uri="{FF2B5EF4-FFF2-40B4-BE49-F238E27FC236}">
                <a16:creationId xmlns:a16="http://schemas.microsoft.com/office/drawing/2014/main" id="{1A8EE254-CDA6-4E4B-BD06-80DAFF70FDFA}"/>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27651" name="Text Box 4">
            <a:extLst>
              <a:ext uri="{FF2B5EF4-FFF2-40B4-BE49-F238E27FC236}">
                <a16:creationId xmlns:a16="http://schemas.microsoft.com/office/drawing/2014/main" id="{E77D3442-58E5-429F-B46F-C051A26896DE}"/>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27652" name="Group 5">
            <a:extLst>
              <a:ext uri="{FF2B5EF4-FFF2-40B4-BE49-F238E27FC236}">
                <a16:creationId xmlns:a16="http://schemas.microsoft.com/office/drawing/2014/main" id="{B9A2538B-5D76-4B08-B0FF-2D1C3E0A7955}"/>
              </a:ext>
            </a:extLst>
          </p:cNvPr>
          <p:cNvGrpSpPr>
            <a:grpSpLocks/>
          </p:cNvGrpSpPr>
          <p:nvPr/>
        </p:nvGrpSpPr>
        <p:grpSpPr bwMode="auto">
          <a:xfrm>
            <a:off x="1035050" y="1676400"/>
            <a:ext cx="5441950" cy="2743200"/>
            <a:chOff x="652" y="768"/>
            <a:chExt cx="3428" cy="1728"/>
          </a:xfrm>
        </p:grpSpPr>
        <p:sp>
          <p:nvSpPr>
            <p:cNvPr id="27666" name="Text Box 6">
              <a:extLst>
                <a:ext uri="{FF2B5EF4-FFF2-40B4-BE49-F238E27FC236}">
                  <a16:creationId xmlns:a16="http://schemas.microsoft.com/office/drawing/2014/main" id="{72CE408D-AC81-40E5-9A6B-60D857F694C3}"/>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7667" name="Text Box 7">
              <a:extLst>
                <a:ext uri="{FF2B5EF4-FFF2-40B4-BE49-F238E27FC236}">
                  <a16:creationId xmlns:a16="http://schemas.microsoft.com/office/drawing/2014/main" id="{0F2E9563-FE49-46E0-B5A8-35727A3CF232}"/>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7668" name="Text Box 8">
              <a:extLst>
                <a:ext uri="{FF2B5EF4-FFF2-40B4-BE49-F238E27FC236}">
                  <a16:creationId xmlns:a16="http://schemas.microsoft.com/office/drawing/2014/main" id="{B589E7D1-745C-46A0-842A-A61FFD45D95B}"/>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7669" name="Text Box 9">
              <a:extLst>
                <a:ext uri="{FF2B5EF4-FFF2-40B4-BE49-F238E27FC236}">
                  <a16:creationId xmlns:a16="http://schemas.microsoft.com/office/drawing/2014/main" id="{BC0E37C5-1FE1-46C2-9FF1-FB619A0A6F8E}"/>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7670" name="Text Box 10">
              <a:extLst>
                <a:ext uri="{FF2B5EF4-FFF2-40B4-BE49-F238E27FC236}">
                  <a16:creationId xmlns:a16="http://schemas.microsoft.com/office/drawing/2014/main" id="{7423CAC9-F5D2-491F-9769-838A101B66AA}"/>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27671" name="Group 11">
              <a:extLst>
                <a:ext uri="{FF2B5EF4-FFF2-40B4-BE49-F238E27FC236}">
                  <a16:creationId xmlns:a16="http://schemas.microsoft.com/office/drawing/2014/main" id="{8D2A90D3-130F-4C43-BE70-BAA7E1716ACC}"/>
                </a:ext>
              </a:extLst>
            </p:cNvPr>
            <p:cNvGrpSpPr>
              <a:grpSpLocks/>
            </p:cNvGrpSpPr>
            <p:nvPr/>
          </p:nvGrpSpPr>
          <p:grpSpPr bwMode="auto">
            <a:xfrm>
              <a:off x="652" y="768"/>
              <a:ext cx="3428" cy="1728"/>
              <a:chOff x="652" y="768"/>
              <a:chExt cx="3428" cy="1728"/>
            </a:xfrm>
          </p:grpSpPr>
          <p:sp>
            <p:nvSpPr>
              <p:cNvPr id="27672" name="Line 12">
                <a:extLst>
                  <a:ext uri="{FF2B5EF4-FFF2-40B4-BE49-F238E27FC236}">
                    <a16:creationId xmlns:a16="http://schemas.microsoft.com/office/drawing/2014/main" id="{37083DDB-BB33-4BBB-A315-44BB062C380A}"/>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3" name="Line 13">
                <a:extLst>
                  <a:ext uri="{FF2B5EF4-FFF2-40B4-BE49-F238E27FC236}">
                    <a16:creationId xmlns:a16="http://schemas.microsoft.com/office/drawing/2014/main" id="{CEF61C22-133B-4337-907C-1E22BA5D6F46}"/>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4" name="Line 14">
                <a:extLst>
                  <a:ext uri="{FF2B5EF4-FFF2-40B4-BE49-F238E27FC236}">
                    <a16:creationId xmlns:a16="http://schemas.microsoft.com/office/drawing/2014/main" id="{16DC0D22-85F7-4701-BD05-B684D5BD77C4}"/>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5" name="Line 15">
                <a:extLst>
                  <a:ext uri="{FF2B5EF4-FFF2-40B4-BE49-F238E27FC236}">
                    <a16:creationId xmlns:a16="http://schemas.microsoft.com/office/drawing/2014/main" id="{19641F9C-F2EB-430B-B729-18E36C242F71}"/>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6" name="Line 16">
                <a:extLst>
                  <a:ext uri="{FF2B5EF4-FFF2-40B4-BE49-F238E27FC236}">
                    <a16:creationId xmlns:a16="http://schemas.microsoft.com/office/drawing/2014/main" id="{4D7D98BE-EC48-412E-9A59-4F4B1B53454D}"/>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7" name="Line 17">
                <a:extLst>
                  <a:ext uri="{FF2B5EF4-FFF2-40B4-BE49-F238E27FC236}">
                    <a16:creationId xmlns:a16="http://schemas.microsoft.com/office/drawing/2014/main" id="{A9AF0DC4-B0BB-4B51-B638-8973A27AD5EA}"/>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8" name="Line 18">
                <a:extLst>
                  <a:ext uri="{FF2B5EF4-FFF2-40B4-BE49-F238E27FC236}">
                    <a16:creationId xmlns:a16="http://schemas.microsoft.com/office/drawing/2014/main" id="{168A41CE-1A48-4C92-BFE8-A8C4DBEE0C51}"/>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9" name="Text Box 19">
                <a:extLst>
                  <a:ext uri="{FF2B5EF4-FFF2-40B4-BE49-F238E27FC236}">
                    <a16:creationId xmlns:a16="http://schemas.microsoft.com/office/drawing/2014/main" id="{289CC4DE-222E-4022-BD44-AD4902B29539}"/>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7680" name="Text Box 20">
                <a:extLst>
                  <a:ext uri="{FF2B5EF4-FFF2-40B4-BE49-F238E27FC236}">
                    <a16:creationId xmlns:a16="http://schemas.microsoft.com/office/drawing/2014/main" id="{0B344D81-5288-445A-9222-6F691D58D977}"/>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7681" name="Text Box 21">
                <a:extLst>
                  <a:ext uri="{FF2B5EF4-FFF2-40B4-BE49-F238E27FC236}">
                    <a16:creationId xmlns:a16="http://schemas.microsoft.com/office/drawing/2014/main" id="{3387A1E9-BD97-4C2E-AB55-14E93379D973}"/>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7682" name="Text Box 22">
                <a:extLst>
                  <a:ext uri="{FF2B5EF4-FFF2-40B4-BE49-F238E27FC236}">
                    <a16:creationId xmlns:a16="http://schemas.microsoft.com/office/drawing/2014/main" id="{6C888698-4CD3-414E-BD44-3943214ABF45}"/>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7683" name="Text Box 23">
                <a:extLst>
                  <a:ext uri="{FF2B5EF4-FFF2-40B4-BE49-F238E27FC236}">
                    <a16:creationId xmlns:a16="http://schemas.microsoft.com/office/drawing/2014/main" id="{CE784A18-82C7-4156-8DB3-6B53219A3E37}"/>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7684" name="Text Box 24">
                <a:extLst>
                  <a:ext uri="{FF2B5EF4-FFF2-40B4-BE49-F238E27FC236}">
                    <a16:creationId xmlns:a16="http://schemas.microsoft.com/office/drawing/2014/main" id="{2148DB15-1310-45C6-AA55-302D72F13877}"/>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7685" name="Line 25">
                <a:extLst>
                  <a:ext uri="{FF2B5EF4-FFF2-40B4-BE49-F238E27FC236}">
                    <a16:creationId xmlns:a16="http://schemas.microsoft.com/office/drawing/2014/main" id="{BF379207-5441-49FF-A058-3D2948364CD2}"/>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6" name="Line 26">
                <a:extLst>
                  <a:ext uri="{FF2B5EF4-FFF2-40B4-BE49-F238E27FC236}">
                    <a16:creationId xmlns:a16="http://schemas.microsoft.com/office/drawing/2014/main" id="{91695A3C-EB13-4EC5-B066-C76550543393}"/>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7" name="Line 27">
                <a:extLst>
                  <a:ext uri="{FF2B5EF4-FFF2-40B4-BE49-F238E27FC236}">
                    <a16:creationId xmlns:a16="http://schemas.microsoft.com/office/drawing/2014/main" id="{1427F9C5-65B9-4EE4-9844-30D4D8B88939}"/>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8" name="Line 28">
                <a:extLst>
                  <a:ext uri="{FF2B5EF4-FFF2-40B4-BE49-F238E27FC236}">
                    <a16:creationId xmlns:a16="http://schemas.microsoft.com/office/drawing/2014/main" id="{4C31AE8B-6DFE-4C30-9B8E-DCB0584BA632}"/>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9" name="Line 29">
                <a:extLst>
                  <a:ext uri="{FF2B5EF4-FFF2-40B4-BE49-F238E27FC236}">
                    <a16:creationId xmlns:a16="http://schemas.microsoft.com/office/drawing/2014/main" id="{82A9F087-A6D9-4A7C-AC9D-6EA925DF6E90}"/>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90" name="Line 30">
                <a:extLst>
                  <a:ext uri="{FF2B5EF4-FFF2-40B4-BE49-F238E27FC236}">
                    <a16:creationId xmlns:a16="http://schemas.microsoft.com/office/drawing/2014/main" id="{E91B8B81-503D-46C0-B5EF-88070FE96534}"/>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91" name="Text Box 31">
                <a:extLst>
                  <a:ext uri="{FF2B5EF4-FFF2-40B4-BE49-F238E27FC236}">
                    <a16:creationId xmlns:a16="http://schemas.microsoft.com/office/drawing/2014/main" id="{6AC3F09F-3206-442D-8B5A-6D10FD67E1C1}"/>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7692" name="Text Box 32">
                <a:extLst>
                  <a:ext uri="{FF2B5EF4-FFF2-40B4-BE49-F238E27FC236}">
                    <a16:creationId xmlns:a16="http://schemas.microsoft.com/office/drawing/2014/main" id="{E11628B0-8594-4233-852F-8077E567C193}"/>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7693" name="Text Box 33">
                <a:extLst>
                  <a:ext uri="{FF2B5EF4-FFF2-40B4-BE49-F238E27FC236}">
                    <a16:creationId xmlns:a16="http://schemas.microsoft.com/office/drawing/2014/main" id="{C0E0D863-2ED2-4707-9838-68699368CAFA}"/>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7694" name="Text Box 34">
                <a:extLst>
                  <a:ext uri="{FF2B5EF4-FFF2-40B4-BE49-F238E27FC236}">
                    <a16:creationId xmlns:a16="http://schemas.microsoft.com/office/drawing/2014/main" id="{BA9DE3C0-0611-4DE8-8BEE-891C953350BB}"/>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7695" name="Text Box 35">
                <a:extLst>
                  <a:ext uri="{FF2B5EF4-FFF2-40B4-BE49-F238E27FC236}">
                    <a16:creationId xmlns:a16="http://schemas.microsoft.com/office/drawing/2014/main" id="{7B501747-FE11-4ECE-9286-F53C734EA91F}"/>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7696" name="Text Box 36">
                <a:extLst>
                  <a:ext uri="{FF2B5EF4-FFF2-40B4-BE49-F238E27FC236}">
                    <a16:creationId xmlns:a16="http://schemas.microsoft.com/office/drawing/2014/main" id="{2A5A52C4-28B0-48B0-8722-3C9128085614}"/>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27697" name="Text Box 37">
                <a:extLst>
                  <a:ext uri="{FF2B5EF4-FFF2-40B4-BE49-F238E27FC236}">
                    <a16:creationId xmlns:a16="http://schemas.microsoft.com/office/drawing/2014/main" id="{D79B9307-F489-46CA-A277-89B7E48913B8}"/>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7698" name="Text Box 38">
                <a:extLst>
                  <a:ext uri="{FF2B5EF4-FFF2-40B4-BE49-F238E27FC236}">
                    <a16:creationId xmlns:a16="http://schemas.microsoft.com/office/drawing/2014/main" id="{B25644EE-2C3C-43DA-9865-4A63C67E07AA}"/>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7699" name="Text Box 39">
                <a:extLst>
                  <a:ext uri="{FF2B5EF4-FFF2-40B4-BE49-F238E27FC236}">
                    <a16:creationId xmlns:a16="http://schemas.microsoft.com/office/drawing/2014/main" id="{CCA98555-59BF-4FF9-8BC6-552FFEAD0454}"/>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7700" name="Text Box 40">
                <a:extLst>
                  <a:ext uri="{FF2B5EF4-FFF2-40B4-BE49-F238E27FC236}">
                    <a16:creationId xmlns:a16="http://schemas.microsoft.com/office/drawing/2014/main" id="{38678155-5FF0-407A-BDC1-661F95870E36}"/>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7701" name="Text Box 41">
                <a:extLst>
                  <a:ext uri="{FF2B5EF4-FFF2-40B4-BE49-F238E27FC236}">
                    <a16:creationId xmlns:a16="http://schemas.microsoft.com/office/drawing/2014/main" id="{B46A14F0-542B-4DB1-AB94-E5C1E781235A}"/>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7702" name="Text Box 42">
                <a:extLst>
                  <a:ext uri="{FF2B5EF4-FFF2-40B4-BE49-F238E27FC236}">
                    <a16:creationId xmlns:a16="http://schemas.microsoft.com/office/drawing/2014/main" id="{20A50FCE-1C07-4B03-9E07-80DC0FEBB0D5}"/>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27653" name="Text Box 43">
            <a:extLst>
              <a:ext uri="{FF2B5EF4-FFF2-40B4-BE49-F238E27FC236}">
                <a16:creationId xmlns:a16="http://schemas.microsoft.com/office/drawing/2014/main" id="{AD602D6A-0A3F-4BAA-A779-BB8D374F7CF3}"/>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latin typeface="Times New Roman" panose="02020603050405020304" pitchFamily="18" charset="0"/>
                <a:ea typeface="SimSun" panose="02010600030101010101" pitchFamily="2" charset="-122"/>
              </a:rPr>
              <a:t>i=2</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=4</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=3</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a:solidFill>
                  <a:srgbClr val="FF0000"/>
                </a:solidFill>
                <a:latin typeface="Times New Roman" panose="02020603050405020304" pitchFamily="18" charset="0"/>
                <a:ea typeface="SimSun" panose="02010600030101010101" pitchFamily="2" charset="-122"/>
              </a:rPr>
              <a:t>4</a:t>
            </a:r>
          </a:p>
          <a:p>
            <a:pPr>
              <a:lnSpc>
                <a:spcPct val="110000"/>
              </a:lnSpc>
            </a:pPr>
            <a:r>
              <a:rPr lang="en-US" altLang="zh-CN" sz="2800" b="0">
                <a:latin typeface="Times New Roman" panose="02020603050405020304" pitchFamily="18" charset="0"/>
                <a:ea typeface="SimSun" panose="02010600030101010101" pitchFamily="2" charset="-122"/>
              </a:rPr>
              <a:t>w-w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 =1</a:t>
            </a:r>
          </a:p>
        </p:txBody>
      </p:sp>
      <p:sp>
        <p:nvSpPr>
          <p:cNvPr id="27654" name="Text Box 44">
            <a:extLst>
              <a:ext uri="{FF2B5EF4-FFF2-40B4-BE49-F238E27FC236}">
                <a16:creationId xmlns:a16="http://schemas.microsoft.com/office/drawing/2014/main" id="{EC024F27-F585-4691-BC14-F73A2E52A763}"/>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7655" name="Text Box 45">
            <a:extLst>
              <a:ext uri="{FF2B5EF4-FFF2-40B4-BE49-F238E27FC236}">
                <a16:creationId xmlns:a16="http://schemas.microsoft.com/office/drawing/2014/main" id="{CF29B7A7-3019-40A8-B3FB-690581DF5CCD}"/>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7656" name="Text Box 46">
            <a:extLst>
              <a:ext uri="{FF2B5EF4-FFF2-40B4-BE49-F238E27FC236}">
                <a16:creationId xmlns:a16="http://schemas.microsoft.com/office/drawing/2014/main" id="{D3A7C8EB-C839-4163-AC8D-2B6821684892}"/>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7657" name="Rectangle 47">
            <a:extLst>
              <a:ext uri="{FF2B5EF4-FFF2-40B4-BE49-F238E27FC236}">
                <a16:creationId xmlns:a16="http://schemas.microsoft.com/office/drawing/2014/main" id="{4A413527-19C4-42A3-A6E7-5554A0692D77}"/>
              </a:ext>
            </a:extLst>
          </p:cNvPr>
          <p:cNvSpPr>
            <a:spLocks noChangeArrowheads="1"/>
          </p:cNvSpPr>
          <p:nvPr/>
        </p:nvSpPr>
        <p:spPr bwMode="auto">
          <a:xfrm>
            <a:off x="7239000" y="533400"/>
            <a:ext cx="1676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7658" name="Text Box 48">
            <a:extLst>
              <a:ext uri="{FF2B5EF4-FFF2-40B4-BE49-F238E27FC236}">
                <a16:creationId xmlns:a16="http://schemas.microsoft.com/office/drawing/2014/main" id="{BD49F58B-ADFC-4A4E-8A81-5F4C9FABB52B}"/>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7659" name="Text Box 49">
            <a:extLst>
              <a:ext uri="{FF2B5EF4-FFF2-40B4-BE49-F238E27FC236}">
                <a16:creationId xmlns:a16="http://schemas.microsoft.com/office/drawing/2014/main" id="{0D51546C-6297-4F01-87BE-C31840A69FE0}"/>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7660" name="Text Box 50">
            <a:extLst>
              <a:ext uri="{FF2B5EF4-FFF2-40B4-BE49-F238E27FC236}">
                <a16:creationId xmlns:a16="http://schemas.microsoft.com/office/drawing/2014/main" id="{3CF592A7-67C2-46C3-921A-1C3BC4FC7A61}"/>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a:t>
            </a:r>
            <a:r>
              <a:rPr lang="en-US" altLang="zh-CN" sz="2000" b="0">
                <a:solidFill>
                  <a:srgbClr val="FF0000"/>
                </a:solidFill>
                <a:latin typeface="Times New Roman" panose="02020603050405020304" pitchFamily="18" charset="0"/>
                <a:ea typeface="SimSun" panose="02010600030101010101" pitchFamily="2" charset="-122"/>
              </a:rPr>
              <a:t>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&lt;= 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a:t>
            </a:r>
            <a:r>
              <a:rPr lang="en-US" altLang="zh-CN" sz="2000" b="0">
                <a:solidFill>
                  <a:srgbClr val="FF0000"/>
                </a:solidFill>
                <a:latin typeface="Times New Roman" panose="02020603050405020304" pitchFamily="18" charset="0"/>
                <a:ea typeface="SimSun" panose="02010600030101010101" pitchFamily="2" charset="-122"/>
              </a:rPr>
              <a:t>b</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 V[i-1,w-w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a:t>
            </a:r>
            <a:r>
              <a:rPr lang="en-US" altLang="zh-CN" sz="2000">
                <a:latin typeface="Times New Roman" panose="02020603050405020304" pitchFamily="18" charset="0"/>
                <a:ea typeface="SimSun" panose="02010600030101010101" pitchFamily="2" charset="-122"/>
              </a:rPr>
              <a:t>V[i,w] = b</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 + V[i-1,w- w</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else</a:t>
            </a:r>
          </a:p>
          <a:p>
            <a:r>
              <a:rPr lang="en-US" altLang="zh-CN" sz="2000" b="0">
                <a:latin typeface="Times New Roman" panose="02020603050405020304" pitchFamily="18" charset="0"/>
                <a:ea typeface="SimSun" panose="02010600030101010101" pitchFamily="2" charset="-122"/>
              </a:rPr>
              <a:t>            V[i,w] = V[i-1,w]</a:t>
            </a:r>
          </a:p>
          <a:p>
            <a:r>
              <a:rPr lang="en-US" altLang="zh-CN" sz="2000" b="0">
                <a:latin typeface="Times New Roman" panose="02020603050405020304" pitchFamily="18" charset="0"/>
                <a:ea typeface="SimSun" panose="02010600030101010101" pitchFamily="2" charset="-122"/>
              </a:rPr>
              <a:t>else V[i,w] = V[i-1,w]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198707" name="Text Box 51">
            <a:extLst>
              <a:ext uri="{FF2B5EF4-FFF2-40B4-BE49-F238E27FC236}">
                <a16:creationId xmlns:a16="http://schemas.microsoft.com/office/drawing/2014/main" id="{72598FC2-A3AE-4B6E-AF49-D6F28A4481A1}"/>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4</a:t>
            </a:r>
            <a:endParaRPr lang="en-US" altLang="zh-CN" sz="2400" b="0">
              <a:latin typeface="Times New Roman" panose="02020603050405020304" pitchFamily="18" charset="0"/>
              <a:ea typeface="SimSun" panose="02010600030101010101" pitchFamily="2" charset="-122"/>
            </a:endParaRPr>
          </a:p>
        </p:txBody>
      </p:sp>
      <p:sp>
        <p:nvSpPr>
          <p:cNvPr id="198708" name="Line 52">
            <a:extLst>
              <a:ext uri="{FF2B5EF4-FFF2-40B4-BE49-F238E27FC236}">
                <a16:creationId xmlns:a16="http://schemas.microsoft.com/office/drawing/2014/main" id="{87DEBFD7-D3F5-4481-BD6B-9E74F75B1CDF}"/>
              </a:ext>
            </a:extLst>
          </p:cNvPr>
          <p:cNvSpPr>
            <a:spLocks noChangeShapeType="1"/>
          </p:cNvSpPr>
          <p:nvPr/>
        </p:nvSpPr>
        <p:spPr bwMode="auto">
          <a:xfrm>
            <a:off x="2895600" y="2895600"/>
            <a:ext cx="2133600" cy="304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663" name="Text Box 53">
            <a:extLst>
              <a:ext uri="{FF2B5EF4-FFF2-40B4-BE49-F238E27FC236}">
                <a16:creationId xmlns:a16="http://schemas.microsoft.com/office/drawing/2014/main" id="{84B25051-0FEE-4C8A-8DF3-E5234A712C05}"/>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7664" name="Text Box 54">
            <a:extLst>
              <a:ext uri="{FF2B5EF4-FFF2-40B4-BE49-F238E27FC236}">
                <a16:creationId xmlns:a16="http://schemas.microsoft.com/office/drawing/2014/main" id="{12287F83-5927-4132-996F-F843CF4BFB26}"/>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7665" name="Rectangle 55">
            <a:extLst>
              <a:ext uri="{FF2B5EF4-FFF2-40B4-BE49-F238E27FC236}">
                <a16:creationId xmlns:a16="http://schemas.microsoft.com/office/drawing/2014/main" id="{CC2ECC0C-85C1-4326-96AC-159FE9B0E412}"/>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(12)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870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87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707"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Line 3">
            <a:extLst>
              <a:ext uri="{FF2B5EF4-FFF2-40B4-BE49-F238E27FC236}">
                <a16:creationId xmlns:a16="http://schemas.microsoft.com/office/drawing/2014/main" id="{CAFFB3FA-2757-4E00-A883-4E85B11EE33A}"/>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28675" name="Text Box 4">
            <a:extLst>
              <a:ext uri="{FF2B5EF4-FFF2-40B4-BE49-F238E27FC236}">
                <a16:creationId xmlns:a16="http://schemas.microsoft.com/office/drawing/2014/main" id="{E81C95B9-1E3C-40E7-B6D7-C3E77BCCFBE6}"/>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28676" name="Group 5">
            <a:extLst>
              <a:ext uri="{FF2B5EF4-FFF2-40B4-BE49-F238E27FC236}">
                <a16:creationId xmlns:a16="http://schemas.microsoft.com/office/drawing/2014/main" id="{D483A60E-B758-4904-9F6F-72DA6B0D90AD}"/>
              </a:ext>
            </a:extLst>
          </p:cNvPr>
          <p:cNvGrpSpPr>
            <a:grpSpLocks/>
          </p:cNvGrpSpPr>
          <p:nvPr/>
        </p:nvGrpSpPr>
        <p:grpSpPr bwMode="auto">
          <a:xfrm>
            <a:off x="1035050" y="1676400"/>
            <a:ext cx="5441950" cy="2743200"/>
            <a:chOff x="652" y="768"/>
            <a:chExt cx="3428" cy="1728"/>
          </a:xfrm>
        </p:grpSpPr>
        <p:sp>
          <p:nvSpPr>
            <p:cNvPr id="28691" name="Text Box 6">
              <a:extLst>
                <a:ext uri="{FF2B5EF4-FFF2-40B4-BE49-F238E27FC236}">
                  <a16:creationId xmlns:a16="http://schemas.microsoft.com/office/drawing/2014/main" id="{220C878A-6FD1-45DA-A62A-6906CB5A4A89}"/>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8692" name="Text Box 7">
              <a:extLst>
                <a:ext uri="{FF2B5EF4-FFF2-40B4-BE49-F238E27FC236}">
                  <a16:creationId xmlns:a16="http://schemas.microsoft.com/office/drawing/2014/main" id="{D61E04FA-1EBB-4B84-AC97-F48D49488AAF}"/>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8693" name="Text Box 8">
              <a:extLst>
                <a:ext uri="{FF2B5EF4-FFF2-40B4-BE49-F238E27FC236}">
                  <a16:creationId xmlns:a16="http://schemas.microsoft.com/office/drawing/2014/main" id="{07B68BD7-BFA4-4480-AD46-4246BEF31B8D}"/>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8694" name="Text Box 9">
              <a:extLst>
                <a:ext uri="{FF2B5EF4-FFF2-40B4-BE49-F238E27FC236}">
                  <a16:creationId xmlns:a16="http://schemas.microsoft.com/office/drawing/2014/main" id="{5A1987E0-A76A-4F47-BD2C-0B3AA1309774}"/>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8695" name="Text Box 10">
              <a:extLst>
                <a:ext uri="{FF2B5EF4-FFF2-40B4-BE49-F238E27FC236}">
                  <a16:creationId xmlns:a16="http://schemas.microsoft.com/office/drawing/2014/main" id="{61BAF639-A758-40A5-B548-623B3C12936D}"/>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28696" name="Group 11">
              <a:extLst>
                <a:ext uri="{FF2B5EF4-FFF2-40B4-BE49-F238E27FC236}">
                  <a16:creationId xmlns:a16="http://schemas.microsoft.com/office/drawing/2014/main" id="{531FD736-F0B9-4FB5-A6ED-C07818373895}"/>
                </a:ext>
              </a:extLst>
            </p:cNvPr>
            <p:cNvGrpSpPr>
              <a:grpSpLocks/>
            </p:cNvGrpSpPr>
            <p:nvPr/>
          </p:nvGrpSpPr>
          <p:grpSpPr bwMode="auto">
            <a:xfrm>
              <a:off x="652" y="768"/>
              <a:ext cx="3428" cy="1728"/>
              <a:chOff x="652" y="768"/>
              <a:chExt cx="3428" cy="1728"/>
            </a:xfrm>
          </p:grpSpPr>
          <p:sp>
            <p:nvSpPr>
              <p:cNvPr id="28697" name="Line 12">
                <a:extLst>
                  <a:ext uri="{FF2B5EF4-FFF2-40B4-BE49-F238E27FC236}">
                    <a16:creationId xmlns:a16="http://schemas.microsoft.com/office/drawing/2014/main" id="{9611A71F-DF0C-4C5E-BAF7-148660E78C57}"/>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98" name="Line 13">
                <a:extLst>
                  <a:ext uri="{FF2B5EF4-FFF2-40B4-BE49-F238E27FC236}">
                    <a16:creationId xmlns:a16="http://schemas.microsoft.com/office/drawing/2014/main" id="{87281EAF-0FAE-4E6D-A2B2-9C7EFCAEC5B1}"/>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99" name="Line 14">
                <a:extLst>
                  <a:ext uri="{FF2B5EF4-FFF2-40B4-BE49-F238E27FC236}">
                    <a16:creationId xmlns:a16="http://schemas.microsoft.com/office/drawing/2014/main" id="{A6E13DA5-3C89-468F-978C-4FE85F5080FE}"/>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00" name="Line 15">
                <a:extLst>
                  <a:ext uri="{FF2B5EF4-FFF2-40B4-BE49-F238E27FC236}">
                    <a16:creationId xmlns:a16="http://schemas.microsoft.com/office/drawing/2014/main" id="{BBD97CD2-A044-4772-96C5-79E44D1D07D0}"/>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01" name="Line 16">
                <a:extLst>
                  <a:ext uri="{FF2B5EF4-FFF2-40B4-BE49-F238E27FC236}">
                    <a16:creationId xmlns:a16="http://schemas.microsoft.com/office/drawing/2014/main" id="{E69A75FB-C2DD-48E7-A0E4-900D23E9B51C}"/>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02" name="Line 17">
                <a:extLst>
                  <a:ext uri="{FF2B5EF4-FFF2-40B4-BE49-F238E27FC236}">
                    <a16:creationId xmlns:a16="http://schemas.microsoft.com/office/drawing/2014/main" id="{01A6EE5D-8524-4142-AE20-5157578A3A82}"/>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03" name="Line 18">
                <a:extLst>
                  <a:ext uri="{FF2B5EF4-FFF2-40B4-BE49-F238E27FC236}">
                    <a16:creationId xmlns:a16="http://schemas.microsoft.com/office/drawing/2014/main" id="{F036B716-A66A-4202-B04F-9AC7DAA80B6B}"/>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04" name="Text Box 19">
                <a:extLst>
                  <a:ext uri="{FF2B5EF4-FFF2-40B4-BE49-F238E27FC236}">
                    <a16:creationId xmlns:a16="http://schemas.microsoft.com/office/drawing/2014/main" id="{244DCC1B-08FC-435A-A6BD-4C82B1458523}"/>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8705" name="Text Box 20">
                <a:extLst>
                  <a:ext uri="{FF2B5EF4-FFF2-40B4-BE49-F238E27FC236}">
                    <a16:creationId xmlns:a16="http://schemas.microsoft.com/office/drawing/2014/main" id="{36F2824C-A501-4C47-95FA-7D2D650E2AE2}"/>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8706" name="Text Box 21">
                <a:extLst>
                  <a:ext uri="{FF2B5EF4-FFF2-40B4-BE49-F238E27FC236}">
                    <a16:creationId xmlns:a16="http://schemas.microsoft.com/office/drawing/2014/main" id="{1F3FCE3E-972B-447A-887D-548CC1ED58A0}"/>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8707" name="Text Box 22">
                <a:extLst>
                  <a:ext uri="{FF2B5EF4-FFF2-40B4-BE49-F238E27FC236}">
                    <a16:creationId xmlns:a16="http://schemas.microsoft.com/office/drawing/2014/main" id="{E9008E77-372B-4C64-90A2-6770021C9C32}"/>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8708" name="Text Box 23">
                <a:extLst>
                  <a:ext uri="{FF2B5EF4-FFF2-40B4-BE49-F238E27FC236}">
                    <a16:creationId xmlns:a16="http://schemas.microsoft.com/office/drawing/2014/main" id="{8226562F-9865-43C3-8EE2-96BD57E1F0D6}"/>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8709" name="Text Box 24">
                <a:extLst>
                  <a:ext uri="{FF2B5EF4-FFF2-40B4-BE49-F238E27FC236}">
                    <a16:creationId xmlns:a16="http://schemas.microsoft.com/office/drawing/2014/main" id="{6F194377-E3F0-4249-A1CD-7EE0B43EB119}"/>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8710" name="Line 25">
                <a:extLst>
                  <a:ext uri="{FF2B5EF4-FFF2-40B4-BE49-F238E27FC236}">
                    <a16:creationId xmlns:a16="http://schemas.microsoft.com/office/drawing/2014/main" id="{56F2C1EC-98AF-409D-8CC8-A190ECB2431E}"/>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11" name="Line 26">
                <a:extLst>
                  <a:ext uri="{FF2B5EF4-FFF2-40B4-BE49-F238E27FC236}">
                    <a16:creationId xmlns:a16="http://schemas.microsoft.com/office/drawing/2014/main" id="{455B562A-5F26-4C8E-855C-7D4AEE38852C}"/>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12" name="Line 27">
                <a:extLst>
                  <a:ext uri="{FF2B5EF4-FFF2-40B4-BE49-F238E27FC236}">
                    <a16:creationId xmlns:a16="http://schemas.microsoft.com/office/drawing/2014/main" id="{54D4AF87-F698-4382-8341-892F401C13C6}"/>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13" name="Line 28">
                <a:extLst>
                  <a:ext uri="{FF2B5EF4-FFF2-40B4-BE49-F238E27FC236}">
                    <a16:creationId xmlns:a16="http://schemas.microsoft.com/office/drawing/2014/main" id="{62BB8AAC-7D58-4563-A74C-5966E2CF12CD}"/>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14" name="Line 29">
                <a:extLst>
                  <a:ext uri="{FF2B5EF4-FFF2-40B4-BE49-F238E27FC236}">
                    <a16:creationId xmlns:a16="http://schemas.microsoft.com/office/drawing/2014/main" id="{BC380844-840B-4AEA-BD77-6494CCE7CB5A}"/>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15" name="Line 30">
                <a:extLst>
                  <a:ext uri="{FF2B5EF4-FFF2-40B4-BE49-F238E27FC236}">
                    <a16:creationId xmlns:a16="http://schemas.microsoft.com/office/drawing/2014/main" id="{54A45C5F-7B3D-47D5-B969-65D9EFA5A13B}"/>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16" name="Text Box 31">
                <a:extLst>
                  <a:ext uri="{FF2B5EF4-FFF2-40B4-BE49-F238E27FC236}">
                    <a16:creationId xmlns:a16="http://schemas.microsoft.com/office/drawing/2014/main" id="{CBCB6D4E-DF2C-4E09-9171-F86123341971}"/>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8717" name="Text Box 32">
                <a:extLst>
                  <a:ext uri="{FF2B5EF4-FFF2-40B4-BE49-F238E27FC236}">
                    <a16:creationId xmlns:a16="http://schemas.microsoft.com/office/drawing/2014/main" id="{ECC2166A-98F3-4A64-BB40-2DE10ECAA0D1}"/>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8718" name="Text Box 33">
                <a:extLst>
                  <a:ext uri="{FF2B5EF4-FFF2-40B4-BE49-F238E27FC236}">
                    <a16:creationId xmlns:a16="http://schemas.microsoft.com/office/drawing/2014/main" id="{11D12E3F-F968-4BBB-BBEB-7F0C042842F8}"/>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8719" name="Text Box 34">
                <a:extLst>
                  <a:ext uri="{FF2B5EF4-FFF2-40B4-BE49-F238E27FC236}">
                    <a16:creationId xmlns:a16="http://schemas.microsoft.com/office/drawing/2014/main" id="{A1A1C67A-D786-4475-B939-EC1466D8CA00}"/>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8720" name="Text Box 35">
                <a:extLst>
                  <a:ext uri="{FF2B5EF4-FFF2-40B4-BE49-F238E27FC236}">
                    <a16:creationId xmlns:a16="http://schemas.microsoft.com/office/drawing/2014/main" id="{30DD84AC-D3B7-4377-A225-65A02AE52188}"/>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8721" name="Text Box 36">
                <a:extLst>
                  <a:ext uri="{FF2B5EF4-FFF2-40B4-BE49-F238E27FC236}">
                    <a16:creationId xmlns:a16="http://schemas.microsoft.com/office/drawing/2014/main" id="{8BB0115D-F532-4243-BAE2-120B4738CFEA}"/>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28722" name="Text Box 37">
                <a:extLst>
                  <a:ext uri="{FF2B5EF4-FFF2-40B4-BE49-F238E27FC236}">
                    <a16:creationId xmlns:a16="http://schemas.microsoft.com/office/drawing/2014/main" id="{12472521-7CCA-4CBA-9AD0-ADD1154F8337}"/>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8723" name="Text Box 38">
                <a:extLst>
                  <a:ext uri="{FF2B5EF4-FFF2-40B4-BE49-F238E27FC236}">
                    <a16:creationId xmlns:a16="http://schemas.microsoft.com/office/drawing/2014/main" id="{5B08C688-9510-475D-AAED-304856171C27}"/>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8724" name="Text Box 39">
                <a:extLst>
                  <a:ext uri="{FF2B5EF4-FFF2-40B4-BE49-F238E27FC236}">
                    <a16:creationId xmlns:a16="http://schemas.microsoft.com/office/drawing/2014/main" id="{3DA5D428-C2B1-4BF2-AA2A-F242BE3957B9}"/>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8725" name="Text Box 40">
                <a:extLst>
                  <a:ext uri="{FF2B5EF4-FFF2-40B4-BE49-F238E27FC236}">
                    <a16:creationId xmlns:a16="http://schemas.microsoft.com/office/drawing/2014/main" id="{FAE320AF-168B-46D2-BDD6-6CAA0C69CBDD}"/>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8726" name="Text Box 41">
                <a:extLst>
                  <a:ext uri="{FF2B5EF4-FFF2-40B4-BE49-F238E27FC236}">
                    <a16:creationId xmlns:a16="http://schemas.microsoft.com/office/drawing/2014/main" id="{62A59DBD-2BF5-4F3E-BD78-5278A89B8AF7}"/>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8727" name="Text Box 42">
                <a:extLst>
                  <a:ext uri="{FF2B5EF4-FFF2-40B4-BE49-F238E27FC236}">
                    <a16:creationId xmlns:a16="http://schemas.microsoft.com/office/drawing/2014/main" id="{6EADA509-D483-4EB0-93C2-E2EEFBC61D26}"/>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28677" name="Text Box 43">
            <a:extLst>
              <a:ext uri="{FF2B5EF4-FFF2-40B4-BE49-F238E27FC236}">
                <a16:creationId xmlns:a16="http://schemas.microsoft.com/office/drawing/2014/main" id="{949E3266-47C6-4242-BAA5-7A288E3912BB}"/>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latin typeface="Times New Roman" panose="02020603050405020304" pitchFamily="18" charset="0"/>
                <a:ea typeface="SimSun" panose="02010600030101010101" pitchFamily="2" charset="-122"/>
              </a:rPr>
              <a:t>i=2</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=4</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=3</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a:solidFill>
                  <a:srgbClr val="FF0000"/>
                </a:solidFill>
                <a:latin typeface="Times New Roman" panose="02020603050405020304" pitchFamily="18" charset="0"/>
                <a:ea typeface="SimSun" panose="02010600030101010101" pitchFamily="2" charset="-122"/>
              </a:rPr>
              <a:t>5</a:t>
            </a:r>
          </a:p>
          <a:p>
            <a:pPr>
              <a:lnSpc>
                <a:spcPct val="110000"/>
              </a:lnSpc>
            </a:pPr>
            <a:r>
              <a:rPr lang="en-US" altLang="zh-CN" sz="2800" b="0">
                <a:latin typeface="Times New Roman" panose="02020603050405020304" pitchFamily="18" charset="0"/>
                <a:ea typeface="SimSun" panose="02010600030101010101" pitchFamily="2" charset="-122"/>
              </a:rPr>
              <a:t>w-w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 =2</a:t>
            </a:r>
          </a:p>
        </p:txBody>
      </p:sp>
      <p:sp>
        <p:nvSpPr>
          <p:cNvPr id="28678" name="Text Box 44">
            <a:extLst>
              <a:ext uri="{FF2B5EF4-FFF2-40B4-BE49-F238E27FC236}">
                <a16:creationId xmlns:a16="http://schemas.microsoft.com/office/drawing/2014/main" id="{EE3AE2BD-6B60-4326-9AD5-329E47E947D0}"/>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8679" name="Text Box 45">
            <a:extLst>
              <a:ext uri="{FF2B5EF4-FFF2-40B4-BE49-F238E27FC236}">
                <a16:creationId xmlns:a16="http://schemas.microsoft.com/office/drawing/2014/main" id="{F4AF4EAD-FFD6-4BC4-8EDA-0DD3399530B6}"/>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8680" name="Text Box 46">
            <a:extLst>
              <a:ext uri="{FF2B5EF4-FFF2-40B4-BE49-F238E27FC236}">
                <a16:creationId xmlns:a16="http://schemas.microsoft.com/office/drawing/2014/main" id="{AA947094-8272-4874-89C3-91CAF412CF61}"/>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8681" name="Rectangle 47">
            <a:extLst>
              <a:ext uri="{FF2B5EF4-FFF2-40B4-BE49-F238E27FC236}">
                <a16:creationId xmlns:a16="http://schemas.microsoft.com/office/drawing/2014/main" id="{40315F8C-B564-473E-9845-7D43E2FF1D7B}"/>
              </a:ext>
            </a:extLst>
          </p:cNvPr>
          <p:cNvSpPr>
            <a:spLocks noChangeArrowheads="1"/>
          </p:cNvSpPr>
          <p:nvPr/>
        </p:nvSpPr>
        <p:spPr bwMode="auto">
          <a:xfrm>
            <a:off x="7239000" y="533400"/>
            <a:ext cx="1676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8682" name="Text Box 48">
            <a:extLst>
              <a:ext uri="{FF2B5EF4-FFF2-40B4-BE49-F238E27FC236}">
                <a16:creationId xmlns:a16="http://schemas.microsoft.com/office/drawing/2014/main" id="{B191D3C1-29DD-427C-948F-216A886F7E35}"/>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8683" name="Text Box 49">
            <a:extLst>
              <a:ext uri="{FF2B5EF4-FFF2-40B4-BE49-F238E27FC236}">
                <a16:creationId xmlns:a16="http://schemas.microsoft.com/office/drawing/2014/main" id="{550E4111-2E81-4D90-B4C0-ACBC725EFAB3}"/>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8684" name="Text Box 50">
            <a:extLst>
              <a:ext uri="{FF2B5EF4-FFF2-40B4-BE49-F238E27FC236}">
                <a16:creationId xmlns:a16="http://schemas.microsoft.com/office/drawing/2014/main" id="{D09B550E-FC7C-4AC5-B463-3201C6C50B15}"/>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a:t>
            </a:r>
            <a:r>
              <a:rPr lang="en-US" altLang="zh-CN" sz="2000" b="0">
                <a:solidFill>
                  <a:srgbClr val="FF0000"/>
                </a:solidFill>
                <a:latin typeface="Times New Roman" panose="02020603050405020304" pitchFamily="18" charset="0"/>
                <a:ea typeface="SimSun" panose="02010600030101010101" pitchFamily="2" charset="-122"/>
              </a:rPr>
              <a:t>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&lt;= 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a:t>
            </a:r>
            <a:r>
              <a:rPr lang="en-US" altLang="zh-CN" sz="2000" b="0">
                <a:solidFill>
                  <a:srgbClr val="FF0000"/>
                </a:solidFill>
                <a:latin typeface="Times New Roman" panose="02020603050405020304" pitchFamily="18" charset="0"/>
                <a:ea typeface="SimSun" panose="02010600030101010101" pitchFamily="2" charset="-122"/>
              </a:rPr>
              <a:t>b</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 V[i-1,w-w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a:t>
            </a:r>
            <a:r>
              <a:rPr lang="en-US" altLang="zh-CN" sz="2000">
                <a:latin typeface="Times New Roman" panose="02020603050405020304" pitchFamily="18" charset="0"/>
                <a:ea typeface="SimSun" panose="02010600030101010101" pitchFamily="2" charset="-122"/>
              </a:rPr>
              <a:t>V[i,w] = b</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 + V[i-1,w- w</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else</a:t>
            </a:r>
          </a:p>
          <a:p>
            <a:r>
              <a:rPr lang="en-US" altLang="zh-CN" sz="2000" b="0">
                <a:latin typeface="Times New Roman" panose="02020603050405020304" pitchFamily="18" charset="0"/>
                <a:ea typeface="SimSun" panose="02010600030101010101" pitchFamily="2" charset="-122"/>
              </a:rPr>
              <a:t>            V[i,w] = V[i-1,w]</a:t>
            </a:r>
          </a:p>
          <a:p>
            <a:r>
              <a:rPr lang="en-US" altLang="zh-CN" sz="2000" b="0">
                <a:latin typeface="Times New Roman" panose="02020603050405020304" pitchFamily="18" charset="0"/>
                <a:ea typeface="SimSun" panose="02010600030101010101" pitchFamily="2" charset="-122"/>
              </a:rPr>
              <a:t>else V[i,w] = V[i-1,w]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199731" name="Text Box 51">
            <a:extLst>
              <a:ext uri="{FF2B5EF4-FFF2-40B4-BE49-F238E27FC236}">
                <a16:creationId xmlns:a16="http://schemas.microsoft.com/office/drawing/2014/main" id="{5684422D-C50C-41CC-BEA4-81CA25B2DF15}"/>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7</a:t>
            </a:r>
            <a:endParaRPr lang="en-US" altLang="zh-CN" sz="2400" b="0">
              <a:latin typeface="Times New Roman" panose="02020603050405020304" pitchFamily="18" charset="0"/>
              <a:ea typeface="SimSun" panose="02010600030101010101" pitchFamily="2" charset="-122"/>
            </a:endParaRPr>
          </a:p>
        </p:txBody>
      </p:sp>
      <p:sp>
        <p:nvSpPr>
          <p:cNvPr id="199732" name="Line 52">
            <a:extLst>
              <a:ext uri="{FF2B5EF4-FFF2-40B4-BE49-F238E27FC236}">
                <a16:creationId xmlns:a16="http://schemas.microsoft.com/office/drawing/2014/main" id="{D9C49DDD-4851-4AB5-A24C-CCE4EF9C59B0}"/>
              </a:ext>
            </a:extLst>
          </p:cNvPr>
          <p:cNvSpPr>
            <a:spLocks noChangeShapeType="1"/>
          </p:cNvSpPr>
          <p:nvPr/>
        </p:nvSpPr>
        <p:spPr bwMode="auto">
          <a:xfrm>
            <a:off x="3733800" y="2895600"/>
            <a:ext cx="2133600" cy="304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687" name="Text Box 53">
            <a:extLst>
              <a:ext uri="{FF2B5EF4-FFF2-40B4-BE49-F238E27FC236}">
                <a16:creationId xmlns:a16="http://schemas.microsoft.com/office/drawing/2014/main" id="{4EE73178-0870-4F2C-8134-2D9F53F1D634}"/>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8688" name="Text Box 54">
            <a:extLst>
              <a:ext uri="{FF2B5EF4-FFF2-40B4-BE49-F238E27FC236}">
                <a16:creationId xmlns:a16="http://schemas.microsoft.com/office/drawing/2014/main" id="{67939788-F3DB-432B-BF17-A66D3055E9E6}"/>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8689" name="Text Box 55">
            <a:extLst>
              <a:ext uri="{FF2B5EF4-FFF2-40B4-BE49-F238E27FC236}">
                <a16:creationId xmlns:a16="http://schemas.microsoft.com/office/drawing/2014/main" id="{FBEEE597-641C-42C2-9531-C7DFAA8567BD}"/>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8690" name="Rectangle 56">
            <a:extLst>
              <a:ext uri="{FF2B5EF4-FFF2-40B4-BE49-F238E27FC236}">
                <a16:creationId xmlns:a16="http://schemas.microsoft.com/office/drawing/2014/main" id="{4EE9D7D1-D142-416F-B2DF-1B24F258FA52}"/>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(13)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97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97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731"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Line 3">
            <a:extLst>
              <a:ext uri="{FF2B5EF4-FFF2-40B4-BE49-F238E27FC236}">
                <a16:creationId xmlns:a16="http://schemas.microsoft.com/office/drawing/2014/main" id="{F69F8FB7-9C68-4D54-848A-EA461628EE0E}"/>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29699" name="Text Box 4">
            <a:extLst>
              <a:ext uri="{FF2B5EF4-FFF2-40B4-BE49-F238E27FC236}">
                <a16:creationId xmlns:a16="http://schemas.microsoft.com/office/drawing/2014/main" id="{864C599F-7040-4B9B-9B07-62D65A29E487}"/>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29700" name="Group 5">
            <a:extLst>
              <a:ext uri="{FF2B5EF4-FFF2-40B4-BE49-F238E27FC236}">
                <a16:creationId xmlns:a16="http://schemas.microsoft.com/office/drawing/2014/main" id="{E1738F4C-FD85-41D6-9273-D14C9A715727}"/>
              </a:ext>
            </a:extLst>
          </p:cNvPr>
          <p:cNvGrpSpPr>
            <a:grpSpLocks/>
          </p:cNvGrpSpPr>
          <p:nvPr/>
        </p:nvGrpSpPr>
        <p:grpSpPr bwMode="auto">
          <a:xfrm>
            <a:off x="1035050" y="1676400"/>
            <a:ext cx="5441950" cy="2743200"/>
            <a:chOff x="652" y="768"/>
            <a:chExt cx="3428" cy="1728"/>
          </a:xfrm>
        </p:grpSpPr>
        <p:sp>
          <p:nvSpPr>
            <p:cNvPr id="29720" name="Text Box 6">
              <a:extLst>
                <a:ext uri="{FF2B5EF4-FFF2-40B4-BE49-F238E27FC236}">
                  <a16:creationId xmlns:a16="http://schemas.microsoft.com/office/drawing/2014/main" id="{2C2E1A45-4C02-4106-A159-8BE360CDBBA0}"/>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9721" name="Text Box 7">
              <a:extLst>
                <a:ext uri="{FF2B5EF4-FFF2-40B4-BE49-F238E27FC236}">
                  <a16:creationId xmlns:a16="http://schemas.microsoft.com/office/drawing/2014/main" id="{4251EBAF-FEB9-4A0A-8CB5-155A46CF454A}"/>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9722" name="Text Box 8">
              <a:extLst>
                <a:ext uri="{FF2B5EF4-FFF2-40B4-BE49-F238E27FC236}">
                  <a16:creationId xmlns:a16="http://schemas.microsoft.com/office/drawing/2014/main" id="{8750F551-0436-4C23-B13D-8889BABD4899}"/>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9723" name="Text Box 9">
              <a:extLst>
                <a:ext uri="{FF2B5EF4-FFF2-40B4-BE49-F238E27FC236}">
                  <a16:creationId xmlns:a16="http://schemas.microsoft.com/office/drawing/2014/main" id="{0AB1F24D-8560-404D-905E-CE4420A50C04}"/>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9724" name="Text Box 10">
              <a:extLst>
                <a:ext uri="{FF2B5EF4-FFF2-40B4-BE49-F238E27FC236}">
                  <a16:creationId xmlns:a16="http://schemas.microsoft.com/office/drawing/2014/main" id="{4A646D9D-A027-4684-8EDA-574B392BA98B}"/>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29725" name="Group 11">
              <a:extLst>
                <a:ext uri="{FF2B5EF4-FFF2-40B4-BE49-F238E27FC236}">
                  <a16:creationId xmlns:a16="http://schemas.microsoft.com/office/drawing/2014/main" id="{F5B2B41F-4C18-42BD-AD7B-5F30C55D260C}"/>
                </a:ext>
              </a:extLst>
            </p:cNvPr>
            <p:cNvGrpSpPr>
              <a:grpSpLocks/>
            </p:cNvGrpSpPr>
            <p:nvPr/>
          </p:nvGrpSpPr>
          <p:grpSpPr bwMode="auto">
            <a:xfrm>
              <a:off x="652" y="768"/>
              <a:ext cx="3428" cy="1728"/>
              <a:chOff x="652" y="768"/>
              <a:chExt cx="3428" cy="1728"/>
            </a:xfrm>
          </p:grpSpPr>
          <p:sp>
            <p:nvSpPr>
              <p:cNvPr id="29726" name="Line 12">
                <a:extLst>
                  <a:ext uri="{FF2B5EF4-FFF2-40B4-BE49-F238E27FC236}">
                    <a16:creationId xmlns:a16="http://schemas.microsoft.com/office/drawing/2014/main" id="{91711C82-9783-4C7D-85DA-6AD62CAED529}"/>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7" name="Line 13">
                <a:extLst>
                  <a:ext uri="{FF2B5EF4-FFF2-40B4-BE49-F238E27FC236}">
                    <a16:creationId xmlns:a16="http://schemas.microsoft.com/office/drawing/2014/main" id="{7B8E6408-0844-46E3-AA84-38C989547CBB}"/>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8" name="Line 14">
                <a:extLst>
                  <a:ext uri="{FF2B5EF4-FFF2-40B4-BE49-F238E27FC236}">
                    <a16:creationId xmlns:a16="http://schemas.microsoft.com/office/drawing/2014/main" id="{B6EA5BD2-394E-4B13-8947-6665E1622757}"/>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9" name="Line 15">
                <a:extLst>
                  <a:ext uri="{FF2B5EF4-FFF2-40B4-BE49-F238E27FC236}">
                    <a16:creationId xmlns:a16="http://schemas.microsoft.com/office/drawing/2014/main" id="{014C5D3D-2AC7-418E-AB0D-2BBCABEBB190}"/>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30" name="Line 16">
                <a:extLst>
                  <a:ext uri="{FF2B5EF4-FFF2-40B4-BE49-F238E27FC236}">
                    <a16:creationId xmlns:a16="http://schemas.microsoft.com/office/drawing/2014/main" id="{B25ABA3D-2565-466D-AA0E-AF3A872525C2}"/>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31" name="Line 17">
                <a:extLst>
                  <a:ext uri="{FF2B5EF4-FFF2-40B4-BE49-F238E27FC236}">
                    <a16:creationId xmlns:a16="http://schemas.microsoft.com/office/drawing/2014/main" id="{88BA3840-6B49-416F-A983-4C739B70D52D}"/>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32" name="Line 18">
                <a:extLst>
                  <a:ext uri="{FF2B5EF4-FFF2-40B4-BE49-F238E27FC236}">
                    <a16:creationId xmlns:a16="http://schemas.microsoft.com/office/drawing/2014/main" id="{7EE496DE-A4E8-4EBB-9DE1-686F61029975}"/>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33" name="Text Box 19">
                <a:extLst>
                  <a:ext uri="{FF2B5EF4-FFF2-40B4-BE49-F238E27FC236}">
                    <a16:creationId xmlns:a16="http://schemas.microsoft.com/office/drawing/2014/main" id="{BCBAA648-35F1-4B34-A47C-43D903FEEAFC}"/>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9734" name="Text Box 20">
                <a:extLst>
                  <a:ext uri="{FF2B5EF4-FFF2-40B4-BE49-F238E27FC236}">
                    <a16:creationId xmlns:a16="http://schemas.microsoft.com/office/drawing/2014/main" id="{2AFF91C3-36A3-4FA1-97B2-8F62D668F0A7}"/>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9735" name="Text Box 21">
                <a:extLst>
                  <a:ext uri="{FF2B5EF4-FFF2-40B4-BE49-F238E27FC236}">
                    <a16:creationId xmlns:a16="http://schemas.microsoft.com/office/drawing/2014/main" id="{156A50E1-F4E4-4986-81AF-72F952E03A48}"/>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9736" name="Text Box 22">
                <a:extLst>
                  <a:ext uri="{FF2B5EF4-FFF2-40B4-BE49-F238E27FC236}">
                    <a16:creationId xmlns:a16="http://schemas.microsoft.com/office/drawing/2014/main" id="{1D4F593F-1B2A-49D5-BACF-106A69521625}"/>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9737" name="Text Box 23">
                <a:extLst>
                  <a:ext uri="{FF2B5EF4-FFF2-40B4-BE49-F238E27FC236}">
                    <a16:creationId xmlns:a16="http://schemas.microsoft.com/office/drawing/2014/main" id="{DA2AA5D9-334A-4835-9AFD-C2ED2079C5B6}"/>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9738" name="Text Box 24">
                <a:extLst>
                  <a:ext uri="{FF2B5EF4-FFF2-40B4-BE49-F238E27FC236}">
                    <a16:creationId xmlns:a16="http://schemas.microsoft.com/office/drawing/2014/main" id="{9E0265BB-517E-493F-8F14-E43CC62AA4C1}"/>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9739" name="Line 25">
                <a:extLst>
                  <a:ext uri="{FF2B5EF4-FFF2-40B4-BE49-F238E27FC236}">
                    <a16:creationId xmlns:a16="http://schemas.microsoft.com/office/drawing/2014/main" id="{32AEC497-F5D7-4080-A455-314F8C86902E}"/>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40" name="Line 26">
                <a:extLst>
                  <a:ext uri="{FF2B5EF4-FFF2-40B4-BE49-F238E27FC236}">
                    <a16:creationId xmlns:a16="http://schemas.microsoft.com/office/drawing/2014/main" id="{9D9A8CF7-68D6-441C-B082-01671A1C04D0}"/>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41" name="Line 27">
                <a:extLst>
                  <a:ext uri="{FF2B5EF4-FFF2-40B4-BE49-F238E27FC236}">
                    <a16:creationId xmlns:a16="http://schemas.microsoft.com/office/drawing/2014/main" id="{842E3F5F-BAF0-4B55-8AA9-E9176D157398}"/>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42" name="Line 28">
                <a:extLst>
                  <a:ext uri="{FF2B5EF4-FFF2-40B4-BE49-F238E27FC236}">
                    <a16:creationId xmlns:a16="http://schemas.microsoft.com/office/drawing/2014/main" id="{E427E683-651D-4206-89E6-DE64D28B24F9}"/>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43" name="Line 29">
                <a:extLst>
                  <a:ext uri="{FF2B5EF4-FFF2-40B4-BE49-F238E27FC236}">
                    <a16:creationId xmlns:a16="http://schemas.microsoft.com/office/drawing/2014/main" id="{927CD93B-1DCA-4645-88F5-D2EBCDDCE821}"/>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44" name="Line 30">
                <a:extLst>
                  <a:ext uri="{FF2B5EF4-FFF2-40B4-BE49-F238E27FC236}">
                    <a16:creationId xmlns:a16="http://schemas.microsoft.com/office/drawing/2014/main" id="{65DE201E-7E99-4EC2-8E46-29891AD7C282}"/>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45" name="Text Box 31">
                <a:extLst>
                  <a:ext uri="{FF2B5EF4-FFF2-40B4-BE49-F238E27FC236}">
                    <a16:creationId xmlns:a16="http://schemas.microsoft.com/office/drawing/2014/main" id="{0E2200FA-720F-41BF-AFF9-45579BFAC3DE}"/>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9746" name="Text Box 32">
                <a:extLst>
                  <a:ext uri="{FF2B5EF4-FFF2-40B4-BE49-F238E27FC236}">
                    <a16:creationId xmlns:a16="http://schemas.microsoft.com/office/drawing/2014/main" id="{54558700-1AC1-4E97-86CE-1251E9CBBADC}"/>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9747" name="Text Box 33">
                <a:extLst>
                  <a:ext uri="{FF2B5EF4-FFF2-40B4-BE49-F238E27FC236}">
                    <a16:creationId xmlns:a16="http://schemas.microsoft.com/office/drawing/2014/main" id="{82AB65EF-DC10-4E2C-AD85-3F61D9F1FAEC}"/>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9748" name="Text Box 34">
                <a:extLst>
                  <a:ext uri="{FF2B5EF4-FFF2-40B4-BE49-F238E27FC236}">
                    <a16:creationId xmlns:a16="http://schemas.microsoft.com/office/drawing/2014/main" id="{8BEB28F1-D96A-4AF9-B7DB-BC830450417A}"/>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9749" name="Text Box 35">
                <a:extLst>
                  <a:ext uri="{FF2B5EF4-FFF2-40B4-BE49-F238E27FC236}">
                    <a16:creationId xmlns:a16="http://schemas.microsoft.com/office/drawing/2014/main" id="{430A2520-D60D-43AD-B4F2-2B4318EB2802}"/>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9750" name="Text Box 36">
                <a:extLst>
                  <a:ext uri="{FF2B5EF4-FFF2-40B4-BE49-F238E27FC236}">
                    <a16:creationId xmlns:a16="http://schemas.microsoft.com/office/drawing/2014/main" id="{86B7A0EA-DBA0-4D62-A730-B1107D49C7FD}"/>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29751" name="Text Box 37">
                <a:extLst>
                  <a:ext uri="{FF2B5EF4-FFF2-40B4-BE49-F238E27FC236}">
                    <a16:creationId xmlns:a16="http://schemas.microsoft.com/office/drawing/2014/main" id="{B88D0359-D6F3-45E9-AF06-C4B1D2FFEBFC}"/>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9752" name="Text Box 38">
                <a:extLst>
                  <a:ext uri="{FF2B5EF4-FFF2-40B4-BE49-F238E27FC236}">
                    <a16:creationId xmlns:a16="http://schemas.microsoft.com/office/drawing/2014/main" id="{9961B30F-BCA4-432D-9559-1EC0B8101EBA}"/>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29753" name="Text Box 39">
                <a:extLst>
                  <a:ext uri="{FF2B5EF4-FFF2-40B4-BE49-F238E27FC236}">
                    <a16:creationId xmlns:a16="http://schemas.microsoft.com/office/drawing/2014/main" id="{6F9892CD-2FDD-433B-8436-2C4A3C568AE4}"/>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29754" name="Text Box 40">
                <a:extLst>
                  <a:ext uri="{FF2B5EF4-FFF2-40B4-BE49-F238E27FC236}">
                    <a16:creationId xmlns:a16="http://schemas.microsoft.com/office/drawing/2014/main" id="{62F365C4-3246-4CB5-A866-03B89942674B}"/>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9755" name="Text Box 41">
                <a:extLst>
                  <a:ext uri="{FF2B5EF4-FFF2-40B4-BE49-F238E27FC236}">
                    <a16:creationId xmlns:a16="http://schemas.microsoft.com/office/drawing/2014/main" id="{4DF02F89-9D0E-4BD3-ABBD-ADB0384EDE14}"/>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9756" name="Text Box 42">
                <a:extLst>
                  <a:ext uri="{FF2B5EF4-FFF2-40B4-BE49-F238E27FC236}">
                    <a16:creationId xmlns:a16="http://schemas.microsoft.com/office/drawing/2014/main" id="{A7DDCDB0-34C9-4D21-BB47-FA4535A89BC8}"/>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29701" name="Text Box 43">
            <a:extLst>
              <a:ext uri="{FF2B5EF4-FFF2-40B4-BE49-F238E27FC236}">
                <a16:creationId xmlns:a16="http://schemas.microsoft.com/office/drawing/2014/main" id="{9622E3BF-D369-4E63-8012-FE58F45EA776}"/>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solidFill>
                  <a:srgbClr val="FF0000"/>
                </a:solidFill>
                <a:latin typeface="Times New Roman" panose="02020603050405020304" pitchFamily="18" charset="0"/>
                <a:ea typeface="SimSun" panose="02010600030101010101" pitchFamily="2" charset="-122"/>
              </a:rPr>
              <a:t>i=3</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=5</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=4</a:t>
            </a:r>
          </a:p>
          <a:p>
            <a:pPr>
              <a:lnSpc>
                <a:spcPct val="110000"/>
              </a:lnSpc>
            </a:pPr>
            <a:r>
              <a:rPr lang="en-US" altLang="zh-CN" sz="2800" b="0">
                <a:latin typeface="Times New Roman" panose="02020603050405020304" pitchFamily="18" charset="0"/>
                <a:ea typeface="SimSun" panose="02010600030101010101" pitchFamily="2" charset="-122"/>
              </a:rPr>
              <a:t>w= </a:t>
            </a:r>
            <a:r>
              <a:rPr lang="en-US" altLang="zh-CN" sz="2800" b="0">
                <a:solidFill>
                  <a:srgbClr val="FF0000"/>
                </a:solidFill>
                <a:latin typeface="Times New Roman" panose="02020603050405020304" pitchFamily="18" charset="0"/>
                <a:ea typeface="SimSun" panose="02010600030101010101" pitchFamily="2" charset="-122"/>
              </a:rPr>
              <a:t>1..3</a:t>
            </a:r>
          </a:p>
          <a:p>
            <a:pPr>
              <a:lnSpc>
                <a:spcPct val="110000"/>
              </a:lnSpc>
            </a:pPr>
            <a:endParaRPr lang="zh-CN" altLang="en-US" sz="2800" b="0">
              <a:latin typeface="Times New Roman" panose="02020603050405020304" pitchFamily="18" charset="0"/>
              <a:ea typeface="SimSun" panose="02010600030101010101" pitchFamily="2" charset="-122"/>
            </a:endParaRPr>
          </a:p>
        </p:txBody>
      </p:sp>
      <p:sp>
        <p:nvSpPr>
          <p:cNvPr id="29702" name="Text Box 44">
            <a:extLst>
              <a:ext uri="{FF2B5EF4-FFF2-40B4-BE49-F238E27FC236}">
                <a16:creationId xmlns:a16="http://schemas.microsoft.com/office/drawing/2014/main" id="{BBFD1DA9-5FC9-4735-A54E-F0BFD20A000D}"/>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9703" name="Text Box 45">
            <a:extLst>
              <a:ext uri="{FF2B5EF4-FFF2-40B4-BE49-F238E27FC236}">
                <a16:creationId xmlns:a16="http://schemas.microsoft.com/office/drawing/2014/main" id="{B407F506-FDDC-4C3E-A37B-64B6EA1F5D1B}"/>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9704" name="Text Box 46">
            <a:extLst>
              <a:ext uri="{FF2B5EF4-FFF2-40B4-BE49-F238E27FC236}">
                <a16:creationId xmlns:a16="http://schemas.microsoft.com/office/drawing/2014/main" id="{49CFA256-AD69-44F2-9187-19D598BE903A}"/>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9705" name="Text Box 48">
            <a:extLst>
              <a:ext uri="{FF2B5EF4-FFF2-40B4-BE49-F238E27FC236}">
                <a16:creationId xmlns:a16="http://schemas.microsoft.com/office/drawing/2014/main" id="{BE6292AD-CBAB-4095-B4D4-09BC4BF5F4BF}"/>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9706" name="Text Box 49">
            <a:extLst>
              <a:ext uri="{FF2B5EF4-FFF2-40B4-BE49-F238E27FC236}">
                <a16:creationId xmlns:a16="http://schemas.microsoft.com/office/drawing/2014/main" id="{C4F1DA97-9D62-4F28-A67C-7B6686EA3525}"/>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29707" name="Text Box 53">
            <a:extLst>
              <a:ext uri="{FF2B5EF4-FFF2-40B4-BE49-F238E27FC236}">
                <a16:creationId xmlns:a16="http://schemas.microsoft.com/office/drawing/2014/main" id="{1FE4248D-A30B-47C0-A3D8-FE621A2F335D}"/>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29708" name="Text Box 54">
            <a:extLst>
              <a:ext uri="{FF2B5EF4-FFF2-40B4-BE49-F238E27FC236}">
                <a16:creationId xmlns:a16="http://schemas.microsoft.com/office/drawing/2014/main" id="{531B1319-EF36-4D0B-9C45-B0756A997BEE}"/>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9709" name="Text Box 55">
            <a:extLst>
              <a:ext uri="{FF2B5EF4-FFF2-40B4-BE49-F238E27FC236}">
                <a16:creationId xmlns:a16="http://schemas.microsoft.com/office/drawing/2014/main" id="{36547298-EEE0-430D-A5B9-5604867812F2}"/>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9710" name="Text Box 56">
            <a:extLst>
              <a:ext uri="{FF2B5EF4-FFF2-40B4-BE49-F238E27FC236}">
                <a16:creationId xmlns:a16="http://schemas.microsoft.com/office/drawing/2014/main" id="{BE96EA70-62D5-409F-8957-C6833DBDB9E9}"/>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&lt;= w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V[i,w] =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 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else</a:t>
            </a:r>
          </a:p>
          <a:p>
            <a:r>
              <a:rPr lang="en-US" altLang="zh-CN" sz="2000" b="0">
                <a:latin typeface="Times New Roman" panose="02020603050405020304" pitchFamily="18" charset="0"/>
                <a:ea typeface="SimSun" panose="02010600030101010101" pitchFamily="2" charset="-122"/>
              </a:rPr>
              <a:t>            V[i,w] = V[i-1,w]</a:t>
            </a:r>
          </a:p>
          <a:p>
            <a:r>
              <a:rPr lang="en-US" altLang="zh-CN" sz="2000" b="0">
                <a:solidFill>
                  <a:srgbClr val="FF0000"/>
                </a:solidFill>
                <a:latin typeface="Times New Roman" panose="02020603050405020304" pitchFamily="18" charset="0"/>
                <a:ea typeface="SimSun" panose="02010600030101010101" pitchFamily="2" charset="-122"/>
              </a:rPr>
              <a:t>else </a:t>
            </a:r>
            <a:r>
              <a:rPr lang="en-US" altLang="zh-CN" sz="2000">
                <a:latin typeface="Times New Roman" panose="02020603050405020304" pitchFamily="18" charset="0"/>
                <a:ea typeface="SimSun" panose="02010600030101010101" pitchFamily="2" charset="-122"/>
              </a:rPr>
              <a:t>V[i,w] = V[i-1,w]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29711" name="Rectangle 57">
            <a:extLst>
              <a:ext uri="{FF2B5EF4-FFF2-40B4-BE49-F238E27FC236}">
                <a16:creationId xmlns:a16="http://schemas.microsoft.com/office/drawing/2014/main" id="{864EB5BF-8AA0-44D7-8A82-6191C8EA43A6}"/>
              </a:ext>
            </a:extLst>
          </p:cNvPr>
          <p:cNvSpPr>
            <a:spLocks noChangeArrowheads="1"/>
          </p:cNvSpPr>
          <p:nvPr/>
        </p:nvSpPr>
        <p:spPr bwMode="auto">
          <a:xfrm>
            <a:off x="7239000" y="533400"/>
            <a:ext cx="1676400" cy="1295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9712" name="Text Box 58">
            <a:extLst>
              <a:ext uri="{FF2B5EF4-FFF2-40B4-BE49-F238E27FC236}">
                <a16:creationId xmlns:a16="http://schemas.microsoft.com/office/drawing/2014/main" id="{AC4FF188-A8D4-4A22-9EE0-055A299546B6}"/>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200764" name="Text Box 60">
            <a:extLst>
              <a:ext uri="{FF2B5EF4-FFF2-40B4-BE49-F238E27FC236}">
                <a16:creationId xmlns:a16="http://schemas.microsoft.com/office/drawing/2014/main" id="{F37C7AB8-18B2-47AF-9D41-B034A5A1D6BD}"/>
              </a:ext>
            </a:extLst>
          </p:cNvPr>
          <p:cNvSpPr txBox="1">
            <a:spLocks noChangeArrowheads="1"/>
          </p:cNvSpPr>
          <p:nvPr/>
        </p:nvSpPr>
        <p:spPr bwMode="auto">
          <a:xfrm>
            <a:off x="33528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3</a:t>
            </a:r>
          </a:p>
        </p:txBody>
      </p:sp>
      <p:sp>
        <p:nvSpPr>
          <p:cNvPr id="200765" name="Text Box 61">
            <a:extLst>
              <a:ext uri="{FF2B5EF4-FFF2-40B4-BE49-F238E27FC236}">
                <a16:creationId xmlns:a16="http://schemas.microsoft.com/office/drawing/2014/main" id="{FEBCF66F-4B20-4237-A47D-6009B846A60B}"/>
              </a:ext>
            </a:extLst>
          </p:cNvPr>
          <p:cNvSpPr txBox="1">
            <a:spLocks noChangeArrowheads="1"/>
          </p:cNvSpPr>
          <p:nvPr/>
        </p:nvSpPr>
        <p:spPr bwMode="auto">
          <a:xfrm>
            <a:off x="41910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4</a:t>
            </a:r>
          </a:p>
        </p:txBody>
      </p:sp>
      <p:sp>
        <p:nvSpPr>
          <p:cNvPr id="200769" name="Line 65">
            <a:extLst>
              <a:ext uri="{FF2B5EF4-FFF2-40B4-BE49-F238E27FC236}">
                <a16:creationId xmlns:a16="http://schemas.microsoft.com/office/drawing/2014/main" id="{4C03EE49-2A69-4051-B967-388BC968AD04}"/>
              </a:ext>
            </a:extLst>
          </p:cNvPr>
          <p:cNvSpPr>
            <a:spLocks noChangeShapeType="1"/>
          </p:cNvSpPr>
          <p:nvPr/>
        </p:nvSpPr>
        <p:spPr bwMode="auto">
          <a:xfrm>
            <a:off x="2538413" y="3328988"/>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0770" name="Text Box 66">
            <a:extLst>
              <a:ext uri="{FF2B5EF4-FFF2-40B4-BE49-F238E27FC236}">
                <a16:creationId xmlns:a16="http://schemas.microsoft.com/office/drawing/2014/main" id="{6396DBB2-FD13-43EC-A9A4-662A5D973A44}"/>
              </a:ext>
            </a:extLst>
          </p:cNvPr>
          <p:cNvSpPr txBox="1">
            <a:spLocks noChangeArrowheads="1"/>
          </p:cNvSpPr>
          <p:nvPr/>
        </p:nvSpPr>
        <p:spPr bwMode="auto">
          <a:xfrm>
            <a:off x="2506663"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0</a:t>
            </a:r>
            <a:endParaRPr lang="en-US" altLang="zh-CN" sz="2400" b="0">
              <a:latin typeface="Times New Roman" panose="02020603050405020304" pitchFamily="18" charset="0"/>
              <a:ea typeface="SimSun" panose="02010600030101010101" pitchFamily="2" charset="-122"/>
            </a:endParaRPr>
          </a:p>
        </p:txBody>
      </p:sp>
      <p:sp>
        <p:nvSpPr>
          <p:cNvPr id="200771" name="Line 67">
            <a:extLst>
              <a:ext uri="{FF2B5EF4-FFF2-40B4-BE49-F238E27FC236}">
                <a16:creationId xmlns:a16="http://schemas.microsoft.com/office/drawing/2014/main" id="{7D011638-CA96-412E-867F-19CE93016463}"/>
              </a:ext>
            </a:extLst>
          </p:cNvPr>
          <p:cNvSpPr>
            <a:spLocks noChangeShapeType="1"/>
          </p:cNvSpPr>
          <p:nvPr/>
        </p:nvSpPr>
        <p:spPr bwMode="auto">
          <a:xfrm>
            <a:off x="3352800" y="33528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0772" name="Line 68">
            <a:extLst>
              <a:ext uri="{FF2B5EF4-FFF2-40B4-BE49-F238E27FC236}">
                <a16:creationId xmlns:a16="http://schemas.microsoft.com/office/drawing/2014/main" id="{7DA47581-8EC1-46AB-B668-CCCFC640F2F9}"/>
              </a:ext>
            </a:extLst>
          </p:cNvPr>
          <p:cNvSpPr>
            <a:spLocks noChangeShapeType="1"/>
          </p:cNvSpPr>
          <p:nvPr/>
        </p:nvSpPr>
        <p:spPr bwMode="auto">
          <a:xfrm>
            <a:off x="4191000" y="33528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719" name="Rectangle 69">
            <a:extLst>
              <a:ext uri="{FF2B5EF4-FFF2-40B4-BE49-F238E27FC236}">
                <a16:creationId xmlns:a16="http://schemas.microsoft.com/office/drawing/2014/main" id="{5521AAAD-3A6F-4F44-BF3A-248BFADCADC1}"/>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(14)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0076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077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0077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076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0077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007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64" grpId="0" autoUpdateAnimBg="0"/>
      <p:bldP spid="200765" grpId="0" autoUpdateAnimBg="0"/>
      <p:bldP spid="200770"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Line 3">
            <a:extLst>
              <a:ext uri="{FF2B5EF4-FFF2-40B4-BE49-F238E27FC236}">
                <a16:creationId xmlns:a16="http://schemas.microsoft.com/office/drawing/2014/main" id="{8FDEFE60-69E7-43D4-AF84-39632359D3D6}"/>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0723" name="Text Box 4">
            <a:extLst>
              <a:ext uri="{FF2B5EF4-FFF2-40B4-BE49-F238E27FC236}">
                <a16:creationId xmlns:a16="http://schemas.microsoft.com/office/drawing/2014/main" id="{6FFD99CF-E43E-45BD-A882-D7F2CF5C20B1}"/>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30724" name="Group 5">
            <a:extLst>
              <a:ext uri="{FF2B5EF4-FFF2-40B4-BE49-F238E27FC236}">
                <a16:creationId xmlns:a16="http://schemas.microsoft.com/office/drawing/2014/main" id="{84F07EAB-61C4-4C13-A6A4-C5A808E887E4}"/>
              </a:ext>
            </a:extLst>
          </p:cNvPr>
          <p:cNvGrpSpPr>
            <a:grpSpLocks/>
          </p:cNvGrpSpPr>
          <p:nvPr/>
        </p:nvGrpSpPr>
        <p:grpSpPr bwMode="auto">
          <a:xfrm>
            <a:off x="1035050" y="1676400"/>
            <a:ext cx="5441950" cy="2743200"/>
            <a:chOff x="652" y="768"/>
            <a:chExt cx="3428" cy="1728"/>
          </a:xfrm>
        </p:grpSpPr>
        <p:sp>
          <p:nvSpPr>
            <p:cNvPr id="30743" name="Text Box 6">
              <a:extLst>
                <a:ext uri="{FF2B5EF4-FFF2-40B4-BE49-F238E27FC236}">
                  <a16:creationId xmlns:a16="http://schemas.microsoft.com/office/drawing/2014/main" id="{D375C08C-E180-4D61-BEFE-77FD0122177A}"/>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44" name="Text Box 7">
              <a:extLst>
                <a:ext uri="{FF2B5EF4-FFF2-40B4-BE49-F238E27FC236}">
                  <a16:creationId xmlns:a16="http://schemas.microsoft.com/office/drawing/2014/main" id="{B6BEFBFF-0927-43EB-937E-7EDFB49C5049}"/>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45" name="Text Box 8">
              <a:extLst>
                <a:ext uri="{FF2B5EF4-FFF2-40B4-BE49-F238E27FC236}">
                  <a16:creationId xmlns:a16="http://schemas.microsoft.com/office/drawing/2014/main" id="{B20605B4-4226-49EE-B89D-892149523B6D}"/>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46" name="Text Box 9">
              <a:extLst>
                <a:ext uri="{FF2B5EF4-FFF2-40B4-BE49-F238E27FC236}">
                  <a16:creationId xmlns:a16="http://schemas.microsoft.com/office/drawing/2014/main" id="{B8DF63E5-4327-4193-9A02-83B9B3BFCA33}"/>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47" name="Text Box 10">
              <a:extLst>
                <a:ext uri="{FF2B5EF4-FFF2-40B4-BE49-F238E27FC236}">
                  <a16:creationId xmlns:a16="http://schemas.microsoft.com/office/drawing/2014/main" id="{8E70B17B-AF38-49ED-B56C-FF5A5A132058}"/>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30748" name="Group 11">
              <a:extLst>
                <a:ext uri="{FF2B5EF4-FFF2-40B4-BE49-F238E27FC236}">
                  <a16:creationId xmlns:a16="http://schemas.microsoft.com/office/drawing/2014/main" id="{C8CD6367-0A91-4043-A492-F2BC3A6FA627}"/>
                </a:ext>
              </a:extLst>
            </p:cNvPr>
            <p:cNvGrpSpPr>
              <a:grpSpLocks/>
            </p:cNvGrpSpPr>
            <p:nvPr/>
          </p:nvGrpSpPr>
          <p:grpSpPr bwMode="auto">
            <a:xfrm>
              <a:off x="652" y="768"/>
              <a:ext cx="3428" cy="1728"/>
              <a:chOff x="652" y="768"/>
              <a:chExt cx="3428" cy="1728"/>
            </a:xfrm>
          </p:grpSpPr>
          <p:sp>
            <p:nvSpPr>
              <p:cNvPr id="30749" name="Line 12">
                <a:extLst>
                  <a:ext uri="{FF2B5EF4-FFF2-40B4-BE49-F238E27FC236}">
                    <a16:creationId xmlns:a16="http://schemas.microsoft.com/office/drawing/2014/main" id="{8A63DB66-2168-4AE6-AF50-63CD4CE0AA9F}"/>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0" name="Line 13">
                <a:extLst>
                  <a:ext uri="{FF2B5EF4-FFF2-40B4-BE49-F238E27FC236}">
                    <a16:creationId xmlns:a16="http://schemas.microsoft.com/office/drawing/2014/main" id="{744A3D80-5C1B-4AA4-97BD-38C23AA92362}"/>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1" name="Line 14">
                <a:extLst>
                  <a:ext uri="{FF2B5EF4-FFF2-40B4-BE49-F238E27FC236}">
                    <a16:creationId xmlns:a16="http://schemas.microsoft.com/office/drawing/2014/main" id="{A4FFB737-A8DD-4A3F-9677-7F9C871777E5}"/>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2" name="Line 15">
                <a:extLst>
                  <a:ext uri="{FF2B5EF4-FFF2-40B4-BE49-F238E27FC236}">
                    <a16:creationId xmlns:a16="http://schemas.microsoft.com/office/drawing/2014/main" id="{230291B2-7CB4-4346-BBC3-4EFA63A31A8F}"/>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3" name="Line 16">
                <a:extLst>
                  <a:ext uri="{FF2B5EF4-FFF2-40B4-BE49-F238E27FC236}">
                    <a16:creationId xmlns:a16="http://schemas.microsoft.com/office/drawing/2014/main" id="{EF9D1D8A-B137-441C-A9FF-481C1F17EF9B}"/>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4" name="Line 17">
                <a:extLst>
                  <a:ext uri="{FF2B5EF4-FFF2-40B4-BE49-F238E27FC236}">
                    <a16:creationId xmlns:a16="http://schemas.microsoft.com/office/drawing/2014/main" id="{B2EC2471-EECA-4C13-BBCE-B0827A431BB7}"/>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5" name="Line 18">
                <a:extLst>
                  <a:ext uri="{FF2B5EF4-FFF2-40B4-BE49-F238E27FC236}">
                    <a16:creationId xmlns:a16="http://schemas.microsoft.com/office/drawing/2014/main" id="{19E97959-DFE5-486C-A660-66FF54F22532}"/>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6" name="Text Box 19">
                <a:extLst>
                  <a:ext uri="{FF2B5EF4-FFF2-40B4-BE49-F238E27FC236}">
                    <a16:creationId xmlns:a16="http://schemas.microsoft.com/office/drawing/2014/main" id="{C01D2D33-0940-4629-AF00-621E5D167208}"/>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57" name="Text Box 20">
                <a:extLst>
                  <a:ext uri="{FF2B5EF4-FFF2-40B4-BE49-F238E27FC236}">
                    <a16:creationId xmlns:a16="http://schemas.microsoft.com/office/drawing/2014/main" id="{864792B2-51B2-4724-8C5F-C4A61A091380}"/>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58" name="Text Box 21">
                <a:extLst>
                  <a:ext uri="{FF2B5EF4-FFF2-40B4-BE49-F238E27FC236}">
                    <a16:creationId xmlns:a16="http://schemas.microsoft.com/office/drawing/2014/main" id="{70E9DCDA-B02C-424E-86E8-F0398020FEE7}"/>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59" name="Text Box 22">
                <a:extLst>
                  <a:ext uri="{FF2B5EF4-FFF2-40B4-BE49-F238E27FC236}">
                    <a16:creationId xmlns:a16="http://schemas.microsoft.com/office/drawing/2014/main" id="{9D50F4C0-1A7E-4016-BDA3-FF585FEC24EE}"/>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60" name="Text Box 23">
                <a:extLst>
                  <a:ext uri="{FF2B5EF4-FFF2-40B4-BE49-F238E27FC236}">
                    <a16:creationId xmlns:a16="http://schemas.microsoft.com/office/drawing/2014/main" id="{CE65BBD9-ED2D-4080-868C-BE080135E0CD}"/>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61" name="Text Box 24">
                <a:extLst>
                  <a:ext uri="{FF2B5EF4-FFF2-40B4-BE49-F238E27FC236}">
                    <a16:creationId xmlns:a16="http://schemas.microsoft.com/office/drawing/2014/main" id="{F2019CCC-E3E3-4C05-AFEC-397304329720}"/>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62" name="Line 25">
                <a:extLst>
                  <a:ext uri="{FF2B5EF4-FFF2-40B4-BE49-F238E27FC236}">
                    <a16:creationId xmlns:a16="http://schemas.microsoft.com/office/drawing/2014/main" id="{50AE5898-FDDE-4C87-BA30-4CA43667FA2C}"/>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63" name="Line 26">
                <a:extLst>
                  <a:ext uri="{FF2B5EF4-FFF2-40B4-BE49-F238E27FC236}">
                    <a16:creationId xmlns:a16="http://schemas.microsoft.com/office/drawing/2014/main" id="{3E311913-1A93-47A4-AEDB-CDE83E6CA448}"/>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64" name="Line 27">
                <a:extLst>
                  <a:ext uri="{FF2B5EF4-FFF2-40B4-BE49-F238E27FC236}">
                    <a16:creationId xmlns:a16="http://schemas.microsoft.com/office/drawing/2014/main" id="{BAFFB78C-0499-4D2B-88D4-F95933278E07}"/>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65" name="Line 28">
                <a:extLst>
                  <a:ext uri="{FF2B5EF4-FFF2-40B4-BE49-F238E27FC236}">
                    <a16:creationId xmlns:a16="http://schemas.microsoft.com/office/drawing/2014/main" id="{1C2DBF4B-CB72-42C3-8F27-2556EDF6587C}"/>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66" name="Line 29">
                <a:extLst>
                  <a:ext uri="{FF2B5EF4-FFF2-40B4-BE49-F238E27FC236}">
                    <a16:creationId xmlns:a16="http://schemas.microsoft.com/office/drawing/2014/main" id="{55077A2F-053C-4963-A65F-63BEC16E40F4}"/>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67" name="Line 30">
                <a:extLst>
                  <a:ext uri="{FF2B5EF4-FFF2-40B4-BE49-F238E27FC236}">
                    <a16:creationId xmlns:a16="http://schemas.microsoft.com/office/drawing/2014/main" id="{AF03C8DE-6545-4779-87A3-11F60BF281AD}"/>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68" name="Text Box 31">
                <a:extLst>
                  <a:ext uri="{FF2B5EF4-FFF2-40B4-BE49-F238E27FC236}">
                    <a16:creationId xmlns:a16="http://schemas.microsoft.com/office/drawing/2014/main" id="{0915BF87-1C4F-4F64-B7F0-D05218E0342A}"/>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69" name="Text Box 32">
                <a:extLst>
                  <a:ext uri="{FF2B5EF4-FFF2-40B4-BE49-F238E27FC236}">
                    <a16:creationId xmlns:a16="http://schemas.microsoft.com/office/drawing/2014/main" id="{296E01B1-7179-44D3-9B0B-74C15DC7E187}"/>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0770" name="Text Box 33">
                <a:extLst>
                  <a:ext uri="{FF2B5EF4-FFF2-40B4-BE49-F238E27FC236}">
                    <a16:creationId xmlns:a16="http://schemas.microsoft.com/office/drawing/2014/main" id="{0C7DBB9A-BB19-40A4-BCAC-601D71D18783}"/>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30771" name="Text Box 34">
                <a:extLst>
                  <a:ext uri="{FF2B5EF4-FFF2-40B4-BE49-F238E27FC236}">
                    <a16:creationId xmlns:a16="http://schemas.microsoft.com/office/drawing/2014/main" id="{605303F6-6D49-41D2-B600-D238FF635E55}"/>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0772" name="Text Box 35">
                <a:extLst>
                  <a:ext uri="{FF2B5EF4-FFF2-40B4-BE49-F238E27FC236}">
                    <a16:creationId xmlns:a16="http://schemas.microsoft.com/office/drawing/2014/main" id="{DBAE2D75-850F-4F67-989B-C4E1641482A4}"/>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0773" name="Text Box 36">
                <a:extLst>
                  <a:ext uri="{FF2B5EF4-FFF2-40B4-BE49-F238E27FC236}">
                    <a16:creationId xmlns:a16="http://schemas.microsoft.com/office/drawing/2014/main" id="{A63854F5-CF1A-4D62-8857-0C919FC32847}"/>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0774" name="Text Box 37">
                <a:extLst>
                  <a:ext uri="{FF2B5EF4-FFF2-40B4-BE49-F238E27FC236}">
                    <a16:creationId xmlns:a16="http://schemas.microsoft.com/office/drawing/2014/main" id="{35E1EECE-2DFE-48E9-ABF9-2BFECDFA00E2}"/>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75" name="Text Box 38">
                <a:extLst>
                  <a:ext uri="{FF2B5EF4-FFF2-40B4-BE49-F238E27FC236}">
                    <a16:creationId xmlns:a16="http://schemas.microsoft.com/office/drawing/2014/main" id="{47EF7952-DDD6-46FF-A461-2F9E85600512}"/>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0776" name="Text Box 39">
                <a:extLst>
                  <a:ext uri="{FF2B5EF4-FFF2-40B4-BE49-F238E27FC236}">
                    <a16:creationId xmlns:a16="http://schemas.microsoft.com/office/drawing/2014/main" id="{2F963905-E2DA-48A4-A1F5-B4B973862365}"/>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30777" name="Text Box 40">
                <a:extLst>
                  <a:ext uri="{FF2B5EF4-FFF2-40B4-BE49-F238E27FC236}">
                    <a16:creationId xmlns:a16="http://schemas.microsoft.com/office/drawing/2014/main" id="{A7C36475-F58D-4DA9-B5C8-19EFBCE56A40}"/>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0778" name="Text Box 41">
                <a:extLst>
                  <a:ext uri="{FF2B5EF4-FFF2-40B4-BE49-F238E27FC236}">
                    <a16:creationId xmlns:a16="http://schemas.microsoft.com/office/drawing/2014/main" id="{5C3B60D9-A6B9-4157-A5FF-CED9A87E593B}"/>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0779" name="Text Box 42">
                <a:extLst>
                  <a:ext uri="{FF2B5EF4-FFF2-40B4-BE49-F238E27FC236}">
                    <a16:creationId xmlns:a16="http://schemas.microsoft.com/office/drawing/2014/main" id="{5B63E4BE-E220-49D8-93D1-FF8C7A21E7C9}"/>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30725" name="Text Box 43">
            <a:extLst>
              <a:ext uri="{FF2B5EF4-FFF2-40B4-BE49-F238E27FC236}">
                <a16:creationId xmlns:a16="http://schemas.microsoft.com/office/drawing/2014/main" id="{4BB0A8DA-37F6-46AD-9F9D-13B9E5900EDD}"/>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latin typeface="Times New Roman" panose="02020603050405020304" pitchFamily="18" charset="0"/>
                <a:ea typeface="SimSun" panose="02010600030101010101" pitchFamily="2" charset="-122"/>
              </a:rPr>
              <a:t>i=3</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=5</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=4</a:t>
            </a:r>
          </a:p>
          <a:p>
            <a:pPr>
              <a:lnSpc>
                <a:spcPct val="110000"/>
              </a:lnSpc>
            </a:pPr>
            <a:r>
              <a:rPr lang="en-US" altLang="zh-CN" sz="2800" b="0">
                <a:latin typeface="Times New Roman" panose="02020603050405020304" pitchFamily="18" charset="0"/>
                <a:ea typeface="SimSun" panose="02010600030101010101" pitchFamily="2" charset="-122"/>
              </a:rPr>
              <a:t>w= </a:t>
            </a:r>
            <a:r>
              <a:rPr lang="en-US" altLang="zh-CN" sz="2800" b="0">
                <a:solidFill>
                  <a:srgbClr val="FF0000"/>
                </a:solidFill>
                <a:latin typeface="Times New Roman" panose="02020603050405020304" pitchFamily="18" charset="0"/>
                <a:ea typeface="SimSun" panose="02010600030101010101" pitchFamily="2" charset="-122"/>
              </a:rPr>
              <a:t>4</a:t>
            </a:r>
          </a:p>
          <a:p>
            <a:pPr>
              <a:lnSpc>
                <a:spcPct val="110000"/>
              </a:lnSpc>
            </a:pPr>
            <a:r>
              <a:rPr lang="en-US" altLang="zh-CN" sz="2800" b="0">
                <a:latin typeface="Times New Roman" panose="02020603050405020304" pitchFamily="18" charset="0"/>
                <a:ea typeface="SimSun" panose="02010600030101010101" pitchFamily="2" charset="-122"/>
              </a:rPr>
              <a:t>w- 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=0</a:t>
            </a:r>
          </a:p>
        </p:txBody>
      </p:sp>
      <p:sp>
        <p:nvSpPr>
          <p:cNvPr id="30726" name="Text Box 44">
            <a:extLst>
              <a:ext uri="{FF2B5EF4-FFF2-40B4-BE49-F238E27FC236}">
                <a16:creationId xmlns:a16="http://schemas.microsoft.com/office/drawing/2014/main" id="{9F3EF93D-8127-4FF5-AC40-0613E87C212D}"/>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0727" name="Text Box 45">
            <a:extLst>
              <a:ext uri="{FF2B5EF4-FFF2-40B4-BE49-F238E27FC236}">
                <a16:creationId xmlns:a16="http://schemas.microsoft.com/office/drawing/2014/main" id="{81F82BAA-FFA5-494F-996C-A70E8784B0DE}"/>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0728" name="Text Box 46">
            <a:extLst>
              <a:ext uri="{FF2B5EF4-FFF2-40B4-BE49-F238E27FC236}">
                <a16:creationId xmlns:a16="http://schemas.microsoft.com/office/drawing/2014/main" id="{CEEC207B-B875-4361-9F80-9D8D29ACE936}"/>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0729" name="Text Box 47">
            <a:extLst>
              <a:ext uri="{FF2B5EF4-FFF2-40B4-BE49-F238E27FC236}">
                <a16:creationId xmlns:a16="http://schemas.microsoft.com/office/drawing/2014/main" id="{2CE72E69-8A52-48BE-AF4E-8A2C6F28E5A6}"/>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0730" name="Text Box 48">
            <a:extLst>
              <a:ext uri="{FF2B5EF4-FFF2-40B4-BE49-F238E27FC236}">
                <a16:creationId xmlns:a16="http://schemas.microsoft.com/office/drawing/2014/main" id="{1A277BFD-D3E3-400B-83EF-BCB663BFAC47}"/>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31" name="Text Box 49">
            <a:extLst>
              <a:ext uri="{FF2B5EF4-FFF2-40B4-BE49-F238E27FC236}">
                <a16:creationId xmlns:a16="http://schemas.microsoft.com/office/drawing/2014/main" id="{BD48BF49-7686-46C0-9ECD-AC222C21B259}"/>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0732" name="Text Box 50">
            <a:extLst>
              <a:ext uri="{FF2B5EF4-FFF2-40B4-BE49-F238E27FC236}">
                <a16:creationId xmlns:a16="http://schemas.microsoft.com/office/drawing/2014/main" id="{CC5509A3-ECFF-4E2F-8975-226E8EEFE40B}"/>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0733" name="Text Box 51">
            <a:extLst>
              <a:ext uri="{FF2B5EF4-FFF2-40B4-BE49-F238E27FC236}">
                <a16:creationId xmlns:a16="http://schemas.microsoft.com/office/drawing/2014/main" id="{F40CE94C-0550-4D26-AA66-9C0DD09C7D9F}"/>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0734" name="Rectangle 53">
            <a:extLst>
              <a:ext uri="{FF2B5EF4-FFF2-40B4-BE49-F238E27FC236}">
                <a16:creationId xmlns:a16="http://schemas.microsoft.com/office/drawing/2014/main" id="{29B2B54E-42CA-4141-8BF0-3D8F0AB93E0E}"/>
              </a:ext>
            </a:extLst>
          </p:cNvPr>
          <p:cNvSpPr>
            <a:spLocks noChangeArrowheads="1"/>
          </p:cNvSpPr>
          <p:nvPr/>
        </p:nvSpPr>
        <p:spPr bwMode="auto">
          <a:xfrm>
            <a:off x="7239000" y="533400"/>
            <a:ext cx="1676400" cy="1295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30735" name="Text Box 54">
            <a:extLst>
              <a:ext uri="{FF2B5EF4-FFF2-40B4-BE49-F238E27FC236}">
                <a16:creationId xmlns:a16="http://schemas.microsoft.com/office/drawing/2014/main" id="{9F2EF9C3-AE38-44C3-A99B-B7B52036C8D2}"/>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30736" name="Text Box 61">
            <a:extLst>
              <a:ext uri="{FF2B5EF4-FFF2-40B4-BE49-F238E27FC236}">
                <a16:creationId xmlns:a16="http://schemas.microsoft.com/office/drawing/2014/main" id="{6AA35657-073F-4A02-A783-89A532F85818}"/>
              </a:ext>
            </a:extLst>
          </p:cNvPr>
          <p:cNvSpPr txBox="1">
            <a:spLocks noChangeArrowheads="1"/>
          </p:cNvSpPr>
          <p:nvPr/>
        </p:nvSpPr>
        <p:spPr bwMode="auto">
          <a:xfrm>
            <a:off x="25146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0737" name="Text Box 62">
            <a:extLst>
              <a:ext uri="{FF2B5EF4-FFF2-40B4-BE49-F238E27FC236}">
                <a16:creationId xmlns:a16="http://schemas.microsoft.com/office/drawing/2014/main" id="{39CD9D57-FE6D-440B-8799-BC5F1728C492}"/>
              </a:ext>
            </a:extLst>
          </p:cNvPr>
          <p:cNvSpPr txBox="1">
            <a:spLocks noChangeArrowheads="1"/>
          </p:cNvSpPr>
          <p:nvPr/>
        </p:nvSpPr>
        <p:spPr bwMode="auto">
          <a:xfrm>
            <a:off x="33528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0738" name="Text Box 63">
            <a:extLst>
              <a:ext uri="{FF2B5EF4-FFF2-40B4-BE49-F238E27FC236}">
                <a16:creationId xmlns:a16="http://schemas.microsoft.com/office/drawing/2014/main" id="{156D78F2-3750-4549-9B07-6FD9154191A5}"/>
              </a:ext>
            </a:extLst>
          </p:cNvPr>
          <p:cNvSpPr txBox="1">
            <a:spLocks noChangeArrowheads="1"/>
          </p:cNvSpPr>
          <p:nvPr/>
        </p:nvSpPr>
        <p:spPr bwMode="auto">
          <a:xfrm>
            <a:off x="41910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201793" name="Line 65">
            <a:extLst>
              <a:ext uri="{FF2B5EF4-FFF2-40B4-BE49-F238E27FC236}">
                <a16:creationId xmlns:a16="http://schemas.microsoft.com/office/drawing/2014/main" id="{314F6548-8B36-4F37-8923-31230F3C4ABC}"/>
              </a:ext>
            </a:extLst>
          </p:cNvPr>
          <p:cNvSpPr>
            <a:spLocks noChangeShapeType="1"/>
          </p:cNvSpPr>
          <p:nvPr/>
        </p:nvSpPr>
        <p:spPr bwMode="auto">
          <a:xfrm>
            <a:off x="2057400" y="3276600"/>
            <a:ext cx="297180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1794" name="Text Box 66">
            <a:extLst>
              <a:ext uri="{FF2B5EF4-FFF2-40B4-BE49-F238E27FC236}">
                <a16:creationId xmlns:a16="http://schemas.microsoft.com/office/drawing/2014/main" id="{0281B46E-500C-4010-A101-9DED8917D920}"/>
              </a:ext>
            </a:extLst>
          </p:cNvPr>
          <p:cNvSpPr txBox="1">
            <a:spLocks noChangeArrowheads="1"/>
          </p:cNvSpPr>
          <p:nvPr/>
        </p:nvSpPr>
        <p:spPr bwMode="auto">
          <a:xfrm>
            <a:off x="50292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5</a:t>
            </a:r>
            <a:endParaRPr lang="en-US" altLang="zh-CN" sz="2400" b="0">
              <a:latin typeface="Times New Roman" panose="02020603050405020304" pitchFamily="18" charset="0"/>
              <a:ea typeface="SimSun" panose="02010600030101010101" pitchFamily="2" charset="-122"/>
            </a:endParaRPr>
          </a:p>
        </p:txBody>
      </p:sp>
      <p:sp>
        <p:nvSpPr>
          <p:cNvPr id="30741" name="Text Box 67">
            <a:extLst>
              <a:ext uri="{FF2B5EF4-FFF2-40B4-BE49-F238E27FC236}">
                <a16:creationId xmlns:a16="http://schemas.microsoft.com/office/drawing/2014/main" id="{4016D3FD-CEF1-40B4-861C-BC9F7578B903}"/>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a:t>
            </a:r>
            <a:r>
              <a:rPr lang="en-US" altLang="zh-CN" sz="2000" b="0">
                <a:solidFill>
                  <a:srgbClr val="FF0000"/>
                </a:solidFill>
                <a:latin typeface="Times New Roman" panose="02020603050405020304" pitchFamily="18" charset="0"/>
                <a:ea typeface="SimSun" panose="02010600030101010101" pitchFamily="2" charset="-122"/>
              </a:rPr>
              <a:t>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&lt;= 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a:t>
            </a:r>
            <a:r>
              <a:rPr lang="en-US" altLang="zh-CN" sz="2000" b="0">
                <a:solidFill>
                  <a:srgbClr val="FF0000"/>
                </a:solidFill>
                <a:latin typeface="Times New Roman" panose="02020603050405020304" pitchFamily="18" charset="0"/>
                <a:ea typeface="SimSun" panose="02010600030101010101" pitchFamily="2" charset="-122"/>
              </a:rPr>
              <a:t>b</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 V[i-1,w-w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a:t>
            </a:r>
            <a:r>
              <a:rPr lang="en-US" altLang="zh-CN" sz="2000">
                <a:latin typeface="Times New Roman" panose="02020603050405020304" pitchFamily="18" charset="0"/>
                <a:ea typeface="SimSun" panose="02010600030101010101" pitchFamily="2" charset="-122"/>
              </a:rPr>
              <a:t>V[i,w] = b</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 + V[i-1,w- w</a:t>
            </a:r>
            <a:r>
              <a:rPr lang="en-US" altLang="zh-CN" sz="2000" baseline="-25000">
                <a:latin typeface="Times New Roman" panose="02020603050405020304" pitchFamily="18" charset="0"/>
                <a:ea typeface="SimSun" panose="02010600030101010101" pitchFamily="2" charset="-122"/>
              </a:rPr>
              <a:t>i</a:t>
            </a:r>
            <a:r>
              <a:rPr lang="en-US" altLang="zh-CN" sz="200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else</a:t>
            </a:r>
          </a:p>
          <a:p>
            <a:r>
              <a:rPr lang="en-US" altLang="zh-CN" sz="2000" b="0">
                <a:latin typeface="Times New Roman" panose="02020603050405020304" pitchFamily="18" charset="0"/>
                <a:ea typeface="SimSun" panose="02010600030101010101" pitchFamily="2" charset="-122"/>
              </a:rPr>
              <a:t>            V[i,w] = V[i-1,w]</a:t>
            </a:r>
          </a:p>
          <a:p>
            <a:r>
              <a:rPr lang="en-US" altLang="zh-CN" sz="2000" b="0">
                <a:latin typeface="Times New Roman" panose="02020603050405020304" pitchFamily="18" charset="0"/>
                <a:ea typeface="SimSun" panose="02010600030101010101" pitchFamily="2" charset="-122"/>
              </a:rPr>
              <a:t>else V[i,w] = V[i-1,w]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30742" name="Rectangle 68">
            <a:extLst>
              <a:ext uri="{FF2B5EF4-FFF2-40B4-BE49-F238E27FC236}">
                <a16:creationId xmlns:a16="http://schemas.microsoft.com/office/drawing/2014/main" id="{B9108682-3856-4466-8A68-D49C1AE8DAAE}"/>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(15)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0179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17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94"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Line 3">
            <a:extLst>
              <a:ext uri="{FF2B5EF4-FFF2-40B4-BE49-F238E27FC236}">
                <a16:creationId xmlns:a16="http://schemas.microsoft.com/office/drawing/2014/main" id="{FFC00E59-4FCC-456B-8881-6F942BDE549E}"/>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1747" name="Text Box 4">
            <a:extLst>
              <a:ext uri="{FF2B5EF4-FFF2-40B4-BE49-F238E27FC236}">
                <a16:creationId xmlns:a16="http://schemas.microsoft.com/office/drawing/2014/main" id="{212BA879-21C7-46F3-9708-6D8F72BC9DFA}"/>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31748" name="Group 5">
            <a:extLst>
              <a:ext uri="{FF2B5EF4-FFF2-40B4-BE49-F238E27FC236}">
                <a16:creationId xmlns:a16="http://schemas.microsoft.com/office/drawing/2014/main" id="{EE046DA1-E753-4618-8C13-3C8F313D85C5}"/>
              </a:ext>
            </a:extLst>
          </p:cNvPr>
          <p:cNvGrpSpPr>
            <a:grpSpLocks/>
          </p:cNvGrpSpPr>
          <p:nvPr/>
        </p:nvGrpSpPr>
        <p:grpSpPr bwMode="auto">
          <a:xfrm>
            <a:off x="1035050" y="1676400"/>
            <a:ext cx="5441950" cy="2743200"/>
            <a:chOff x="652" y="768"/>
            <a:chExt cx="3428" cy="1728"/>
          </a:xfrm>
        </p:grpSpPr>
        <p:sp>
          <p:nvSpPr>
            <p:cNvPr id="31768" name="Text Box 6">
              <a:extLst>
                <a:ext uri="{FF2B5EF4-FFF2-40B4-BE49-F238E27FC236}">
                  <a16:creationId xmlns:a16="http://schemas.microsoft.com/office/drawing/2014/main" id="{BB6159C2-0AF6-4809-A71C-C328C915DCD4}"/>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769" name="Text Box 7">
              <a:extLst>
                <a:ext uri="{FF2B5EF4-FFF2-40B4-BE49-F238E27FC236}">
                  <a16:creationId xmlns:a16="http://schemas.microsoft.com/office/drawing/2014/main" id="{1999C0FF-F8EF-4AAE-AF10-60061A2D01BB}"/>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770" name="Text Box 8">
              <a:extLst>
                <a:ext uri="{FF2B5EF4-FFF2-40B4-BE49-F238E27FC236}">
                  <a16:creationId xmlns:a16="http://schemas.microsoft.com/office/drawing/2014/main" id="{11F7FB43-4284-4A70-BBFC-6BF02F017594}"/>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771" name="Text Box 9">
              <a:extLst>
                <a:ext uri="{FF2B5EF4-FFF2-40B4-BE49-F238E27FC236}">
                  <a16:creationId xmlns:a16="http://schemas.microsoft.com/office/drawing/2014/main" id="{77A3B98E-E336-473E-933E-1D509B075287}"/>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772" name="Text Box 10">
              <a:extLst>
                <a:ext uri="{FF2B5EF4-FFF2-40B4-BE49-F238E27FC236}">
                  <a16:creationId xmlns:a16="http://schemas.microsoft.com/office/drawing/2014/main" id="{FA6B6706-9358-4E70-8152-2C63DC1C2CCA}"/>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31773" name="Group 11">
              <a:extLst>
                <a:ext uri="{FF2B5EF4-FFF2-40B4-BE49-F238E27FC236}">
                  <a16:creationId xmlns:a16="http://schemas.microsoft.com/office/drawing/2014/main" id="{CF8F1243-3E3A-434C-B218-5821906D35BD}"/>
                </a:ext>
              </a:extLst>
            </p:cNvPr>
            <p:cNvGrpSpPr>
              <a:grpSpLocks/>
            </p:cNvGrpSpPr>
            <p:nvPr/>
          </p:nvGrpSpPr>
          <p:grpSpPr bwMode="auto">
            <a:xfrm>
              <a:off x="652" y="768"/>
              <a:ext cx="3428" cy="1728"/>
              <a:chOff x="652" y="768"/>
              <a:chExt cx="3428" cy="1728"/>
            </a:xfrm>
          </p:grpSpPr>
          <p:sp>
            <p:nvSpPr>
              <p:cNvPr id="31774" name="Line 12">
                <a:extLst>
                  <a:ext uri="{FF2B5EF4-FFF2-40B4-BE49-F238E27FC236}">
                    <a16:creationId xmlns:a16="http://schemas.microsoft.com/office/drawing/2014/main" id="{EF12D5DB-E050-4B6A-8B46-E64810CBD709}"/>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75" name="Line 13">
                <a:extLst>
                  <a:ext uri="{FF2B5EF4-FFF2-40B4-BE49-F238E27FC236}">
                    <a16:creationId xmlns:a16="http://schemas.microsoft.com/office/drawing/2014/main" id="{C289D8DF-7C89-44FE-A881-8A633AF570B6}"/>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76" name="Line 14">
                <a:extLst>
                  <a:ext uri="{FF2B5EF4-FFF2-40B4-BE49-F238E27FC236}">
                    <a16:creationId xmlns:a16="http://schemas.microsoft.com/office/drawing/2014/main" id="{425F462D-1D4E-44E9-AC5A-B48455ED4674}"/>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77" name="Line 15">
                <a:extLst>
                  <a:ext uri="{FF2B5EF4-FFF2-40B4-BE49-F238E27FC236}">
                    <a16:creationId xmlns:a16="http://schemas.microsoft.com/office/drawing/2014/main" id="{16F13C21-B1B3-40E2-8FFB-47A1B2420689}"/>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78" name="Line 16">
                <a:extLst>
                  <a:ext uri="{FF2B5EF4-FFF2-40B4-BE49-F238E27FC236}">
                    <a16:creationId xmlns:a16="http://schemas.microsoft.com/office/drawing/2014/main" id="{ABB5359E-A42F-4121-A328-D920B787EC93}"/>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79" name="Line 17">
                <a:extLst>
                  <a:ext uri="{FF2B5EF4-FFF2-40B4-BE49-F238E27FC236}">
                    <a16:creationId xmlns:a16="http://schemas.microsoft.com/office/drawing/2014/main" id="{27493D34-4C6D-4AF3-AF83-E80BC0032F30}"/>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80" name="Line 18">
                <a:extLst>
                  <a:ext uri="{FF2B5EF4-FFF2-40B4-BE49-F238E27FC236}">
                    <a16:creationId xmlns:a16="http://schemas.microsoft.com/office/drawing/2014/main" id="{B90CAC92-843A-49D0-A931-F4E1E4AF0A63}"/>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81" name="Text Box 19">
                <a:extLst>
                  <a:ext uri="{FF2B5EF4-FFF2-40B4-BE49-F238E27FC236}">
                    <a16:creationId xmlns:a16="http://schemas.microsoft.com/office/drawing/2014/main" id="{8E66B95E-F9FA-438D-B78E-FD3A83BB341A}"/>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782" name="Text Box 20">
                <a:extLst>
                  <a:ext uri="{FF2B5EF4-FFF2-40B4-BE49-F238E27FC236}">
                    <a16:creationId xmlns:a16="http://schemas.microsoft.com/office/drawing/2014/main" id="{11E15584-A3EB-4525-A1C0-AE2F80A806BC}"/>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783" name="Text Box 21">
                <a:extLst>
                  <a:ext uri="{FF2B5EF4-FFF2-40B4-BE49-F238E27FC236}">
                    <a16:creationId xmlns:a16="http://schemas.microsoft.com/office/drawing/2014/main" id="{EDA9461B-E1A9-4D36-B2AC-2CE12035ED9F}"/>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784" name="Text Box 22">
                <a:extLst>
                  <a:ext uri="{FF2B5EF4-FFF2-40B4-BE49-F238E27FC236}">
                    <a16:creationId xmlns:a16="http://schemas.microsoft.com/office/drawing/2014/main" id="{B215FBD5-65AB-4729-9FBB-5870AE7F2C47}"/>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785" name="Text Box 23">
                <a:extLst>
                  <a:ext uri="{FF2B5EF4-FFF2-40B4-BE49-F238E27FC236}">
                    <a16:creationId xmlns:a16="http://schemas.microsoft.com/office/drawing/2014/main" id="{269B9A72-75F3-4016-A149-16B9DC205795}"/>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786" name="Text Box 24">
                <a:extLst>
                  <a:ext uri="{FF2B5EF4-FFF2-40B4-BE49-F238E27FC236}">
                    <a16:creationId xmlns:a16="http://schemas.microsoft.com/office/drawing/2014/main" id="{8211EE63-A15E-4A8B-81E8-9407E445D5B6}"/>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787" name="Line 25">
                <a:extLst>
                  <a:ext uri="{FF2B5EF4-FFF2-40B4-BE49-F238E27FC236}">
                    <a16:creationId xmlns:a16="http://schemas.microsoft.com/office/drawing/2014/main" id="{6F9AE01A-BB5F-4C58-96C7-97605A37ACAE}"/>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88" name="Line 26">
                <a:extLst>
                  <a:ext uri="{FF2B5EF4-FFF2-40B4-BE49-F238E27FC236}">
                    <a16:creationId xmlns:a16="http://schemas.microsoft.com/office/drawing/2014/main" id="{5BF1C3D9-2AE3-4A6B-8B4E-B67DD495F0F5}"/>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89" name="Line 27">
                <a:extLst>
                  <a:ext uri="{FF2B5EF4-FFF2-40B4-BE49-F238E27FC236}">
                    <a16:creationId xmlns:a16="http://schemas.microsoft.com/office/drawing/2014/main" id="{15D4C6C6-453F-4FCD-9FC7-9CEB10EF7134}"/>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90" name="Line 28">
                <a:extLst>
                  <a:ext uri="{FF2B5EF4-FFF2-40B4-BE49-F238E27FC236}">
                    <a16:creationId xmlns:a16="http://schemas.microsoft.com/office/drawing/2014/main" id="{59112BD0-C618-49D0-8D4F-BAFCFFD037CC}"/>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91" name="Line 29">
                <a:extLst>
                  <a:ext uri="{FF2B5EF4-FFF2-40B4-BE49-F238E27FC236}">
                    <a16:creationId xmlns:a16="http://schemas.microsoft.com/office/drawing/2014/main" id="{9E250A7D-4C89-4527-BD07-88516D5CE7EC}"/>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92" name="Line 30">
                <a:extLst>
                  <a:ext uri="{FF2B5EF4-FFF2-40B4-BE49-F238E27FC236}">
                    <a16:creationId xmlns:a16="http://schemas.microsoft.com/office/drawing/2014/main" id="{4164B858-CE06-44D7-B876-ABE79AB30E8B}"/>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93" name="Text Box 31">
                <a:extLst>
                  <a:ext uri="{FF2B5EF4-FFF2-40B4-BE49-F238E27FC236}">
                    <a16:creationId xmlns:a16="http://schemas.microsoft.com/office/drawing/2014/main" id="{771ABEC1-3F5F-4644-903A-132685B7F7AC}"/>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794" name="Text Box 32">
                <a:extLst>
                  <a:ext uri="{FF2B5EF4-FFF2-40B4-BE49-F238E27FC236}">
                    <a16:creationId xmlns:a16="http://schemas.microsoft.com/office/drawing/2014/main" id="{E85F7C9B-DA8C-4EF8-AE27-75AB11E136D1}"/>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1795" name="Text Box 33">
                <a:extLst>
                  <a:ext uri="{FF2B5EF4-FFF2-40B4-BE49-F238E27FC236}">
                    <a16:creationId xmlns:a16="http://schemas.microsoft.com/office/drawing/2014/main" id="{3F608D1C-DDD1-43E9-856E-EBDB68B9269D}"/>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31796" name="Text Box 34">
                <a:extLst>
                  <a:ext uri="{FF2B5EF4-FFF2-40B4-BE49-F238E27FC236}">
                    <a16:creationId xmlns:a16="http://schemas.microsoft.com/office/drawing/2014/main" id="{9B21FBBB-56EB-406A-8FFA-03256EEE7B22}"/>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1797" name="Text Box 35">
                <a:extLst>
                  <a:ext uri="{FF2B5EF4-FFF2-40B4-BE49-F238E27FC236}">
                    <a16:creationId xmlns:a16="http://schemas.microsoft.com/office/drawing/2014/main" id="{08277AF6-8531-46D2-BB69-45BDAF7B8017}"/>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1798" name="Text Box 36">
                <a:extLst>
                  <a:ext uri="{FF2B5EF4-FFF2-40B4-BE49-F238E27FC236}">
                    <a16:creationId xmlns:a16="http://schemas.microsoft.com/office/drawing/2014/main" id="{9F72D865-460F-453F-B5C6-D37CA939E41B}"/>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1799" name="Text Box 37">
                <a:extLst>
                  <a:ext uri="{FF2B5EF4-FFF2-40B4-BE49-F238E27FC236}">
                    <a16:creationId xmlns:a16="http://schemas.microsoft.com/office/drawing/2014/main" id="{7155B202-FDE4-4A2F-8092-9BA0C40FDA76}"/>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800" name="Text Box 38">
                <a:extLst>
                  <a:ext uri="{FF2B5EF4-FFF2-40B4-BE49-F238E27FC236}">
                    <a16:creationId xmlns:a16="http://schemas.microsoft.com/office/drawing/2014/main" id="{94240C57-3134-4920-B829-F1B520D1EE4D}"/>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1801" name="Text Box 39">
                <a:extLst>
                  <a:ext uri="{FF2B5EF4-FFF2-40B4-BE49-F238E27FC236}">
                    <a16:creationId xmlns:a16="http://schemas.microsoft.com/office/drawing/2014/main" id="{B1109D8D-E6E3-4F71-8B22-EFFA26E9655F}"/>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31802" name="Text Box 40">
                <a:extLst>
                  <a:ext uri="{FF2B5EF4-FFF2-40B4-BE49-F238E27FC236}">
                    <a16:creationId xmlns:a16="http://schemas.microsoft.com/office/drawing/2014/main" id="{1D37F05C-DC6D-48F8-B23F-D9233F670194}"/>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1803" name="Text Box 41">
                <a:extLst>
                  <a:ext uri="{FF2B5EF4-FFF2-40B4-BE49-F238E27FC236}">
                    <a16:creationId xmlns:a16="http://schemas.microsoft.com/office/drawing/2014/main" id="{B50BF483-9808-4C5A-ABE5-BBCB19F6E606}"/>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1804" name="Text Box 42">
                <a:extLst>
                  <a:ext uri="{FF2B5EF4-FFF2-40B4-BE49-F238E27FC236}">
                    <a16:creationId xmlns:a16="http://schemas.microsoft.com/office/drawing/2014/main" id="{B7191549-F48A-4B90-920A-53002A7FAC5D}"/>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31749" name="Text Box 43">
            <a:extLst>
              <a:ext uri="{FF2B5EF4-FFF2-40B4-BE49-F238E27FC236}">
                <a16:creationId xmlns:a16="http://schemas.microsoft.com/office/drawing/2014/main" id="{7C7E5543-61CB-4E0C-81CC-251F62FF87B5}"/>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latin typeface="Times New Roman" panose="02020603050405020304" pitchFamily="18" charset="0"/>
                <a:ea typeface="SimSun" panose="02010600030101010101" pitchFamily="2" charset="-122"/>
              </a:rPr>
              <a:t>i=3</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=5</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=4</a:t>
            </a:r>
          </a:p>
          <a:p>
            <a:pPr>
              <a:lnSpc>
                <a:spcPct val="110000"/>
              </a:lnSpc>
            </a:pPr>
            <a:r>
              <a:rPr lang="en-US" altLang="zh-CN" sz="2800" b="0">
                <a:latin typeface="Times New Roman" panose="02020603050405020304" pitchFamily="18" charset="0"/>
                <a:ea typeface="SimSun" panose="02010600030101010101" pitchFamily="2" charset="-122"/>
              </a:rPr>
              <a:t>w= </a:t>
            </a:r>
            <a:r>
              <a:rPr lang="en-US" altLang="zh-CN" sz="2800" b="0">
                <a:solidFill>
                  <a:srgbClr val="FF0000"/>
                </a:solidFill>
                <a:latin typeface="Times New Roman" panose="02020603050405020304" pitchFamily="18" charset="0"/>
                <a:ea typeface="SimSun" panose="02010600030101010101" pitchFamily="2" charset="-122"/>
              </a:rPr>
              <a:t>5</a:t>
            </a:r>
          </a:p>
          <a:p>
            <a:pPr>
              <a:lnSpc>
                <a:spcPct val="110000"/>
              </a:lnSpc>
            </a:pPr>
            <a:r>
              <a:rPr lang="en-US" altLang="zh-CN" sz="2800" b="0">
                <a:latin typeface="Times New Roman" panose="02020603050405020304" pitchFamily="18" charset="0"/>
                <a:ea typeface="SimSun" panose="02010600030101010101" pitchFamily="2" charset="-122"/>
              </a:rPr>
              <a:t>w- 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=1</a:t>
            </a:r>
          </a:p>
        </p:txBody>
      </p:sp>
      <p:sp>
        <p:nvSpPr>
          <p:cNvPr id="31750" name="Text Box 44">
            <a:extLst>
              <a:ext uri="{FF2B5EF4-FFF2-40B4-BE49-F238E27FC236}">
                <a16:creationId xmlns:a16="http://schemas.microsoft.com/office/drawing/2014/main" id="{6CE02343-3F61-46C3-8953-500887874C1C}"/>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1751" name="Text Box 45">
            <a:extLst>
              <a:ext uri="{FF2B5EF4-FFF2-40B4-BE49-F238E27FC236}">
                <a16:creationId xmlns:a16="http://schemas.microsoft.com/office/drawing/2014/main" id="{CAD3BCC2-FEC9-497D-9568-FC0230A17C58}"/>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1752" name="Text Box 46">
            <a:extLst>
              <a:ext uri="{FF2B5EF4-FFF2-40B4-BE49-F238E27FC236}">
                <a16:creationId xmlns:a16="http://schemas.microsoft.com/office/drawing/2014/main" id="{4FE915DB-E5BF-41B1-8940-4B4728EC071F}"/>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1753" name="Text Box 47">
            <a:extLst>
              <a:ext uri="{FF2B5EF4-FFF2-40B4-BE49-F238E27FC236}">
                <a16:creationId xmlns:a16="http://schemas.microsoft.com/office/drawing/2014/main" id="{BCF935FE-72E9-41B6-B625-B762EBC43554}"/>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1754" name="Text Box 48">
            <a:extLst>
              <a:ext uri="{FF2B5EF4-FFF2-40B4-BE49-F238E27FC236}">
                <a16:creationId xmlns:a16="http://schemas.microsoft.com/office/drawing/2014/main" id="{264D6BE3-AA7A-4672-AC51-2F346B949EF7}"/>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755" name="Text Box 49">
            <a:extLst>
              <a:ext uri="{FF2B5EF4-FFF2-40B4-BE49-F238E27FC236}">
                <a16:creationId xmlns:a16="http://schemas.microsoft.com/office/drawing/2014/main" id="{DAC28D71-45C7-4205-B1E7-C82B1A6754C9}"/>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1756" name="Text Box 50">
            <a:extLst>
              <a:ext uri="{FF2B5EF4-FFF2-40B4-BE49-F238E27FC236}">
                <a16:creationId xmlns:a16="http://schemas.microsoft.com/office/drawing/2014/main" id="{655EE3AA-E89F-4583-B511-1E6C714D4AF9}"/>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1757" name="Text Box 51">
            <a:extLst>
              <a:ext uri="{FF2B5EF4-FFF2-40B4-BE49-F238E27FC236}">
                <a16:creationId xmlns:a16="http://schemas.microsoft.com/office/drawing/2014/main" id="{F7A4F093-5446-40A6-807E-4DEA53CA96B3}"/>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1758" name="Rectangle 52">
            <a:extLst>
              <a:ext uri="{FF2B5EF4-FFF2-40B4-BE49-F238E27FC236}">
                <a16:creationId xmlns:a16="http://schemas.microsoft.com/office/drawing/2014/main" id="{92EC25D4-BDAD-4498-856C-51DBBE464BB9}"/>
              </a:ext>
            </a:extLst>
          </p:cNvPr>
          <p:cNvSpPr>
            <a:spLocks noChangeArrowheads="1"/>
          </p:cNvSpPr>
          <p:nvPr/>
        </p:nvSpPr>
        <p:spPr bwMode="auto">
          <a:xfrm>
            <a:off x="7239000" y="533400"/>
            <a:ext cx="1676400" cy="1295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31759" name="Text Box 53">
            <a:extLst>
              <a:ext uri="{FF2B5EF4-FFF2-40B4-BE49-F238E27FC236}">
                <a16:creationId xmlns:a16="http://schemas.microsoft.com/office/drawing/2014/main" id="{B610F73C-A1B7-4BFC-AFFB-DCFF7524C318}"/>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31760" name="Text Box 54">
            <a:extLst>
              <a:ext uri="{FF2B5EF4-FFF2-40B4-BE49-F238E27FC236}">
                <a16:creationId xmlns:a16="http://schemas.microsoft.com/office/drawing/2014/main" id="{3F89392C-38B8-4936-89B1-91CED39A2E15}"/>
              </a:ext>
            </a:extLst>
          </p:cNvPr>
          <p:cNvSpPr txBox="1">
            <a:spLocks noChangeArrowheads="1"/>
          </p:cNvSpPr>
          <p:nvPr/>
        </p:nvSpPr>
        <p:spPr bwMode="auto">
          <a:xfrm>
            <a:off x="25146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1761" name="Text Box 55">
            <a:extLst>
              <a:ext uri="{FF2B5EF4-FFF2-40B4-BE49-F238E27FC236}">
                <a16:creationId xmlns:a16="http://schemas.microsoft.com/office/drawing/2014/main" id="{28109842-424D-445E-8923-C1ACE79C62AD}"/>
              </a:ext>
            </a:extLst>
          </p:cNvPr>
          <p:cNvSpPr txBox="1">
            <a:spLocks noChangeArrowheads="1"/>
          </p:cNvSpPr>
          <p:nvPr/>
        </p:nvSpPr>
        <p:spPr bwMode="auto">
          <a:xfrm>
            <a:off x="33528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1762" name="Text Box 56">
            <a:extLst>
              <a:ext uri="{FF2B5EF4-FFF2-40B4-BE49-F238E27FC236}">
                <a16:creationId xmlns:a16="http://schemas.microsoft.com/office/drawing/2014/main" id="{C03CDEEC-6F0A-4871-81BA-CB1ED2AE044D}"/>
              </a:ext>
            </a:extLst>
          </p:cNvPr>
          <p:cNvSpPr txBox="1">
            <a:spLocks noChangeArrowheads="1"/>
          </p:cNvSpPr>
          <p:nvPr/>
        </p:nvSpPr>
        <p:spPr bwMode="auto">
          <a:xfrm>
            <a:off x="41910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1763" name="Text Box 59">
            <a:extLst>
              <a:ext uri="{FF2B5EF4-FFF2-40B4-BE49-F238E27FC236}">
                <a16:creationId xmlns:a16="http://schemas.microsoft.com/office/drawing/2014/main" id="{D911132D-5887-450C-8599-7FA8988BAA71}"/>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a:t>
            </a:r>
            <a:r>
              <a:rPr lang="en-US" altLang="zh-CN" sz="2000" b="0">
                <a:solidFill>
                  <a:srgbClr val="FF0000"/>
                </a:solidFill>
                <a:latin typeface="Times New Roman" panose="02020603050405020304" pitchFamily="18" charset="0"/>
                <a:ea typeface="SimSun" panose="02010600030101010101" pitchFamily="2" charset="-122"/>
              </a:rPr>
              <a:t>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&lt;= 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V[i,w] =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 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a:t>
            </a:r>
            <a:r>
              <a:rPr lang="en-US" altLang="zh-CN" sz="2000" b="0">
                <a:solidFill>
                  <a:srgbClr val="FF0000"/>
                </a:solidFill>
                <a:latin typeface="Times New Roman" panose="02020603050405020304" pitchFamily="18" charset="0"/>
                <a:ea typeface="SimSun" panose="02010600030101010101" pitchFamily="2" charset="-122"/>
              </a:rPr>
              <a:t>else</a:t>
            </a:r>
          </a:p>
          <a:p>
            <a:r>
              <a:rPr lang="en-US" altLang="zh-CN" sz="2000" b="0">
                <a:latin typeface="Times New Roman" panose="02020603050405020304" pitchFamily="18" charset="0"/>
                <a:ea typeface="SimSun" panose="02010600030101010101" pitchFamily="2" charset="-122"/>
              </a:rPr>
              <a:t>            </a:t>
            </a:r>
            <a:r>
              <a:rPr lang="en-US" altLang="zh-CN" sz="2000">
                <a:latin typeface="Times New Roman" panose="02020603050405020304" pitchFamily="18" charset="0"/>
                <a:ea typeface="SimSun" panose="02010600030101010101" pitchFamily="2" charset="-122"/>
              </a:rPr>
              <a:t>V[i,w] = V[i-1,w]</a:t>
            </a:r>
          </a:p>
          <a:p>
            <a:r>
              <a:rPr lang="en-US" altLang="zh-CN" sz="2000" b="0">
                <a:latin typeface="Times New Roman" panose="02020603050405020304" pitchFamily="18" charset="0"/>
                <a:ea typeface="SimSun" panose="02010600030101010101" pitchFamily="2" charset="-122"/>
              </a:rPr>
              <a:t>else V[i,w] = V[i-1,w]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31764" name="Text Box 60">
            <a:extLst>
              <a:ext uri="{FF2B5EF4-FFF2-40B4-BE49-F238E27FC236}">
                <a16:creationId xmlns:a16="http://schemas.microsoft.com/office/drawing/2014/main" id="{9DD85240-107C-4273-B28B-F191C68B4D01}"/>
              </a:ext>
            </a:extLst>
          </p:cNvPr>
          <p:cNvSpPr txBox="1">
            <a:spLocks noChangeArrowheads="1"/>
          </p:cNvSpPr>
          <p:nvPr/>
        </p:nvSpPr>
        <p:spPr bwMode="auto">
          <a:xfrm>
            <a:off x="50292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202813" name="Line 61">
            <a:extLst>
              <a:ext uri="{FF2B5EF4-FFF2-40B4-BE49-F238E27FC236}">
                <a16:creationId xmlns:a16="http://schemas.microsoft.com/office/drawing/2014/main" id="{8DE591F2-D4B9-42BD-8277-7794A49ED36C}"/>
              </a:ext>
            </a:extLst>
          </p:cNvPr>
          <p:cNvSpPr>
            <a:spLocks noChangeShapeType="1"/>
          </p:cNvSpPr>
          <p:nvPr/>
        </p:nvSpPr>
        <p:spPr bwMode="auto">
          <a:xfrm>
            <a:off x="5899150" y="3328988"/>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2814" name="Text Box 62">
            <a:extLst>
              <a:ext uri="{FF2B5EF4-FFF2-40B4-BE49-F238E27FC236}">
                <a16:creationId xmlns:a16="http://schemas.microsoft.com/office/drawing/2014/main" id="{A5FCF37C-4FF7-4EDF-9B81-50B943D88284}"/>
              </a:ext>
            </a:extLst>
          </p:cNvPr>
          <p:cNvSpPr txBox="1">
            <a:spLocks noChangeArrowheads="1"/>
          </p:cNvSpPr>
          <p:nvPr/>
        </p:nvSpPr>
        <p:spPr bwMode="auto">
          <a:xfrm>
            <a:off x="58674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7</a:t>
            </a:r>
            <a:endParaRPr lang="en-US" altLang="zh-CN" sz="2400" b="0">
              <a:latin typeface="Times New Roman" panose="02020603050405020304" pitchFamily="18" charset="0"/>
              <a:ea typeface="SimSun" panose="02010600030101010101" pitchFamily="2" charset="-122"/>
            </a:endParaRPr>
          </a:p>
        </p:txBody>
      </p:sp>
      <p:sp>
        <p:nvSpPr>
          <p:cNvPr id="31767" name="Rectangle 63">
            <a:extLst>
              <a:ext uri="{FF2B5EF4-FFF2-40B4-BE49-F238E27FC236}">
                <a16:creationId xmlns:a16="http://schemas.microsoft.com/office/drawing/2014/main" id="{E04193C3-27F2-4E8D-93A2-25FF3D1C4C1C}"/>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(16)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028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28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814"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Line 3">
            <a:extLst>
              <a:ext uri="{FF2B5EF4-FFF2-40B4-BE49-F238E27FC236}">
                <a16:creationId xmlns:a16="http://schemas.microsoft.com/office/drawing/2014/main" id="{CCC69CDD-7F0E-4953-B805-AD43DA20228A}"/>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2771" name="Text Box 4">
            <a:extLst>
              <a:ext uri="{FF2B5EF4-FFF2-40B4-BE49-F238E27FC236}">
                <a16:creationId xmlns:a16="http://schemas.microsoft.com/office/drawing/2014/main" id="{998AA145-B098-40B9-A9F1-3E02A6484BE4}"/>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32772" name="Group 5">
            <a:extLst>
              <a:ext uri="{FF2B5EF4-FFF2-40B4-BE49-F238E27FC236}">
                <a16:creationId xmlns:a16="http://schemas.microsoft.com/office/drawing/2014/main" id="{16F8CF1A-19A2-4B2D-8539-083B9328E5A1}"/>
              </a:ext>
            </a:extLst>
          </p:cNvPr>
          <p:cNvGrpSpPr>
            <a:grpSpLocks/>
          </p:cNvGrpSpPr>
          <p:nvPr/>
        </p:nvGrpSpPr>
        <p:grpSpPr bwMode="auto">
          <a:xfrm>
            <a:off x="1035050" y="1676400"/>
            <a:ext cx="5441950" cy="2743200"/>
            <a:chOff x="652" y="768"/>
            <a:chExt cx="3428" cy="1728"/>
          </a:xfrm>
        </p:grpSpPr>
        <p:sp>
          <p:nvSpPr>
            <p:cNvPr id="32799" name="Text Box 6">
              <a:extLst>
                <a:ext uri="{FF2B5EF4-FFF2-40B4-BE49-F238E27FC236}">
                  <a16:creationId xmlns:a16="http://schemas.microsoft.com/office/drawing/2014/main" id="{AB2CCB5C-2B63-4A1C-A1A4-143BC6768E4E}"/>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800" name="Text Box 7">
              <a:extLst>
                <a:ext uri="{FF2B5EF4-FFF2-40B4-BE49-F238E27FC236}">
                  <a16:creationId xmlns:a16="http://schemas.microsoft.com/office/drawing/2014/main" id="{4B4FD92F-761A-412C-B7A2-C7F396B198D2}"/>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801" name="Text Box 8">
              <a:extLst>
                <a:ext uri="{FF2B5EF4-FFF2-40B4-BE49-F238E27FC236}">
                  <a16:creationId xmlns:a16="http://schemas.microsoft.com/office/drawing/2014/main" id="{933CACC7-0D39-4FEA-AC02-A5A3A1234B52}"/>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802" name="Text Box 9">
              <a:extLst>
                <a:ext uri="{FF2B5EF4-FFF2-40B4-BE49-F238E27FC236}">
                  <a16:creationId xmlns:a16="http://schemas.microsoft.com/office/drawing/2014/main" id="{1BB0421B-4D23-478F-85B1-0A548BBE5B20}"/>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803" name="Text Box 10">
              <a:extLst>
                <a:ext uri="{FF2B5EF4-FFF2-40B4-BE49-F238E27FC236}">
                  <a16:creationId xmlns:a16="http://schemas.microsoft.com/office/drawing/2014/main" id="{568BB876-3C43-4F9F-98A0-DD9ACC76DC3F}"/>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32804" name="Group 11">
              <a:extLst>
                <a:ext uri="{FF2B5EF4-FFF2-40B4-BE49-F238E27FC236}">
                  <a16:creationId xmlns:a16="http://schemas.microsoft.com/office/drawing/2014/main" id="{DEFCF799-61D4-4D82-AF88-C0951B0DDEF0}"/>
                </a:ext>
              </a:extLst>
            </p:cNvPr>
            <p:cNvGrpSpPr>
              <a:grpSpLocks/>
            </p:cNvGrpSpPr>
            <p:nvPr/>
          </p:nvGrpSpPr>
          <p:grpSpPr bwMode="auto">
            <a:xfrm>
              <a:off x="652" y="768"/>
              <a:ext cx="3428" cy="1728"/>
              <a:chOff x="652" y="768"/>
              <a:chExt cx="3428" cy="1728"/>
            </a:xfrm>
          </p:grpSpPr>
          <p:sp>
            <p:nvSpPr>
              <p:cNvPr id="32805" name="Line 12">
                <a:extLst>
                  <a:ext uri="{FF2B5EF4-FFF2-40B4-BE49-F238E27FC236}">
                    <a16:creationId xmlns:a16="http://schemas.microsoft.com/office/drawing/2014/main" id="{2B1B13FD-A61B-4513-9053-36AFD8A43A71}"/>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06" name="Line 13">
                <a:extLst>
                  <a:ext uri="{FF2B5EF4-FFF2-40B4-BE49-F238E27FC236}">
                    <a16:creationId xmlns:a16="http://schemas.microsoft.com/office/drawing/2014/main" id="{B1700D90-810C-4781-815C-5F3FD3286C57}"/>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07" name="Line 14">
                <a:extLst>
                  <a:ext uri="{FF2B5EF4-FFF2-40B4-BE49-F238E27FC236}">
                    <a16:creationId xmlns:a16="http://schemas.microsoft.com/office/drawing/2014/main" id="{ED1D331D-BA52-4FF2-9D6A-4D803AEDD5FC}"/>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08" name="Line 15">
                <a:extLst>
                  <a:ext uri="{FF2B5EF4-FFF2-40B4-BE49-F238E27FC236}">
                    <a16:creationId xmlns:a16="http://schemas.microsoft.com/office/drawing/2014/main" id="{B32E0C9E-587C-4187-A3B7-D4FA4A229B84}"/>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09" name="Line 16">
                <a:extLst>
                  <a:ext uri="{FF2B5EF4-FFF2-40B4-BE49-F238E27FC236}">
                    <a16:creationId xmlns:a16="http://schemas.microsoft.com/office/drawing/2014/main" id="{6D4D9BD2-B447-4EFA-B618-80E3FE29ACED}"/>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10" name="Line 17">
                <a:extLst>
                  <a:ext uri="{FF2B5EF4-FFF2-40B4-BE49-F238E27FC236}">
                    <a16:creationId xmlns:a16="http://schemas.microsoft.com/office/drawing/2014/main" id="{4E5EBDFE-D8D0-4162-9A5D-49D293FE7E48}"/>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11" name="Line 18">
                <a:extLst>
                  <a:ext uri="{FF2B5EF4-FFF2-40B4-BE49-F238E27FC236}">
                    <a16:creationId xmlns:a16="http://schemas.microsoft.com/office/drawing/2014/main" id="{CADCDB59-46D9-44FE-A6B2-7DD2D0FF9009}"/>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12" name="Text Box 19">
                <a:extLst>
                  <a:ext uri="{FF2B5EF4-FFF2-40B4-BE49-F238E27FC236}">
                    <a16:creationId xmlns:a16="http://schemas.microsoft.com/office/drawing/2014/main" id="{B959AE1E-CE31-4FA4-92E6-16EEB219441B}"/>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813" name="Text Box 20">
                <a:extLst>
                  <a:ext uri="{FF2B5EF4-FFF2-40B4-BE49-F238E27FC236}">
                    <a16:creationId xmlns:a16="http://schemas.microsoft.com/office/drawing/2014/main" id="{EC3E2A76-2648-4CE3-84D5-D3A9CCD94899}"/>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814" name="Text Box 21">
                <a:extLst>
                  <a:ext uri="{FF2B5EF4-FFF2-40B4-BE49-F238E27FC236}">
                    <a16:creationId xmlns:a16="http://schemas.microsoft.com/office/drawing/2014/main" id="{4044F3DF-8EA9-498F-9C95-63E4ACE0BEB4}"/>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815" name="Text Box 22">
                <a:extLst>
                  <a:ext uri="{FF2B5EF4-FFF2-40B4-BE49-F238E27FC236}">
                    <a16:creationId xmlns:a16="http://schemas.microsoft.com/office/drawing/2014/main" id="{C63143BE-1F48-4BB2-895B-2277A5EDA74B}"/>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816" name="Text Box 23">
                <a:extLst>
                  <a:ext uri="{FF2B5EF4-FFF2-40B4-BE49-F238E27FC236}">
                    <a16:creationId xmlns:a16="http://schemas.microsoft.com/office/drawing/2014/main" id="{2F7DCC43-3649-42AE-B245-114DE6700ACD}"/>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817" name="Text Box 24">
                <a:extLst>
                  <a:ext uri="{FF2B5EF4-FFF2-40B4-BE49-F238E27FC236}">
                    <a16:creationId xmlns:a16="http://schemas.microsoft.com/office/drawing/2014/main" id="{20637135-2EA1-445A-9D66-1829A536AD14}"/>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818" name="Line 25">
                <a:extLst>
                  <a:ext uri="{FF2B5EF4-FFF2-40B4-BE49-F238E27FC236}">
                    <a16:creationId xmlns:a16="http://schemas.microsoft.com/office/drawing/2014/main" id="{4B1B7024-40E5-47F8-BB3B-30013FC2FBE6}"/>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19" name="Line 26">
                <a:extLst>
                  <a:ext uri="{FF2B5EF4-FFF2-40B4-BE49-F238E27FC236}">
                    <a16:creationId xmlns:a16="http://schemas.microsoft.com/office/drawing/2014/main" id="{317842C0-D2E2-4F59-B43A-A06CCA7033A3}"/>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0" name="Line 27">
                <a:extLst>
                  <a:ext uri="{FF2B5EF4-FFF2-40B4-BE49-F238E27FC236}">
                    <a16:creationId xmlns:a16="http://schemas.microsoft.com/office/drawing/2014/main" id="{508D4BB0-33FC-403A-991B-CD74CC73DECD}"/>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1" name="Line 28">
                <a:extLst>
                  <a:ext uri="{FF2B5EF4-FFF2-40B4-BE49-F238E27FC236}">
                    <a16:creationId xmlns:a16="http://schemas.microsoft.com/office/drawing/2014/main" id="{C208A279-6E42-4A67-B903-45D412A1B910}"/>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2" name="Line 29">
                <a:extLst>
                  <a:ext uri="{FF2B5EF4-FFF2-40B4-BE49-F238E27FC236}">
                    <a16:creationId xmlns:a16="http://schemas.microsoft.com/office/drawing/2014/main" id="{6551A7DE-DE02-4F64-AF45-28BC310335EE}"/>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3" name="Line 30">
                <a:extLst>
                  <a:ext uri="{FF2B5EF4-FFF2-40B4-BE49-F238E27FC236}">
                    <a16:creationId xmlns:a16="http://schemas.microsoft.com/office/drawing/2014/main" id="{0A79FBBC-3A91-4257-BF17-8B32528CC13F}"/>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4" name="Text Box 31">
                <a:extLst>
                  <a:ext uri="{FF2B5EF4-FFF2-40B4-BE49-F238E27FC236}">
                    <a16:creationId xmlns:a16="http://schemas.microsoft.com/office/drawing/2014/main" id="{237B5A37-3A46-456B-9996-43A8E5482DE3}"/>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825" name="Text Box 32">
                <a:extLst>
                  <a:ext uri="{FF2B5EF4-FFF2-40B4-BE49-F238E27FC236}">
                    <a16:creationId xmlns:a16="http://schemas.microsoft.com/office/drawing/2014/main" id="{81F9D105-AE1F-46F0-A638-6A1E5F7111AB}"/>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2826" name="Text Box 33">
                <a:extLst>
                  <a:ext uri="{FF2B5EF4-FFF2-40B4-BE49-F238E27FC236}">
                    <a16:creationId xmlns:a16="http://schemas.microsoft.com/office/drawing/2014/main" id="{936E9208-3136-433D-89EB-05084FC2E7F1}"/>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32827" name="Text Box 34">
                <a:extLst>
                  <a:ext uri="{FF2B5EF4-FFF2-40B4-BE49-F238E27FC236}">
                    <a16:creationId xmlns:a16="http://schemas.microsoft.com/office/drawing/2014/main" id="{6CF88C41-6065-4156-90D0-1BB95DE8E0DD}"/>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2828" name="Text Box 35">
                <a:extLst>
                  <a:ext uri="{FF2B5EF4-FFF2-40B4-BE49-F238E27FC236}">
                    <a16:creationId xmlns:a16="http://schemas.microsoft.com/office/drawing/2014/main" id="{9A051C00-B852-49E2-B59F-42184A9B4E1F}"/>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2829" name="Text Box 36">
                <a:extLst>
                  <a:ext uri="{FF2B5EF4-FFF2-40B4-BE49-F238E27FC236}">
                    <a16:creationId xmlns:a16="http://schemas.microsoft.com/office/drawing/2014/main" id="{84B8C3CD-B736-4A80-8A31-F0343F3AC3B0}"/>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2830" name="Text Box 37">
                <a:extLst>
                  <a:ext uri="{FF2B5EF4-FFF2-40B4-BE49-F238E27FC236}">
                    <a16:creationId xmlns:a16="http://schemas.microsoft.com/office/drawing/2014/main" id="{81B92DC6-2D53-45B9-B9A5-C9B9AC9546E4}"/>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831" name="Text Box 38">
                <a:extLst>
                  <a:ext uri="{FF2B5EF4-FFF2-40B4-BE49-F238E27FC236}">
                    <a16:creationId xmlns:a16="http://schemas.microsoft.com/office/drawing/2014/main" id="{78EB3954-51FA-4305-9907-E74979F67A08}"/>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2832" name="Text Box 39">
                <a:extLst>
                  <a:ext uri="{FF2B5EF4-FFF2-40B4-BE49-F238E27FC236}">
                    <a16:creationId xmlns:a16="http://schemas.microsoft.com/office/drawing/2014/main" id="{9D21CD22-29DA-4CA8-9701-114ACDDFCACA}"/>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32833" name="Text Box 40">
                <a:extLst>
                  <a:ext uri="{FF2B5EF4-FFF2-40B4-BE49-F238E27FC236}">
                    <a16:creationId xmlns:a16="http://schemas.microsoft.com/office/drawing/2014/main" id="{29271DF2-BDB4-4D58-9938-21DBC69F49E8}"/>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2834" name="Text Box 41">
                <a:extLst>
                  <a:ext uri="{FF2B5EF4-FFF2-40B4-BE49-F238E27FC236}">
                    <a16:creationId xmlns:a16="http://schemas.microsoft.com/office/drawing/2014/main" id="{EAACCC91-DEE0-4513-9B94-413CE96E589F}"/>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2835" name="Text Box 42">
                <a:extLst>
                  <a:ext uri="{FF2B5EF4-FFF2-40B4-BE49-F238E27FC236}">
                    <a16:creationId xmlns:a16="http://schemas.microsoft.com/office/drawing/2014/main" id="{6B656635-9608-4F3D-B7D0-4AC91E27FA7D}"/>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32773" name="Text Box 43">
            <a:extLst>
              <a:ext uri="{FF2B5EF4-FFF2-40B4-BE49-F238E27FC236}">
                <a16:creationId xmlns:a16="http://schemas.microsoft.com/office/drawing/2014/main" id="{427B15C1-DD99-4A37-A761-B8668E4BC6D4}"/>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solidFill>
                  <a:srgbClr val="FF0000"/>
                </a:solidFill>
                <a:latin typeface="Times New Roman" panose="02020603050405020304" pitchFamily="18" charset="0"/>
                <a:ea typeface="SimSun" panose="02010600030101010101" pitchFamily="2" charset="-122"/>
              </a:rPr>
              <a:t>i=4</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=6</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=5</a:t>
            </a:r>
          </a:p>
          <a:p>
            <a:pPr>
              <a:lnSpc>
                <a:spcPct val="110000"/>
              </a:lnSpc>
            </a:pPr>
            <a:r>
              <a:rPr lang="en-US" altLang="zh-CN" sz="2800" b="0">
                <a:latin typeface="Times New Roman" panose="02020603050405020304" pitchFamily="18" charset="0"/>
                <a:ea typeface="SimSun" panose="02010600030101010101" pitchFamily="2" charset="-122"/>
              </a:rPr>
              <a:t>w= </a:t>
            </a:r>
            <a:r>
              <a:rPr lang="en-US" altLang="zh-CN" sz="2800" b="0">
                <a:solidFill>
                  <a:srgbClr val="FF0000"/>
                </a:solidFill>
                <a:latin typeface="Times New Roman" panose="02020603050405020304" pitchFamily="18" charset="0"/>
                <a:ea typeface="SimSun" panose="02010600030101010101" pitchFamily="2" charset="-122"/>
              </a:rPr>
              <a:t>1..4</a:t>
            </a:r>
          </a:p>
          <a:p>
            <a:pPr>
              <a:lnSpc>
                <a:spcPct val="110000"/>
              </a:lnSpc>
            </a:pPr>
            <a:endParaRPr lang="zh-CN" altLang="en-US" sz="2800" b="0">
              <a:latin typeface="Times New Roman" panose="02020603050405020304" pitchFamily="18" charset="0"/>
              <a:ea typeface="SimSun" panose="02010600030101010101" pitchFamily="2" charset="-122"/>
            </a:endParaRPr>
          </a:p>
        </p:txBody>
      </p:sp>
      <p:sp>
        <p:nvSpPr>
          <p:cNvPr id="32774" name="Text Box 44">
            <a:extLst>
              <a:ext uri="{FF2B5EF4-FFF2-40B4-BE49-F238E27FC236}">
                <a16:creationId xmlns:a16="http://schemas.microsoft.com/office/drawing/2014/main" id="{21EB3692-F02E-4D8B-9DD6-1F19D3F47918}"/>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2775" name="Text Box 45">
            <a:extLst>
              <a:ext uri="{FF2B5EF4-FFF2-40B4-BE49-F238E27FC236}">
                <a16:creationId xmlns:a16="http://schemas.microsoft.com/office/drawing/2014/main" id="{65C7F1BE-14AA-408C-8BF1-F2B07572A1CF}"/>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2776" name="Text Box 46">
            <a:extLst>
              <a:ext uri="{FF2B5EF4-FFF2-40B4-BE49-F238E27FC236}">
                <a16:creationId xmlns:a16="http://schemas.microsoft.com/office/drawing/2014/main" id="{F5EBA88E-E900-40A3-B891-5D6034D6CE83}"/>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2777" name="Text Box 47">
            <a:extLst>
              <a:ext uri="{FF2B5EF4-FFF2-40B4-BE49-F238E27FC236}">
                <a16:creationId xmlns:a16="http://schemas.microsoft.com/office/drawing/2014/main" id="{F70F543E-2A7C-4B03-BD2C-256A367F9FEF}"/>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2778" name="Text Box 48">
            <a:extLst>
              <a:ext uri="{FF2B5EF4-FFF2-40B4-BE49-F238E27FC236}">
                <a16:creationId xmlns:a16="http://schemas.microsoft.com/office/drawing/2014/main" id="{90488CA5-07B9-40BB-9B09-E2F4D3555D3D}"/>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779" name="Text Box 49">
            <a:extLst>
              <a:ext uri="{FF2B5EF4-FFF2-40B4-BE49-F238E27FC236}">
                <a16:creationId xmlns:a16="http://schemas.microsoft.com/office/drawing/2014/main" id="{5E83EA02-B1BF-444B-93A0-9EA84A3C3501}"/>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2780" name="Text Box 50">
            <a:extLst>
              <a:ext uri="{FF2B5EF4-FFF2-40B4-BE49-F238E27FC236}">
                <a16:creationId xmlns:a16="http://schemas.microsoft.com/office/drawing/2014/main" id="{EF1F7436-DC35-4CFD-8E19-934242A3E449}"/>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2781" name="Text Box 51">
            <a:extLst>
              <a:ext uri="{FF2B5EF4-FFF2-40B4-BE49-F238E27FC236}">
                <a16:creationId xmlns:a16="http://schemas.microsoft.com/office/drawing/2014/main" id="{36B5F776-7428-4553-AADB-558B45FD75FC}"/>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2782" name="Text Box 52">
            <a:extLst>
              <a:ext uri="{FF2B5EF4-FFF2-40B4-BE49-F238E27FC236}">
                <a16:creationId xmlns:a16="http://schemas.microsoft.com/office/drawing/2014/main" id="{9E9B7846-F9B4-4A1C-8C95-1DCE1A1A54D8}"/>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&lt;= w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V[i,w] =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 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else</a:t>
            </a:r>
          </a:p>
          <a:p>
            <a:r>
              <a:rPr lang="en-US" altLang="zh-CN" sz="2000" b="0">
                <a:latin typeface="Times New Roman" panose="02020603050405020304" pitchFamily="18" charset="0"/>
                <a:ea typeface="SimSun" panose="02010600030101010101" pitchFamily="2" charset="-122"/>
              </a:rPr>
              <a:t>            V[i,w] = V[i-1,w]</a:t>
            </a:r>
          </a:p>
          <a:p>
            <a:r>
              <a:rPr lang="en-US" altLang="zh-CN" sz="2000" b="0">
                <a:solidFill>
                  <a:srgbClr val="FF0000"/>
                </a:solidFill>
                <a:latin typeface="Times New Roman" panose="02020603050405020304" pitchFamily="18" charset="0"/>
                <a:ea typeface="SimSun" panose="02010600030101010101" pitchFamily="2" charset="-122"/>
              </a:rPr>
              <a:t>else </a:t>
            </a:r>
            <a:r>
              <a:rPr lang="en-US" altLang="zh-CN" sz="2000">
                <a:latin typeface="Times New Roman" panose="02020603050405020304" pitchFamily="18" charset="0"/>
                <a:ea typeface="SimSun" panose="02010600030101010101" pitchFamily="2" charset="-122"/>
              </a:rPr>
              <a:t>V[i,w] = V[i-1,w]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32783" name="Text Box 54">
            <a:extLst>
              <a:ext uri="{FF2B5EF4-FFF2-40B4-BE49-F238E27FC236}">
                <a16:creationId xmlns:a16="http://schemas.microsoft.com/office/drawing/2014/main" id="{CB112BB3-4A63-4F73-AECC-C5CA8BF7BB22}"/>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203831" name="Text Box 55">
            <a:extLst>
              <a:ext uri="{FF2B5EF4-FFF2-40B4-BE49-F238E27FC236}">
                <a16:creationId xmlns:a16="http://schemas.microsoft.com/office/drawing/2014/main" id="{9533F6E0-700D-4AC9-87D4-76E655F80A98}"/>
              </a:ext>
            </a:extLst>
          </p:cNvPr>
          <p:cNvSpPr txBox="1">
            <a:spLocks noChangeArrowheads="1"/>
          </p:cNvSpPr>
          <p:nvPr/>
        </p:nvSpPr>
        <p:spPr bwMode="auto">
          <a:xfrm>
            <a:off x="33528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3</a:t>
            </a:r>
          </a:p>
        </p:txBody>
      </p:sp>
      <p:sp>
        <p:nvSpPr>
          <p:cNvPr id="203832" name="Text Box 56">
            <a:extLst>
              <a:ext uri="{FF2B5EF4-FFF2-40B4-BE49-F238E27FC236}">
                <a16:creationId xmlns:a16="http://schemas.microsoft.com/office/drawing/2014/main" id="{358806D5-9234-4430-941B-6C80E653FD38}"/>
              </a:ext>
            </a:extLst>
          </p:cNvPr>
          <p:cNvSpPr txBox="1">
            <a:spLocks noChangeArrowheads="1"/>
          </p:cNvSpPr>
          <p:nvPr/>
        </p:nvSpPr>
        <p:spPr bwMode="auto">
          <a:xfrm>
            <a:off x="41910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4</a:t>
            </a:r>
          </a:p>
        </p:txBody>
      </p:sp>
      <p:sp>
        <p:nvSpPr>
          <p:cNvPr id="203833" name="Line 57">
            <a:extLst>
              <a:ext uri="{FF2B5EF4-FFF2-40B4-BE49-F238E27FC236}">
                <a16:creationId xmlns:a16="http://schemas.microsoft.com/office/drawing/2014/main" id="{117A3C42-4A73-46B6-A604-F8F82EA07CFF}"/>
              </a:ext>
            </a:extLst>
          </p:cNvPr>
          <p:cNvSpPr>
            <a:spLocks noChangeShapeType="1"/>
          </p:cNvSpPr>
          <p:nvPr/>
        </p:nvSpPr>
        <p:spPr bwMode="auto">
          <a:xfrm>
            <a:off x="2538413" y="3786188"/>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3834" name="Text Box 58">
            <a:extLst>
              <a:ext uri="{FF2B5EF4-FFF2-40B4-BE49-F238E27FC236}">
                <a16:creationId xmlns:a16="http://schemas.microsoft.com/office/drawing/2014/main" id="{19851A3A-8444-4F79-A6B3-B2D50608DEA2}"/>
              </a:ext>
            </a:extLst>
          </p:cNvPr>
          <p:cNvSpPr txBox="1">
            <a:spLocks noChangeArrowheads="1"/>
          </p:cNvSpPr>
          <p:nvPr/>
        </p:nvSpPr>
        <p:spPr bwMode="auto">
          <a:xfrm>
            <a:off x="2506663"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0</a:t>
            </a:r>
            <a:endParaRPr lang="en-US" altLang="zh-CN" sz="2400" b="0">
              <a:latin typeface="Times New Roman" panose="02020603050405020304" pitchFamily="18" charset="0"/>
              <a:ea typeface="SimSun" panose="02010600030101010101" pitchFamily="2" charset="-122"/>
            </a:endParaRPr>
          </a:p>
        </p:txBody>
      </p:sp>
      <p:sp>
        <p:nvSpPr>
          <p:cNvPr id="203835" name="Line 59">
            <a:extLst>
              <a:ext uri="{FF2B5EF4-FFF2-40B4-BE49-F238E27FC236}">
                <a16:creationId xmlns:a16="http://schemas.microsoft.com/office/drawing/2014/main" id="{9BF0053C-F2D4-48D1-A375-864E21675311}"/>
              </a:ext>
            </a:extLst>
          </p:cNvPr>
          <p:cNvSpPr>
            <a:spLocks noChangeShapeType="1"/>
          </p:cNvSpPr>
          <p:nvPr/>
        </p:nvSpPr>
        <p:spPr bwMode="auto">
          <a:xfrm>
            <a:off x="3352800" y="38100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3836" name="Line 60">
            <a:extLst>
              <a:ext uri="{FF2B5EF4-FFF2-40B4-BE49-F238E27FC236}">
                <a16:creationId xmlns:a16="http://schemas.microsoft.com/office/drawing/2014/main" id="{28D019BC-B830-4268-9580-686C30BE63C0}"/>
              </a:ext>
            </a:extLst>
          </p:cNvPr>
          <p:cNvSpPr>
            <a:spLocks noChangeShapeType="1"/>
          </p:cNvSpPr>
          <p:nvPr/>
        </p:nvSpPr>
        <p:spPr bwMode="auto">
          <a:xfrm>
            <a:off x="4191000" y="38100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90" name="Text Box 61">
            <a:extLst>
              <a:ext uri="{FF2B5EF4-FFF2-40B4-BE49-F238E27FC236}">
                <a16:creationId xmlns:a16="http://schemas.microsoft.com/office/drawing/2014/main" id="{23FB86E6-B9A5-4811-B2FD-00DADF7A897D}"/>
              </a:ext>
            </a:extLst>
          </p:cNvPr>
          <p:cNvSpPr txBox="1">
            <a:spLocks noChangeArrowheads="1"/>
          </p:cNvSpPr>
          <p:nvPr/>
        </p:nvSpPr>
        <p:spPr bwMode="auto">
          <a:xfrm>
            <a:off x="58674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32791" name="Text Box 62">
            <a:extLst>
              <a:ext uri="{FF2B5EF4-FFF2-40B4-BE49-F238E27FC236}">
                <a16:creationId xmlns:a16="http://schemas.microsoft.com/office/drawing/2014/main" id="{1552B5AC-0E13-4B09-B94F-131C5BD32B41}"/>
              </a:ext>
            </a:extLst>
          </p:cNvPr>
          <p:cNvSpPr txBox="1">
            <a:spLocks noChangeArrowheads="1"/>
          </p:cNvSpPr>
          <p:nvPr/>
        </p:nvSpPr>
        <p:spPr bwMode="auto">
          <a:xfrm>
            <a:off x="25146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2792" name="Text Box 63">
            <a:extLst>
              <a:ext uri="{FF2B5EF4-FFF2-40B4-BE49-F238E27FC236}">
                <a16:creationId xmlns:a16="http://schemas.microsoft.com/office/drawing/2014/main" id="{121A49B9-77D7-4FB2-A859-37079E0915D2}"/>
              </a:ext>
            </a:extLst>
          </p:cNvPr>
          <p:cNvSpPr txBox="1">
            <a:spLocks noChangeArrowheads="1"/>
          </p:cNvSpPr>
          <p:nvPr/>
        </p:nvSpPr>
        <p:spPr bwMode="auto">
          <a:xfrm>
            <a:off x="33528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2793" name="Text Box 64">
            <a:extLst>
              <a:ext uri="{FF2B5EF4-FFF2-40B4-BE49-F238E27FC236}">
                <a16:creationId xmlns:a16="http://schemas.microsoft.com/office/drawing/2014/main" id="{5E641A8E-3DBC-481B-9C72-A353461C96AC}"/>
              </a:ext>
            </a:extLst>
          </p:cNvPr>
          <p:cNvSpPr txBox="1">
            <a:spLocks noChangeArrowheads="1"/>
          </p:cNvSpPr>
          <p:nvPr/>
        </p:nvSpPr>
        <p:spPr bwMode="auto">
          <a:xfrm>
            <a:off x="41910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2794" name="Text Box 65">
            <a:extLst>
              <a:ext uri="{FF2B5EF4-FFF2-40B4-BE49-F238E27FC236}">
                <a16:creationId xmlns:a16="http://schemas.microsoft.com/office/drawing/2014/main" id="{08E8702B-2F38-49A2-AFD1-8AFC7C404E82}"/>
              </a:ext>
            </a:extLst>
          </p:cNvPr>
          <p:cNvSpPr txBox="1">
            <a:spLocks noChangeArrowheads="1"/>
          </p:cNvSpPr>
          <p:nvPr/>
        </p:nvSpPr>
        <p:spPr bwMode="auto">
          <a:xfrm>
            <a:off x="50292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203842" name="Text Box 66">
            <a:extLst>
              <a:ext uri="{FF2B5EF4-FFF2-40B4-BE49-F238E27FC236}">
                <a16:creationId xmlns:a16="http://schemas.microsoft.com/office/drawing/2014/main" id="{28F9C8E6-696F-4D73-8367-7E104F8CD084}"/>
              </a:ext>
            </a:extLst>
          </p:cNvPr>
          <p:cNvSpPr txBox="1">
            <a:spLocks noChangeArrowheads="1"/>
          </p:cNvSpPr>
          <p:nvPr/>
        </p:nvSpPr>
        <p:spPr bwMode="auto">
          <a:xfrm>
            <a:off x="499745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5</a:t>
            </a:r>
          </a:p>
        </p:txBody>
      </p:sp>
      <p:sp>
        <p:nvSpPr>
          <p:cNvPr id="203843" name="Line 67">
            <a:extLst>
              <a:ext uri="{FF2B5EF4-FFF2-40B4-BE49-F238E27FC236}">
                <a16:creationId xmlns:a16="http://schemas.microsoft.com/office/drawing/2014/main" id="{6E4E28EB-094A-4B74-9186-F51B4242D2CD}"/>
              </a:ext>
            </a:extLst>
          </p:cNvPr>
          <p:cNvSpPr>
            <a:spLocks noChangeShapeType="1"/>
          </p:cNvSpPr>
          <p:nvPr/>
        </p:nvSpPr>
        <p:spPr bwMode="auto">
          <a:xfrm>
            <a:off x="4997450" y="38100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97" name="Rectangle 68">
            <a:extLst>
              <a:ext uri="{FF2B5EF4-FFF2-40B4-BE49-F238E27FC236}">
                <a16:creationId xmlns:a16="http://schemas.microsoft.com/office/drawing/2014/main" id="{376ADD22-C74A-4707-A660-60A2881F6755}"/>
              </a:ext>
            </a:extLst>
          </p:cNvPr>
          <p:cNvSpPr>
            <a:spLocks noChangeArrowheads="1"/>
          </p:cNvSpPr>
          <p:nvPr/>
        </p:nvSpPr>
        <p:spPr bwMode="auto">
          <a:xfrm>
            <a:off x="7239000" y="533400"/>
            <a:ext cx="1676400" cy="1752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32798" name="Rectangle 69">
            <a:extLst>
              <a:ext uri="{FF2B5EF4-FFF2-40B4-BE49-F238E27FC236}">
                <a16:creationId xmlns:a16="http://schemas.microsoft.com/office/drawing/2014/main" id="{1403B56D-F251-4ECA-867D-398FC007B7D0}"/>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(17)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0383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383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0383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383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0383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0383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20384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2038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831" grpId="0" autoUpdateAnimBg="0"/>
      <p:bldP spid="203832" grpId="0" autoUpdateAnimBg="0"/>
      <p:bldP spid="203834" grpId="0" autoUpdateAnimBg="0"/>
      <p:bldP spid="203842"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3">
            <a:extLst>
              <a:ext uri="{FF2B5EF4-FFF2-40B4-BE49-F238E27FC236}">
                <a16:creationId xmlns:a16="http://schemas.microsoft.com/office/drawing/2014/main" id="{2BA89C2F-54D6-487A-8CBB-5890D043B1A5}"/>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3795" name="Text Box 4">
            <a:extLst>
              <a:ext uri="{FF2B5EF4-FFF2-40B4-BE49-F238E27FC236}">
                <a16:creationId xmlns:a16="http://schemas.microsoft.com/office/drawing/2014/main" id="{EAE90658-3BA9-4F15-8AE8-67F740679802}"/>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33796" name="Group 5">
            <a:extLst>
              <a:ext uri="{FF2B5EF4-FFF2-40B4-BE49-F238E27FC236}">
                <a16:creationId xmlns:a16="http://schemas.microsoft.com/office/drawing/2014/main" id="{80B85AEC-1DC3-4A95-8B59-CF3D2F421658}"/>
              </a:ext>
            </a:extLst>
          </p:cNvPr>
          <p:cNvGrpSpPr>
            <a:grpSpLocks/>
          </p:cNvGrpSpPr>
          <p:nvPr/>
        </p:nvGrpSpPr>
        <p:grpSpPr bwMode="auto">
          <a:xfrm>
            <a:off x="1035050" y="1676400"/>
            <a:ext cx="5441950" cy="2743200"/>
            <a:chOff x="652" y="768"/>
            <a:chExt cx="3428" cy="1728"/>
          </a:xfrm>
        </p:grpSpPr>
        <p:sp>
          <p:nvSpPr>
            <p:cNvPr id="33821" name="Text Box 6">
              <a:extLst>
                <a:ext uri="{FF2B5EF4-FFF2-40B4-BE49-F238E27FC236}">
                  <a16:creationId xmlns:a16="http://schemas.microsoft.com/office/drawing/2014/main" id="{73ED1CBC-6CBB-4889-A865-148E3B9CC064}"/>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22" name="Text Box 7">
              <a:extLst>
                <a:ext uri="{FF2B5EF4-FFF2-40B4-BE49-F238E27FC236}">
                  <a16:creationId xmlns:a16="http://schemas.microsoft.com/office/drawing/2014/main" id="{DF1808C1-3F09-40F6-BFCC-BF5B2CDB5DDB}"/>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23" name="Text Box 8">
              <a:extLst>
                <a:ext uri="{FF2B5EF4-FFF2-40B4-BE49-F238E27FC236}">
                  <a16:creationId xmlns:a16="http://schemas.microsoft.com/office/drawing/2014/main" id="{B9E08E8A-55BD-431C-B1FA-08F1A22082C1}"/>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24" name="Text Box 9">
              <a:extLst>
                <a:ext uri="{FF2B5EF4-FFF2-40B4-BE49-F238E27FC236}">
                  <a16:creationId xmlns:a16="http://schemas.microsoft.com/office/drawing/2014/main" id="{B9CCC06E-4CD4-4AFC-8DD4-56C910779045}"/>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25" name="Text Box 10">
              <a:extLst>
                <a:ext uri="{FF2B5EF4-FFF2-40B4-BE49-F238E27FC236}">
                  <a16:creationId xmlns:a16="http://schemas.microsoft.com/office/drawing/2014/main" id="{2B726DCF-848E-46DB-BAED-FC233B243272}"/>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33826" name="Group 11">
              <a:extLst>
                <a:ext uri="{FF2B5EF4-FFF2-40B4-BE49-F238E27FC236}">
                  <a16:creationId xmlns:a16="http://schemas.microsoft.com/office/drawing/2014/main" id="{022FCD00-EB34-4AF5-AEE4-9C00CE678E31}"/>
                </a:ext>
              </a:extLst>
            </p:cNvPr>
            <p:cNvGrpSpPr>
              <a:grpSpLocks/>
            </p:cNvGrpSpPr>
            <p:nvPr/>
          </p:nvGrpSpPr>
          <p:grpSpPr bwMode="auto">
            <a:xfrm>
              <a:off x="652" y="768"/>
              <a:ext cx="3428" cy="1728"/>
              <a:chOff x="652" y="768"/>
              <a:chExt cx="3428" cy="1728"/>
            </a:xfrm>
          </p:grpSpPr>
          <p:sp>
            <p:nvSpPr>
              <p:cNvPr id="33827" name="Line 12">
                <a:extLst>
                  <a:ext uri="{FF2B5EF4-FFF2-40B4-BE49-F238E27FC236}">
                    <a16:creationId xmlns:a16="http://schemas.microsoft.com/office/drawing/2014/main" id="{4EFE38B1-5D3B-4D91-83C5-55C0878F8DBA}"/>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28" name="Line 13">
                <a:extLst>
                  <a:ext uri="{FF2B5EF4-FFF2-40B4-BE49-F238E27FC236}">
                    <a16:creationId xmlns:a16="http://schemas.microsoft.com/office/drawing/2014/main" id="{99BE290A-8B7A-4E8A-8BF8-DD423F758F6A}"/>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29" name="Line 14">
                <a:extLst>
                  <a:ext uri="{FF2B5EF4-FFF2-40B4-BE49-F238E27FC236}">
                    <a16:creationId xmlns:a16="http://schemas.microsoft.com/office/drawing/2014/main" id="{0D6070E8-B58E-437B-9013-571749666FA4}"/>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30" name="Line 15">
                <a:extLst>
                  <a:ext uri="{FF2B5EF4-FFF2-40B4-BE49-F238E27FC236}">
                    <a16:creationId xmlns:a16="http://schemas.microsoft.com/office/drawing/2014/main" id="{1DDC888A-4453-41BB-B39F-DDB07FCA2C31}"/>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31" name="Line 16">
                <a:extLst>
                  <a:ext uri="{FF2B5EF4-FFF2-40B4-BE49-F238E27FC236}">
                    <a16:creationId xmlns:a16="http://schemas.microsoft.com/office/drawing/2014/main" id="{A5A4E9CE-26E9-4F42-A04E-AD761F7B89A2}"/>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32" name="Line 17">
                <a:extLst>
                  <a:ext uri="{FF2B5EF4-FFF2-40B4-BE49-F238E27FC236}">
                    <a16:creationId xmlns:a16="http://schemas.microsoft.com/office/drawing/2014/main" id="{506A2628-F627-4DBE-AFC4-30408A0FD6FE}"/>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33" name="Line 18">
                <a:extLst>
                  <a:ext uri="{FF2B5EF4-FFF2-40B4-BE49-F238E27FC236}">
                    <a16:creationId xmlns:a16="http://schemas.microsoft.com/office/drawing/2014/main" id="{A77BF11A-2B63-479B-89AA-73970AD969B9}"/>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34" name="Text Box 19">
                <a:extLst>
                  <a:ext uri="{FF2B5EF4-FFF2-40B4-BE49-F238E27FC236}">
                    <a16:creationId xmlns:a16="http://schemas.microsoft.com/office/drawing/2014/main" id="{0578DB15-6751-4188-860F-2136719666C0}"/>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35" name="Text Box 20">
                <a:extLst>
                  <a:ext uri="{FF2B5EF4-FFF2-40B4-BE49-F238E27FC236}">
                    <a16:creationId xmlns:a16="http://schemas.microsoft.com/office/drawing/2014/main" id="{D6BE8EA2-2370-4E9C-AC01-FB4FD86E6020}"/>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36" name="Text Box 21">
                <a:extLst>
                  <a:ext uri="{FF2B5EF4-FFF2-40B4-BE49-F238E27FC236}">
                    <a16:creationId xmlns:a16="http://schemas.microsoft.com/office/drawing/2014/main" id="{90939B35-65C3-430F-808E-D7122452B1E6}"/>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37" name="Text Box 22">
                <a:extLst>
                  <a:ext uri="{FF2B5EF4-FFF2-40B4-BE49-F238E27FC236}">
                    <a16:creationId xmlns:a16="http://schemas.microsoft.com/office/drawing/2014/main" id="{70B7722C-E5E2-469C-921A-39911EA07B85}"/>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38" name="Text Box 23">
                <a:extLst>
                  <a:ext uri="{FF2B5EF4-FFF2-40B4-BE49-F238E27FC236}">
                    <a16:creationId xmlns:a16="http://schemas.microsoft.com/office/drawing/2014/main" id="{3A67D357-5991-4BD5-A069-5995F18C35C9}"/>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39" name="Text Box 24">
                <a:extLst>
                  <a:ext uri="{FF2B5EF4-FFF2-40B4-BE49-F238E27FC236}">
                    <a16:creationId xmlns:a16="http://schemas.microsoft.com/office/drawing/2014/main" id="{7A8F2F1B-AE43-4BD2-8537-B071957F48A7}"/>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40" name="Line 25">
                <a:extLst>
                  <a:ext uri="{FF2B5EF4-FFF2-40B4-BE49-F238E27FC236}">
                    <a16:creationId xmlns:a16="http://schemas.microsoft.com/office/drawing/2014/main" id="{17C0C041-8E65-44E7-B450-652A20B8A31B}"/>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41" name="Line 26">
                <a:extLst>
                  <a:ext uri="{FF2B5EF4-FFF2-40B4-BE49-F238E27FC236}">
                    <a16:creationId xmlns:a16="http://schemas.microsoft.com/office/drawing/2014/main" id="{F02F8C2E-5792-4339-84C4-4921497C50BE}"/>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42" name="Line 27">
                <a:extLst>
                  <a:ext uri="{FF2B5EF4-FFF2-40B4-BE49-F238E27FC236}">
                    <a16:creationId xmlns:a16="http://schemas.microsoft.com/office/drawing/2014/main" id="{65C1DCD5-48D2-4F51-B436-BEB10EA41B02}"/>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43" name="Line 28">
                <a:extLst>
                  <a:ext uri="{FF2B5EF4-FFF2-40B4-BE49-F238E27FC236}">
                    <a16:creationId xmlns:a16="http://schemas.microsoft.com/office/drawing/2014/main" id="{A8EA1455-3742-4A1C-88BE-32EF3378FA7C}"/>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44" name="Line 29">
                <a:extLst>
                  <a:ext uri="{FF2B5EF4-FFF2-40B4-BE49-F238E27FC236}">
                    <a16:creationId xmlns:a16="http://schemas.microsoft.com/office/drawing/2014/main" id="{21ADE8FF-B4C5-4134-AA57-56F43E43818A}"/>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45" name="Line 30">
                <a:extLst>
                  <a:ext uri="{FF2B5EF4-FFF2-40B4-BE49-F238E27FC236}">
                    <a16:creationId xmlns:a16="http://schemas.microsoft.com/office/drawing/2014/main" id="{65A689D7-E36B-4904-9F2A-77ED484C553F}"/>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46" name="Text Box 31">
                <a:extLst>
                  <a:ext uri="{FF2B5EF4-FFF2-40B4-BE49-F238E27FC236}">
                    <a16:creationId xmlns:a16="http://schemas.microsoft.com/office/drawing/2014/main" id="{DFB42235-6DE8-4250-B4E5-09ABCE6BD49D}"/>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47" name="Text Box 32">
                <a:extLst>
                  <a:ext uri="{FF2B5EF4-FFF2-40B4-BE49-F238E27FC236}">
                    <a16:creationId xmlns:a16="http://schemas.microsoft.com/office/drawing/2014/main" id="{64E1FB47-C6E0-4754-A718-1012157B9062}"/>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3848" name="Text Box 33">
                <a:extLst>
                  <a:ext uri="{FF2B5EF4-FFF2-40B4-BE49-F238E27FC236}">
                    <a16:creationId xmlns:a16="http://schemas.microsoft.com/office/drawing/2014/main" id="{6E250AF6-247C-4A1F-BD8B-61BB5F9E9A0B}"/>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33849" name="Text Box 34">
                <a:extLst>
                  <a:ext uri="{FF2B5EF4-FFF2-40B4-BE49-F238E27FC236}">
                    <a16:creationId xmlns:a16="http://schemas.microsoft.com/office/drawing/2014/main" id="{B84F0AF4-199F-4B1E-91D4-3A35F3050520}"/>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3850" name="Text Box 35">
                <a:extLst>
                  <a:ext uri="{FF2B5EF4-FFF2-40B4-BE49-F238E27FC236}">
                    <a16:creationId xmlns:a16="http://schemas.microsoft.com/office/drawing/2014/main" id="{790527FF-45C9-4FB2-B5FD-A16A83549FB9}"/>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3851" name="Text Box 36">
                <a:extLst>
                  <a:ext uri="{FF2B5EF4-FFF2-40B4-BE49-F238E27FC236}">
                    <a16:creationId xmlns:a16="http://schemas.microsoft.com/office/drawing/2014/main" id="{62AF3711-E910-4B37-AF05-E0BB83946AC8}"/>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3852" name="Text Box 37">
                <a:extLst>
                  <a:ext uri="{FF2B5EF4-FFF2-40B4-BE49-F238E27FC236}">
                    <a16:creationId xmlns:a16="http://schemas.microsoft.com/office/drawing/2014/main" id="{98E90009-143D-4C5C-A32F-C4C5D8439463}"/>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53" name="Text Box 38">
                <a:extLst>
                  <a:ext uri="{FF2B5EF4-FFF2-40B4-BE49-F238E27FC236}">
                    <a16:creationId xmlns:a16="http://schemas.microsoft.com/office/drawing/2014/main" id="{F0B0E21B-FD24-4B3C-83C7-2AC37C46845A}"/>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3854" name="Text Box 39">
                <a:extLst>
                  <a:ext uri="{FF2B5EF4-FFF2-40B4-BE49-F238E27FC236}">
                    <a16:creationId xmlns:a16="http://schemas.microsoft.com/office/drawing/2014/main" id="{DE51D427-C229-47D3-A2CA-8CDAF6A66CA8}"/>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33855" name="Text Box 40">
                <a:extLst>
                  <a:ext uri="{FF2B5EF4-FFF2-40B4-BE49-F238E27FC236}">
                    <a16:creationId xmlns:a16="http://schemas.microsoft.com/office/drawing/2014/main" id="{3E609D5E-400C-45F8-ACDA-C532F6EE2725}"/>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3856" name="Text Box 41">
                <a:extLst>
                  <a:ext uri="{FF2B5EF4-FFF2-40B4-BE49-F238E27FC236}">
                    <a16:creationId xmlns:a16="http://schemas.microsoft.com/office/drawing/2014/main" id="{D4C01520-9952-46F5-AF6F-784FA57D7EE4}"/>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3857" name="Text Box 42">
                <a:extLst>
                  <a:ext uri="{FF2B5EF4-FFF2-40B4-BE49-F238E27FC236}">
                    <a16:creationId xmlns:a16="http://schemas.microsoft.com/office/drawing/2014/main" id="{39AB1C18-C33A-4865-83D8-CB8168D00D71}"/>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33797" name="Text Box 43">
            <a:extLst>
              <a:ext uri="{FF2B5EF4-FFF2-40B4-BE49-F238E27FC236}">
                <a16:creationId xmlns:a16="http://schemas.microsoft.com/office/drawing/2014/main" id="{9ABC3724-C4C6-4059-9534-B43B21A623F6}"/>
              </a:ext>
            </a:extLst>
          </p:cNvPr>
          <p:cNvSpPr txBox="1">
            <a:spLocks noChangeArrowheads="1"/>
          </p:cNvSpPr>
          <p:nvPr/>
        </p:nvSpPr>
        <p:spPr bwMode="auto">
          <a:xfrm>
            <a:off x="6607175" y="1752600"/>
            <a:ext cx="147002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800" b="0">
                <a:latin typeface="Times New Roman" panose="02020603050405020304" pitchFamily="18" charset="0"/>
                <a:ea typeface="SimSun" panose="02010600030101010101" pitchFamily="2" charset="-122"/>
              </a:rPr>
              <a:t>i=4</a:t>
            </a:r>
          </a:p>
          <a:p>
            <a:pPr>
              <a:lnSpc>
                <a:spcPct val="110000"/>
              </a:lnSpc>
            </a:pPr>
            <a:r>
              <a:rPr lang="en-US" altLang="zh-CN" sz="2800" b="0">
                <a:latin typeface="Times New Roman" panose="02020603050405020304" pitchFamily="18" charset="0"/>
                <a:ea typeface="SimSun" panose="02010600030101010101" pitchFamily="2" charset="-122"/>
              </a:rPr>
              <a:t>b</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=6</a:t>
            </a:r>
          </a:p>
          <a:p>
            <a:pPr>
              <a:lnSpc>
                <a:spcPct val="110000"/>
              </a:lnSpc>
            </a:pPr>
            <a:r>
              <a:rPr lang="en-US" altLang="zh-CN" sz="2800" b="0">
                <a:latin typeface="Times New Roman" panose="02020603050405020304" pitchFamily="18" charset="0"/>
                <a:ea typeface="SimSun" panose="02010600030101010101" pitchFamily="2" charset="-122"/>
              </a:rPr>
              <a:t>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=5</a:t>
            </a:r>
          </a:p>
          <a:p>
            <a:pPr>
              <a:lnSpc>
                <a:spcPct val="110000"/>
              </a:lnSpc>
            </a:pPr>
            <a:r>
              <a:rPr lang="en-US" altLang="zh-CN" sz="2800" b="0">
                <a:latin typeface="Times New Roman" panose="02020603050405020304" pitchFamily="18" charset="0"/>
                <a:ea typeface="SimSun" panose="02010600030101010101" pitchFamily="2" charset="-122"/>
              </a:rPr>
              <a:t>w= </a:t>
            </a:r>
            <a:r>
              <a:rPr lang="en-US" altLang="zh-CN" sz="2800" b="0">
                <a:solidFill>
                  <a:srgbClr val="FF0000"/>
                </a:solidFill>
                <a:latin typeface="Times New Roman" panose="02020603050405020304" pitchFamily="18" charset="0"/>
                <a:ea typeface="SimSun" panose="02010600030101010101" pitchFamily="2" charset="-122"/>
              </a:rPr>
              <a:t>5</a:t>
            </a:r>
          </a:p>
          <a:p>
            <a:pPr>
              <a:lnSpc>
                <a:spcPct val="110000"/>
              </a:lnSpc>
            </a:pPr>
            <a:r>
              <a:rPr lang="en-US" altLang="zh-CN" sz="2800" b="0">
                <a:latin typeface="Times New Roman" panose="02020603050405020304" pitchFamily="18" charset="0"/>
                <a:ea typeface="SimSun" panose="02010600030101010101" pitchFamily="2" charset="-122"/>
              </a:rPr>
              <a:t>w- w</a:t>
            </a:r>
            <a:r>
              <a:rPr lang="en-US" altLang="zh-CN" sz="2800" b="0" baseline="-25000">
                <a:latin typeface="Times New Roman" panose="02020603050405020304" pitchFamily="18" charset="0"/>
                <a:ea typeface="SimSun" panose="02010600030101010101" pitchFamily="2" charset="-122"/>
              </a:rPr>
              <a:t>i</a:t>
            </a:r>
            <a:r>
              <a:rPr lang="en-US" altLang="zh-CN" sz="2800" b="0">
                <a:latin typeface="Times New Roman" panose="02020603050405020304" pitchFamily="18" charset="0"/>
                <a:ea typeface="SimSun" panose="02010600030101010101" pitchFamily="2" charset="-122"/>
              </a:rPr>
              <a:t>=0</a:t>
            </a:r>
          </a:p>
        </p:txBody>
      </p:sp>
      <p:sp>
        <p:nvSpPr>
          <p:cNvPr id="33798" name="Text Box 44">
            <a:extLst>
              <a:ext uri="{FF2B5EF4-FFF2-40B4-BE49-F238E27FC236}">
                <a16:creationId xmlns:a16="http://schemas.microsoft.com/office/drawing/2014/main" id="{971BCC3C-4ACA-4E52-9023-CA434627E39A}"/>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3799" name="Text Box 45">
            <a:extLst>
              <a:ext uri="{FF2B5EF4-FFF2-40B4-BE49-F238E27FC236}">
                <a16:creationId xmlns:a16="http://schemas.microsoft.com/office/drawing/2014/main" id="{55368C3B-3F7B-44E2-9BAF-732CB1663FE6}"/>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3800" name="Text Box 46">
            <a:extLst>
              <a:ext uri="{FF2B5EF4-FFF2-40B4-BE49-F238E27FC236}">
                <a16:creationId xmlns:a16="http://schemas.microsoft.com/office/drawing/2014/main" id="{7250C65F-AB73-4678-A793-9EAC2DB97984}"/>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3801" name="Text Box 47">
            <a:extLst>
              <a:ext uri="{FF2B5EF4-FFF2-40B4-BE49-F238E27FC236}">
                <a16:creationId xmlns:a16="http://schemas.microsoft.com/office/drawing/2014/main" id="{8717304A-0238-424D-AC30-FC7CE469EBA3}"/>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3802" name="Text Box 48">
            <a:extLst>
              <a:ext uri="{FF2B5EF4-FFF2-40B4-BE49-F238E27FC236}">
                <a16:creationId xmlns:a16="http://schemas.microsoft.com/office/drawing/2014/main" id="{A6F354B3-6D69-4BDB-AEB1-810C80A7078C}"/>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03" name="Text Box 49">
            <a:extLst>
              <a:ext uri="{FF2B5EF4-FFF2-40B4-BE49-F238E27FC236}">
                <a16:creationId xmlns:a16="http://schemas.microsoft.com/office/drawing/2014/main" id="{9ACAC080-14D5-4E0D-A117-3DF74441CC0B}"/>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3804" name="Text Box 50">
            <a:extLst>
              <a:ext uri="{FF2B5EF4-FFF2-40B4-BE49-F238E27FC236}">
                <a16:creationId xmlns:a16="http://schemas.microsoft.com/office/drawing/2014/main" id="{866053B8-3BEB-48C3-88E6-1C74E0C2A65F}"/>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3805" name="Text Box 51">
            <a:extLst>
              <a:ext uri="{FF2B5EF4-FFF2-40B4-BE49-F238E27FC236}">
                <a16:creationId xmlns:a16="http://schemas.microsoft.com/office/drawing/2014/main" id="{5B461676-FEC8-429B-A5BE-883E61585B1A}"/>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3806" name="Text Box 53">
            <a:extLst>
              <a:ext uri="{FF2B5EF4-FFF2-40B4-BE49-F238E27FC236}">
                <a16:creationId xmlns:a16="http://schemas.microsoft.com/office/drawing/2014/main" id="{5C1FAA1E-CB1F-4B00-8B7C-DAF953C3572B}"/>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33807" name="Text Box 54">
            <a:extLst>
              <a:ext uri="{FF2B5EF4-FFF2-40B4-BE49-F238E27FC236}">
                <a16:creationId xmlns:a16="http://schemas.microsoft.com/office/drawing/2014/main" id="{64894F31-2A04-4CFE-8D27-94B636F08119}"/>
              </a:ext>
            </a:extLst>
          </p:cNvPr>
          <p:cNvSpPr txBox="1">
            <a:spLocks noChangeArrowheads="1"/>
          </p:cNvSpPr>
          <p:nvPr/>
        </p:nvSpPr>
        <p:spPr bwMode="auto">
          <a:xfrm>
            <a:off x="25146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08" name="Text Box 55">
            <a:extLst>
              <a:ext uri="{FF2B5EF4-FFF2-40B4-BE49-F238E27FC236}">
                <a16:creationId xmlns:a16="http://schemas.microsoft.com/office/drawing/2014/main" id="{192D88DB-0E4D-4201-A6E4-5AE7B9EEB733}"/>
              </a:ext>
            </a:extLst>
          </p:cNvPr>
          <p:cNvSpPr txBox="1">
            <a:spLocks noChangeArrowheads="1"/>
          </p:cNvSpPr>
          <p:nvPr/>
        </p:nvSpPr>
        <p:spPr bwMode="auto">
          <a:xfrm>
            <a:off x="33528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3809" name="Text Box 56">
            <a:extLst>
              <a:ext uri="{FF2B5EF4-FFF2-40B4-BE49-F238E27FC236}">
                <a16:creationId xmlns:a16="http://schemas.microsoft.com/office/drawing/2014/main" id="{55922517-A908-4E06-B2AF-CB2BC0EC4667}"/>
              </a:ext>
            </a:extLst>
          </p:cNvPr>
          <p:cNvSpPr txBox="1">
            <a:spLocks noChangeArrowheads="1"/>
          </p:cNvSpPr>
          <p:nvPr/>
        </p:nvSpPr>
        <p:spPr bwMode="auto">
          <a:xfrm>
            <a:off x="41910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3810" name="Text Box 57">
            <a:extLst>
              <a:ext uri="{FF2B5EF4-FFF2-40B4-BE49-F238E27FC236}">
                <a16:creationId xmlns:a16="http://schemas.microsoft.com/office/drawing/2014/main" id="{52F1A35F-E9E1-45F0-A3B3-EA0D8510AB56}"/>
              </a:ext>
            </a:extLst>
          </p:cNvPr>
          <p:cNvSpPr txBox="1">
            <a:spLocks noChangeArrowheads="1"/>
          </p:cNvSpPr>
          <p:nvPr/>
        </p:nvSpPr>
        <p:spPr bwMode="auto">
          <a:xfrm>
            <a:off x="1752600" y="4556125"/>
            <a:ext cx="693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000" b="0">
                <a:latin typeface="Times New Roman" panose="02020603050405020304" pitchFamily="18" charset="0"/>
                <a:ea typeface="SimSun" panose="02010600030101010101" pitchFamily="2" charset="-122"/>
              </a:rPr>
              <a:t>if </a:t>
            </a:r>
            <a:r>
              <a:rPr lang="en-US" altLang="zh-CN" sz="2000" b="0">
                <a:solidFill>
                  <a:srgbClr val="FF0000"/>
                </a:solidFill>
                <a:latin typeface="Times New Roman" panose="02020603050405020304" pitchFamily="18" charset="0"/>
                <a:ea typeface="SimSun" panose="02010600030101010101" pitchFamily="2" charset="-122"/>
              </a:rPr>
              <a:t>w</a:t>
            </a:r>
            <a:r>
              <a:rPr lang="en-US" altLang="zh-CN" sz="2000" b="0" baseline="-25000">
                <a:solidFill>
                  <a:srgbClr val="FF0000"/>
                </a:solidFill>
                <a:latin typeface="Times New Roman" panose="02020603050405020304" pitchFamily="18" charset="0"/>
                <a:ea typeface="SimSun" panose="02010600030101010101" pitchFamily="2" charset="-122"/>
              </a:rPr>
              <a:t>i</a:t>
            </a:r>
            <a:r>
              <a:rPr lang="en-US" altLang="zh-CN" sz="2000" b="0">
                <a:solidFill>
                  <a:srgbClr val="FF0000"/>
                </a:solidFill>
                <a:latin typeface="Times New Roman" panose="02020603050405020304" pitchFamily="18" charset="0"/>
                <a:ea typeface="SimSun" panose="02010600030101010101" pitchFamily="2" charset="-122"/>
              </a:rPr>
              <a:t> &lt;= w</a:t>
            </a:r>
            <a:r>
              <a:rPr lang="en-US" altLang="zh-CN" sz="2000" b="0">
                <a:latin typeface="Times New Roman" panose="02020603050405020304" pitchFamily="18" charset="0"/>
                <a:ea typeface="SimSun" panose="02010600030101010101" pitchFamily="2" charset="-122"/>
              </a:rPr>
              <a:t> </a:t>
            </a:r>
            <a:r>
              <a:rPr lang="en-US" altLang="zh-CN" sz="2000" b="0">
                <a:solidFill>
                  <a:srgbClr val="008000"/>
                </a:solidFill>
                <a:latin typeface="Times New Roman" panose="02020603050405020304" pitchFamily="18" charset="0"/>
                <a:ea typeface="SimSun" panose="02010600030101010101" pitchFamily="2" charset="-122"/>
              </a:rPr>
              <a:t>// item i can be part of the solution</a:t>
            </a:r>
            <a:endParaRPr lang="en-US" altLang="zh-CN" sz="2000" b="0">
              <a:latin typeface="Times New Roman" panose="02020603050405020304" pitchFamily="18" charset="0"/>
              <a:ea typeface="SimSun" panose="02010600030101010101" pitchFamily="2" charset="-122"/>
            </a:endParaRPr>
          </a:p>
          <a:p>
            <a:r>
              <a:rPr lang="en-US" altLang="zh-CN" sz="2000" b="0">
                <a:latin typeface="Times New Roman" panose="02020603050405020304" pitchFamily="18" charset="0"/>
                <a:ea typeface="SimSun" panose="02010600030101010101" pitchFamily="2" charset="-122"/>
              </a:rPr>
              <a:t>        if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&gt; V[i-1,w]</a:t>
            </a:r>
          </a:p>
          <a:p>
            <a:r>
              <a:rPr lang="en-US" altLang="zh-CN" sz="2000" b="0">
                <a:latin typeface="Times New Roman" panose="02020603050405020304" pitchFamily="18" charset="0"/>
                <a:ea typeface="SimSun" panose="02010600030101010101" pitchFamily="2" charset="-122"/>
              </a:rPr>
              <a:t>            V[i,w] = b</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 + V[i-1,w- w</a:t>
            </a:r>
            <a:r>
              <a:rPr lang="en-US" altLang="zh-CN" sz="2000" b="0" baseline="-25000">
                <a:latin typeface="Times New Roman" panose="02020603050405020304" pitchFamily="18" charset="0"/>
                <a:ea typeface="SimSun" panose="02010600030101010101" pitchFamily="2" charset="-122"/>
              </a:rPr>
              <a:t>i</a:t>
            </a:r>
            <a:r>
              <a:rPr lang="en-US" altLang="zh-CN" sz="2000" b="0">
                <a:latin typeface="Times New Roman" panose="02020603050405020304" pitchFamily="18" charset="0"/>
                <a:ea typeface="SimSun" panose="02010600030101010101" pitchFamily="2" charset="-122"/>
              </a:rPr>
              <a:t>]</a:t>
            </a:r>
          </a:p>
          <a:p>
            <a:r>
              <a:rPr lang="en-US" altLang="zh-CN" sz="2000" b="0">
                <a:latin typeface="Times New Roman" panose="02020603050405020304" pitchFamily="18" charset="0"/>
                <a:ea typeface="SimSun" panose="02010600030101010101" pitchFamily="2" charset="-122"/>
              </a:rPr>
              <a:t>        </a:t>
            </a:r>
            <a:r>
              <a:rPr lang="en-US" altLang="zh-CN" sz="2000" b="0">
                <a:solidFill>
                  <a:srgbClr val="FF0000"/>
                </a:solidFill>
                <a:latin typeface="Times New Roman" panose="02020603050405020304" pitchFamily="18" charset="0"/>
                <a:ea typeface="SimSun" panose="02010600030101010101" pitchFamily="2" charset="-122"/>
              </a:rPr>
              <a:t>else</a:t>
            </a:r>
          </a:p>
          <a:p>
            <a:r>
              <a:rPr lang="en-US" altLang="zh-CN" sz="2000" b="0">
                <a:latin typeface="Times New Roman" panose="02020603050405020304" pitchFamily="18" charset="0"/>
                <a:ea typeface="SimSun" panose="02010600030101010101" pitchFamily="2" charset="-122"/>
              </a:rPr>
              <a:t>            </a:t>
            </a:r>
            <a:r>
              <a:rPr lang="en-US" altLang="zh-CN" sz="2000">
                <a:latin typeface="Times New Roman" panose="02020603050405020304" pitchFamily="18" charset="0"/>
                <a:ea typeface="SimSun" panose="02010600030101010101" pitchFamily="2" charset="-122"/>
              </a:rPr>
              <a:t>V[i,w] = V[i-1,w]</a:t>
            </a:r>
          </a:p>
          <a:p>
            <a:r>
              <a:rPr lang="en-US" altLang="zh-CN" sz="2000" b="0">
                <a:latin typeface="Times New Roman" panose="02020603050405020304" pitchFamily="18" charset="0"/>
                <a:ea typeface="SimSun" panose="02010600030101010101" pitchFamily="2" charset="-122"/>
              </a:rPr>
              <a:t>else V[i,w] = V[i-1,w]  </a:t>
            </a:r>
            <a:r>
              <a:rPr lang="en-US" altLang="zh-CN" sz="2000" b="0">
                <a:solidFill>
                  <a:srgbClr val="008000"/>
                </a:solidFill>
                <a:latin typeface="Times New Roman" panose="02020603050405020304" pitchFamily="18" charset="0"/>
                <a:ea typeface="SimSun" panose="02010600030101010101" pitchFamily="2" charset="-122"/>
              </a:rPr>
              <a:t>// w</a:t>
            </a:r>
            <a:r>
              <a:rPr lang="en-US" altLang="zh-CN" sz="2000" b="0" baseline="-25000">
                <a:solidFill>
                  <a:srgbClr val="008000"/>
                </a:solidFill>
                <a:latin typeface="Times New Roman" panose="02020603050405020304" pitchFamily="18" charset="0"/>
                <a:ea typeface="SimSun" panose="02010600030101010101" pitchFamily="2" charset="-122"/>
              </a:rPr>
              <a:t>i</a:t>
            </a:r>
            <a:r>
              <a:rPr lang="en-US" altLang="zh-CN" sz="2000" b="0">
                <a:solidFill>
                  <a:srgbClr val="008000"/>
                </a:solidFill>
                <a:latin typeface="Times New Roman" panose="02020603050405020304" pitchFamily="18" charset="0"/>
                <a:ea typeface="SimSun" panose="02010600030101010101" pitchFamily="2" charset="-122"/>
              </a:rPr>
              <a:t> &gt; w </a:t>
            </a:r>
          </a:p>
        </p:txBody>
      </p:sp>
      <p:sp>
        <p:nvSpPr>
          <p:cNvPr id="33811" name="Text Box 58">
            <a:extLst>
              <a:ext uri="{FF2B5EF4-FFF2-40B4-BE49-F238E27FC236}">
                <a16:creationId xmlns:a16="http://schemas.microsoft.com/office/drawing/2014/main" id="{80CAB27F-BB8B-4A4F-9533-B972C3C36655}"/>
              </a:ext>
            </a:extLst>
          </p:cNvPr>
          <p:cNvSpPr txBox="1">
            <a:spLocks noChangeArrowheads="1"/>
          </p:cNvSpPr>
          <p:nvPr/>
        </p:nvSpPr>
        <p:spPr bwMode="auto">
          <a:xfrm>
            <a:off x="50292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204859" name="Line 59">
            <a:extLst>
              <a:ext uri="{FF2B5EF4-FFF2-40B4-BE49-F238E27FC236}">
                <a16:creationId xmlns:a16="http://schemas.microsoft.com/office/drawing/2014/main" id="{92D3D6A1-EC30-4E96-9F45-D229A7F51785}"/>
              </a:ext>
            </a:extLst>
          </p:cNvPr>
          <p:cNvSpPr>
            <a:spLocks noChangeShapeType="1"/>
          </p:cNvSpPr>
          <p:nvPr/>
        </p:nvSpPr>
        <p:spPr bwMode="auto">
          <a:xfrm>
            <a:off x="5899150" y="3786188"/>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4860" name="Text Box 60">
            <a:extLst>
              <a:ext uri="{FF2B5EF4-FFF2-40B4-BE49-F238E27FC236}">
                <a16:creationId xmlns:a16="http://schemas.microsoft.com/office/drawing/2014/main" id="{8EF7AC61-524E-4F8E-9C08-9735B4DF9A13}"/>
              </a:ext>
            </a:extLst>
          </p:cNvPr>
          <p:cNvSpPr txBox="1">
            <a:spLocks noChangeArrowheads="1"/>
          </p:cNvSpPr>
          <p:nvPr/>
        </p:nvSpPr>
        <p:spPr bwMode="auto">
          <a:xfrm>
            <a:off x="58674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a:solidFill>
                  <a:srgbClr val="FF0000"/>
                </a:solidFill>
                <a:latin typeface="Times New Roman" panose="02020603050405020304" pitchFamily="18" charset="0"/>
                <a:ea typeface="SimSun" panose="02010600030101010101" pitchFamily="2" charset="-122"/>
              </a:rPr>
              <a:t>7</a:t>
            </a:r>
            <a:endParaRPr lang="en-US" altLang="zh-CN" sz="2400" b="0">
              <a:latin typeface="Times New Roman" panose="02020603050405020304" pitchFamily="18" charset="0"/>
              <a:ea typeface="SimSun" panose="02010600030101010101" pitchFamily="2" charset="-122"/>
            </a:endParaRPr>
          </a:p>
        </p:txBody>
      </p:sp>
      <p:sp>
        <p:nvSpPr>
          <p:cNvPr id="33814" name="Text Box 61">
            <a:extLst>
              <a:ext uri="{FF2B5EF4-FFF2-40B4-BE49-F238E27FC236}">
                <a16:creationId xmlns:a16="http://schemas.microsoft.com/office/drawing/2014/main" id="{F71B4D8D-9922-4382-9B78-99B42E3C6994}"/>
              </a:ext>
            </a:extLst>
          </p:cNvPr>
          <p:cNvSpPr txBox="1">
            <a:spLocks noChangeArrowheads="1"/>
          </p:cNvSpPr>
          <p:nvPr/>
        </p:nvSpPr>
        <p:spPr bwMode="auto">
          <a:xfrm>
            <a:off x="58674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33815" name="Text Box 62">
            <a:extLst>
              <a:ext uri="{FF2B5EF4-FFF2-40B4-BE49-F238E27FC236}">
                <a16:creationId xmlns:a16="http://schemas.microsoft.com/office/drawing/2014/main" id="{3F82C87E-2954-4E38-8F9D-83CE3D0834F2}"/>
              </a:ext>
            </a:extLst>
          </p:cNvPr>
          <p:cNvSpPr txBox="1">
            <a:spLocks noChangeArrowheads="1"/>
          </p:cNvSpPr>
          <p:nvPr/>
        </p:nvSpPr>
        <p:spPr bwMode="auto">
          <a:xfrm>
            <a:off x="25146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3816" name="Text Box 63">
            <a:extLst>
              <a:ext uri="{FF2B5EF4-FFF2-40B4-BE49-F238E27FC236}">
                <a16:creationId xmlns:a16="http://schemas.microsoft.com/office/drawing/2014/main" id="{183B17A4-F6FF-4BC5-B48B-C44E3DA37707}"/>
              </a:ext>
            </a:extLst>
          </p:cNvPr>
          <p:cNvSpPr txBox="1">
            <a:spLocks noChangeArrowheads="1"/>
          </p:cNvSpPr>
          <p:nvPr/>
        </p:nvSpPr>
        <p:spPr bwMode="auto">
          <a:xfrm>
            <a:off x="33528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3817" name="Text Box 64">
            <a:extLst>
              <a:ext uri="{FF2B5EF4-FFF2-40B4-BE49-F238E27FC236}">
                <a16:creationId xmlns:a16="http://schemas.microsoft.com/office/drawing/2014/main" id="{69C8AF1E-92FF-4D8C-9D26-08D31C7A4850}"/>
              </a:ext>
            </a:extLst>
          </p:cNvPr>
          <p:cNvSpPr txBox="1">
            <a:spLocks noChangeArrowheads="1"/>
          </p:cNvSpPr>
          <p:nvPr/>
        </p:nvSpPr>
        <p:spPr bwMode="auto">
          <a:xfrm>
            <a:off x="41910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3818" name="Text Box 65">
            <a:extLst>
              <a:ext uri="{FF2B5EF4-FFF2-40B4-BE49-F238E27FC236}">
                <a16:creationId xmlns:a16="http://schemas.microsoft.com/office/drawing/2014/main" id="{3F481558-C2A9-434B-8436-4AD31DEA7C23}"/>
              </a:ext>
            </a:extLst>
          </p:cNvPr>
          <p:cNvSpPr txBox="1">
            <a:spLocks noChangeArrowheads="1"/>
          </p:cNvSpPr>
          <p:nvPr/>
        </p:nvSpPr>
        <p:spPr bwMode="auto">
          <a:xfrm>
            <a:off x="50292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3819" name="Rectangle 66">
            <a:extLst>
              <a:ext uri="{FF2B5EF4-FFF2-40B4-BE49-F238E27FC236}">
                <a16:creationId xmlns:a16="http://schemas.microsoft.com/office/drawing/2014/main" id="{19C394E4-0EB0-409D-9F91-BDA1C8BD5ED3}"/>
              </a:ext>
            </a:extLst>
          </p:cNvPr>
          <p:cNvSpPr>
            <a:spLocks noChangeArrowheads="1"/>
          </p:cNvSpPr>
          <p:nvPr/>
        </p:nvSpPr>
        <p:spPr bwMode="auto">
          <a:xfrm>
            <a:off x="7239000" y="533400"/>
            <a:ext cx="1676400" cy="1752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33820" name="Rectangle 67">
            <a:extLst>
              <a:ext uri="{FF2B5EF4-FFF2-40B4-BE49-F238E27FC236}">
                <a16:creationId xmlns:a16="http://schemas.microsoft.com/office/drawing/2014/main" id="{1C63EC3D-AD57-4971-9E1D-03BF7BE219C9}"/>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Example (18)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048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48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0"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2995" name="Rectangle 3">
            <a:extLst>
              <a:ext uri="{FF2B5EF4-FFF2-40B4-BE49-F238E27FC236}">
                <a16:creationId xmlns:a16="http://schemas.microsoft.com/office/drawing/2014/main" id="{D26016B8-0D1F-4206-B8A7-64CDD536935C}"/>
              </a:ext>
            </a:extLst>
          </p:cNvPr>
          <p:cNvSpPr>
            <a:spLocks noGrp="1" noChangeArrowheads="1"/>
          </p:cNvSpPr>
          <p:nvPr>
            <p:ph type="body" idx="1"/>
          </p:nvPr>
        </p:nvSpPr>
        <p:spPr>
          <a:xfrm>
            <a:off x="152400" y="697089"/>
            <a:ext cx="8839200" cy="5105400"/>
          </a:xfrm>
        </p:spPr>
        <p:txBody>
          <a:bodyPr>
            <a:normAutofit/>
          </a:bodyPr>
          <a:lstStyle/>
          <a:p>
            <a:pPr>
              <a:lnSpc>
                <a:spcPct val="90000"/>
              </a:lnSpc>
            </a:pPr>
            <a:r>
              <a:rPr lang="en-US" altLang="zh-CN" dirty="0">
                <a:ea typeface="SimSun" panose="02010600030101010101" pitchFamily="2" charset="-122"/>
              </a:rPr>
              <a:t>All of the information we need is in the table.</a:t>
            </a:r>
          </a:p>
          <a:p>
            <a:pPr>
              <a:lnSpc>
                <a:spcPct val="90000"/>
              </a:lnSpc>
            </a:pPr>
            <a:r>
              <a:rPr lang="en-US" altLang="zh-CN" i="1" dirty="0">
                <a:ea typeface="SimSun" panose="02010600030101010101" pitchFamily="2" charset="-122"/>
              </a:rPr>
              <a:t>V[</a:t>
            </a:r>
            <a:r>
              <a:rPr lang="en-US" altLang="zh-CN" i="1" dirty="0" err="1">
                <a:ea typeface="SimSun" panose="02010600030101010101" pitchFamily="2" charset="-122"/>
              </a:rPr>
              <a:t>n</a:t>
            </a:r>
            <a:r>
              <a:rPr lang="en-US" altLang="zh-CN" dirty="0" err="1">
                <a:ea typeface="SimSun" panose="02010600030101010101" pitchFamily="2" charset="-122"/>
              </a:rPr>
              <a:t>,</a:t>
            </a:r>
            <a:r>
              <a:rPr lang="en-US" altLang="zh-CN" i="1" dirty="0" err="1">
                <a:ea typeface="SimSun" panose="02010600030101010101" pitchFamily="2" charset="-122"/>
              </a:rPr>
              <a:t>W</a:t>
            </a:r>
            <a:r>
              <a:rPr lang="en-US" altLang="zh-CN" dirty="0">
                <a:ea typeface="SimSun" panose="02010600030101010101" pitchFamily="2" charset="-122"/>
              </a:rPr>
              <a:t>] is the maximal value of items that can be placed in the Knapsack.</a:t>
            </a:r>
          </a:p>
          <a:p>
            <a:pPr>
              <a:lnSpc>
                <a:spcPct val="90000"/>
              </a:lnSpc>
            </a:pPr>
            <a:r>
              <a:rPr lang="en-US" altLang="zh-CN" dirty="0">
                <a:ea typeface="SimSun" panose="02010600030101010101" pitchFamily="2" charset="-122"/>
              </a:rPr>
              <a:t>Let </a:t>
            </a:r>
            <a:r>
              <a:rPr lang="en-US" altLang="zh-CN" dirty="0" err="1">
                <a:ea typeface="SimSun" panose="02010600030101010101" pitchFamily="2" charset="-122"/>
              </a:rPr>
              <a:t>i</a:t>
            </a:r>
            <a:r>
              <a:rPr lang="en-US" altLang="zh-CN" dirty="0">
                <a:ea typeface="SimSun" panose="02010600030101010101" pitchFamily="2" charset="-122"/>
              </a:rPr>
              <a:t>=n and k=W</a:t>
            </a:r>
          </a:p>
          <a:p>
            <a:pPr lvl="1">
              <a:lnSpc>
                <a:spcPct val="90000"/>
              </a:lnSpc>
              <a:buFontTx/>
              <a:buNone/>
            </a:pPr>
            <a:r>
              <a:rPr lang="en-US" altLang="zh-CN" sz="2800" dirty="0">
                <a:ea typeface="SimSun" panose="02010600030101010101" pitchFamily="2" charset="-122"/>
              </a:rPr>
              <a:t>if </a:t>
            </a:r>
            <a:r>
              <a:rPr lang="en-US" altLang="zh-CN" sz="2800" i="1" dirty="0">
                <a:ea typeface="SimSun" panose="02010600030101010101" pitchFamily="2" charset="-122"/>
              </a:rPr>
              <a:t>V[</a:t>
            </a:r>
            <a:r>
              <a:rPr lang="en-US" altLang="zh-CN" sz="2800" i="1" dirty="0" err="1">
                <a:ea typeface="SimSun" panose="02010600030101010101" pitchFamily="2" charset="-122"/>
              </a:rPr>
              <a:t>i,k</a:t>
            </a:r>
            <a:r>
              <a:rPr lang="en-US" altLang="zh-CN" sz="2800" dirty="0">
                <a:ea typeface="SimSun" panose="02010600030101010101" pitchFamily="2" charset="-122"/>
              </a:rPr>
              <a:t>] </a:t>
            </a:r>
            <a:r>
              <a:rPr lang="en-US" altLang="zh-CN" sz="2800" dirty="0">
                <a:ea typeface="SimSun" panose="02010600030101010101" pitchFamily="2" charset="-122"/>
                <a:sym typeface="Symbol" panose="05050102010706020507" pitchFamily="18" charset="2"/>
              </a:rPr>
              <a:t> </a:t>
            </a:r>
            <a:r>
              <a:rPr lang="en-US" altLang="zh-CN" sz="2800" i="1" dirty="0">
                <a:ea typeface="SimSun" panose="02010600030101010101" pitchFamily="2" charset="-122"/>
              </a:rPr>
              <a:t>V[i</a:t>
            </a:r>
            <a:r>
              <a:rPr lang="en-US" altLang="zh-CN" sz="2800" i="1" dirty="0">
                <a:ea typeface="SimSun" panose="02010600030101010101" pitchFamily="2" charset="-122"/>
                <a:sym typeface="Symbol" panose="05050102010706020507" pitchFamily="18" charset="2"/>
              </a:rPr>
              <a:t></a:t>
            </a:r>
            <a:r>
              <a:rPr lang="en-US" altLang="zh-CN" sz="2800" i="1" dirty="0">
                <a:ea typeface="SimSun" panose="02010600030101010101" pitchFamily="2" charset="-122"/>
              </a:rPr>
              <a:t>1,k</a:t>
            </a:r>
            <a:r>
              <a:rPr lang="en-US" altLang="zh-CN" sz="2800" dirty="0">
                <a:ea typeface="SimSun" panose="02010600030101010101" pitchFamily="2" charset="-122"/>
              </a:rPr>
              <a:t>] then</a:t>
            </a:r>
            <a:r>
              <a:rPr lang="en-US" altLang="zh-CN" sz="3200" dirty="0">
                <a:ea typeface="SimSun" panose="02010600030101010101" pitchFamily="2" charset="-122"/>
              </a:rPr>
              <a:t> </a:t>
            </a:r>
          </a:p>
          <a:p>
            <a:pPr lvl="1">
              <a:lnSpc>
                <a:spcPct val="90000"/>
              </a:lnSpc>
              <a:buClr>
                <a:schemeClr val="accent1"/>
              </a:buClr>
              <a:buSzPct val="70000"/>
              <a:buFont typeface="Monotype Sorts" pitchFamily="80" charset="2"/>
              <a:buNone/>
            </a:pPr>
            <a:r>
              <a:rPr lang="en-US" altLang="zh-CN" sz="2800" dirty="0">
                <a:solidFill>
                  <a:schemeClr val="accent1"/>
                </a:solidFill>
                <a:ea typeface="SimSun" panose="02010600030101010101" pitchFamily="2" charset="-122"/>
              </a:rPr>
              <a:t>	</a:t>
            </a:r>
            <a:r>
              <a:rPr lang="en-US" altLang="zh-CN" sz="2800" dirty="0">
                <a:ea typeface="SimSun" panose="02010600030101010101" pitchFamily="2" charset="-122"/>
              </a:rPr>
              <a:t>mark the </a:t>
            </a:r>
            <a:r>
              <a:rPr lang="en-US" altLang="zh-CN" sz="2800" i="1" dirty="0" err="1">
                <a:ea typeface="SimSun" panose="02010600030101010101" pitchFamily="2" charset="-122"/>
              </a:rPr>
              <a:t>i</a:t>
            </a:r>
            <a:r>
              <a:rPr lang="en-US" altLang="zh-CN" sz="2800" baseline="30000" dirty="0" err="1">
                <a:ea typeface="SimSun" panose="02010600030101010101" pitchFamily="2" charset="-122"/>
              </a:rPr>
              <a:t>th</a:t>
            </a:r>
            <a:r>
              <a:rPr lang="en-US" altLang="zh-CN" sz="2800" dirty="0">
                <a:ea typeface="SimSun" panose="02010600030101010101" pitchFamily="2" charset="-122"/>
              </a:rPr>
              <a:t> item as in the knapsack</a:t>
            </a:r>
          </a:p>
          <a:p>
            <a:pPr lvl="1">
              <a:lnSpc>
                <a:spcPct val="90000"/>
              </a:lnSpc>
              <a:buClr>
                <a:schemeClr val="accent1"/>
              </a:buClr>
              <a:buSzPct val="70000"/>
              <a:buFont typeface="Monotype Sorts" pitchFamily="80" charset="2"/>
              <a:buNone/>
            </a:pPr>
            <a:r>
              <a:rPr lang="en-US" altLang="zh-CN" sz="2800" dirty="0">
                <a:ea typeface="SimSun" panose="02010600030101010101" pitchFamily="2" charset="-122"/>
              </a:rPr>
              <a:t>	</a:t>
            </a:r>
            <a:r>
              <a:rPr lang="en-US" altLang="zh-CN" sz="2800" i="1" dirty="0" err="1">
                <a:ea typeface="SimSun" panose="02010600030101010101" pitchFamily="2" charset="-122"/>
              </a:rPr>
              <a:t>i</a:t>
            </a:r>
            <a:r>
              <a:rPr lang="en-US" altLang="zh-CN" sz="2800" i="1" dirty="0">
                <a:ea typeface="SimSun" panose="02010600030101010101" pitchFamily="2" charset="-122"/>
              </a:rPr>
              <a:t> </a:t>
            </a:r>
            <a:r>
              <a:rPr lang="en-US" altLang="zh-CN" sz="2800" dirty="0">
                <a:ea typeface="SimSun" panose="02010600030101010101" pitchFamily="2" charset="-122"/>
              </a:rPr>
              <a:t>= </a:t>
            </a:r>
            <a:r>
              <a:rPr lang="en-US" altLang="zh-CN" sz="2800" i="1" dirty="0">
                <a:ea typeface="SimSun" panose="02010600030101010101" pitchFamily="2" charset="-122"/>
              </a:rPr>
              <a:t>i</a:t>
            </a:r>
            <a:r>
              <a:rPr lang="en-US" altLang="zh-CN" sz="2800" i="1" dirty="0">
                <a:ea typeface="SimSun" panose="02010600030101010101" pitchFamily="2" charset="-122"/>
                <a:sym typeface="Symbol" panose="05050102010706020507" pitchFamily="18" charset="2"/>
              </a:rPr>
              <a:t></a:t>
            </a:r>
            <a:r>
              <a:rPr lang="en-US" altLang="zh-CN" sz="2800" i="1" dirty="0">
                <a:ea typeface="SimSun" panose="02010600030101010101" pitchFamily="2" charset="-122"/>
              </a:rPr>
              <a:t>1</a:t>
            </a:r>
            <a:r>
              <a:rPr lang="en-US" altLang="zh-CN" sz="2800" dirty="0">
                <a:ea typeface="SimSun" panose="02010600030101010101" pitchFamily="2" charset="-122"/>
              </a:rPr>
              <a:t>, </a:t>
            </a:r>
            <a:r>
              <a:rPr lang="en-US" altLang="zh-CN" sz="2800" i="1" dirty="0">
                <a:ea typeface="SimSun" panose="02010600030101010101" pitchFamily="2" charset="-122"/>
              </a:rPr>
              <a:t>k</a:t>
            </a:r>
            <a:r>
              <a:rPr lang="en-US" altLang="zh-CN" sz="2800" dirty="0">
                <a:ea typeface="SimSun" panose="02010600030101010101" pitchFamily="2" charset="-122"/>
              </a:rPr>
              <a:t> = </a:t>
            </a:r>
            <a:r>
              <a:rPr lang="en-US" altLang="zh-CN" sz="2800" i="1" dirty="0">
                <a:ea typeface="SimSun" panose="02010600030101010101" pitchFamily="2" charset="-122"/>
              </a:rPr>
              <a:t>k-</a:t>
            </a:r>
            <a:r>
              <a:rPr lang="en-US" altLang="zh-CN" sz="2800" i="1" dirty="0" err="1">
                <a:ea typeface="SimSun" panose="02010600030101010101" pitchFamily="2" charset="-122"/>
              </a:rPr>
              <a:t>w</a:t>
            </a:r>
            <a:r>
              <a:rPr lang="en-US" altLang="zh-CN" sz="2800" i="1" baseline="-25000" dirty="0" err="1">
                <a:ea typeface="SimSun" panose="02010600030101010101" pitchFamily="2" charset="-122"/>
              </a:rPr>
              <a:t>i</a:t>
            </a:r>
            <a:endParaRPr lang="en-US" altLang="zh-CN" sz="3200" dirty="0">
              <a:ea typeface="SimSun" panose="02010600030101010101" pitchFamily="2" charset="-122"/>
            </a:endParaRPr>
          </a:p>
          <a:p>
            <a:pPr lvl="1">
              <a:lnSpc>
                <a:spcPct val="90000"/>
              </a:lnSpc>
              <a:buFontTx/>
              <a:buNone/>
            </a:pPr>
            <a:r>
              <a:rPr lang="en-US" altLang="zh-CN" sz="2800" dirty="0">
                <a:ea typeface="SimSun" panose="02010600030101010101" pitchFamily="2" charset="-122"/>
              </a:rPr>
              <a:t>else</a:t>
            </a:r>
            <a:r>
              <a:rPr lang="en-US" altLang="zh-CN" sz="2800" i="1" dirty="0">
                <a:ea typeface="SimSun" panose="02010600030101010101" pitchFamily="2" charset="-122"/>
              </a:rPr>
              <a:t> </a:t>
            </a:r>
          </a:p>
          <a:p>
            <a:pPr lvl="1">
              <a:lnSpc>
                <a:spcPct val="90000"/>
              </a:lnSpc>
              <a:buFontTx/>
              <a:buNone/>
            </a:pPr>
            <a:r>
              <a:rPr lang="en-US" altLang="zh-CN" sz="2800" i="1" dirty="0">
                <a:ea typeface="SimSun" panose="02010600030101010101" pitchFamily="2" charset="-122"/>
              </a:rPr>
              <a:t>	</a:t>
            </a:r>
            <a:r>
              <a:rPr lang="en-US" altLang="zh-CN" sz="2800" i="1" dirty="0" err="1">
                <a:ea typeface="SimSun" panose="02010600030101010101" pitchFamily="2" charset="-122"/>
              </a:rPr>
              <a:t>i</a:t>
            </a:r>
            <a:r>
              <a:rPr lang="en-US" altLang="zh-CN" sz="2800" i="1" dirty="0">
                <a:ea typeface="SimSun" panose="02010600030101010101" pitchFamily="2" charset="-122"/>
              </a:rPr>
              <a:t> </a:t>
            </a:r>
            <a:r>
              <a:rPr lang="en-US" altLang="zh-CN" sz="2800" dirty="0">
                <a:ea typeface="SimSun" panose="02010600030101010101" pitchFamily="2" charset="-122"/>
              </a:rPr>
              <a:t>= </a:t>
            </a:r>
            <a:r>
              <a:rPr lang="en-US" altLang="zh-CN" sz="2800" i="1" dirty="0">
                <a:ea typeface="SimSun" panose="02010600030101010101" pitchFamily="2" charset="-122"/>
              </a:rPr>
              <a:t>i</a:t>
            </a:r>
            <a:r>
              <a:rPr lang="en-US" altLang="zh-CN" sz="2800" i="1" dirty="0">
                <a:ea typeface="SimSun" panose="02010600030101010101" pitchFamily="2" charset="-122"/>
                <a:sym typeface="Symbol" panose="05050102010706020507" pitchFamily="18" charset="2"/>
              </a:rPr>
              <a:t></a:t>
            </a:r>
            <a:r>
              <a:rPr lang="en-US" altLang="zh-CN" sz="2800" i="1" dirty="0">
                <a:ea typeface="SimSun" panose="02010600030101010101" pitchFamily="2" charset="-122"/>
              </a:rPr>
              <a:t>1  </a:t>
            </a:r>
            <a:r>
              <a:rPr lang="en-US" altLang="zh-CN" sz="2800" dirty="0">
                <a:solidFill>
                  <a:schemeClr val="tx1"/>
                </a:solidFill>
                <a:ea typeface="SimSun" panose="02010600030101010101" pitchFamily="2" charset="-122"/>
              </a:rPr>
              <a:t>// </a:t>
            </a:r>
            <a:r>
              <a:rPr lang="en-US" altLang="zh-CN" dirty="0">
                <a:solidFill>
                  <a:schemeClr val="tx1"/>
                </a:solidFill>
                <a:ea typeface="SimSun" panose="02010600030101010101" pitchFamily="2" charset="-122"/>
              </a:rPr>
              <a:t>Assume the </a:t>
            </a:r>
            <a:r>
              <a:rPr lang="en-US" altLang="zh-CN" i="1" dirty="0" err="1">
                <a:solidFill>
                  <a:schemeClr val="tx1"/>
                </a:solidFill>
                <a:ea typeface="SimSun" panose="02010600030101010101" pitchFamily="2" charset="-122"/>
              </a:rPr>
              <a:t>i</a:t>
            </a:r>
            <a:r>
              <a:rPr lang="en-US" altLang="zh-CN" baseline="30000" dirty="0" err="1">
                <a:solidFill>
                  <a:schemeClr val="tx1"/>
                </a:solidFill>
                <a:ea typeface="SimSun" panose="02010600030101010101" pitchFamily="2" charset="-122"/>
              </a:rPr>
              <a:t>th</a:t>
            </a:r>
            <a:r>
              <a:rPr lang="en-US" altLang="zh-CN" dirty="0">
                <a:solidFill>
                  <a:schemeClr val="tx1"/>
                </a:solidFill>
                <a:ea typeface="SimSun" panose="02010600030101010101" pitchFamily="2" charset="-122"/>
              </a:rPr>
              <a:t> item is </a:t>
            </a:r>
            <a:r>
              <a:rPr lang="en-US" altLang="zh-CN" u="sng" dirty="0">
                <a:solidFill>
                  <a:schemeClr val="tx1"/>
                </a:solidFill>
                <a:ea typeface="SimSun" panose="02010600030101010101" pitchFamily="2" charset="-122"/>
              </a:rPr>
              <a:t>not</a:t>
            </a:r>
            <a:r>
              <a:rPr lang="en-US" altLang="zh-CN" dirty="0">
                <a:solidFill>
                  <a:schemeClr val="tx1"/>
                </a:solidFill>
                <a:ea typeface="SimSun" panose="02010600030101010101" pitchFamily="2" charset="-122"/>
              </a:rPr>
              <a:t> in the knapsack</a:t>
            </a:r>
          </a:p>
          <a:p>
            <a:pPr lvl="1">
              <a:lnSpc>
                <a:spcPct val="90000"/>
              </a:lnSpc>
              <a:buFontTx/>
              <a:buNone/>
            </a:pPr>
            <a:r>
              <a:rPr lang="en-US" altLang="zh-CN" dirty="0">
                <a:solidFill>
                  <a:srgbClr val="FF0000"/>
                </a:solidFill>
                <a:ea typeface="SimSun" panose="02010600030101010101" pitchFamily="2" charset="-122"/>
              </a:rPr>
              <a:t>		            </a:t>
            </a:r>
            <a:r>
              <a:rPr lang="en-US" altLang="zh-CN" sz="2800" dirty="0">
                <a:solidFill>
                  <a:srgbClr val="FF0000"/>
                </a:solidFill>
                <a:ea typeface="SimSun" panose="02010600030101010101" pitchFamily="2" charset="-122"/>
              </a:rPr>
              <a:t>//</a:t>
            </a:r>
            <a:r>
              <a:rPr lang="en-US" altLang="zh-CN" dirty="0">
                <a:solidFill>
                  <a:srgbClr val="FF0000"/>
                </a:solidFill>
                <a:ea typeface="SimSun" panose="02010600030101010101" pitchFamily="2" charset="-122"/>
              </a:rPr>
              <a:t> Could it be in the optimally packed knapsack?</a:t>
            </a:r>
          </a:p>
        </p:txBody>
      </p:sp>
      <p:sp>
        <p:nvSpPr>
          <p:cNvPr id="36867" name="Rectangle 4">
            <a:extLst>
              <a:ext uri="{FF2B5EF4-FFF2-40B4-BE49-F238E27FC236}">
                <a16:creationId xmlns:a16="http://schemas.microsoft.com/office/drawing/2014/main" id="{4554F7FD-9566-40B6-B405-66DE310EAB75}"/>
              </a:ext>
            </a:extLst>
          </p:cNvPr>
          <p:cNvSpPr>
            <a:spLocks noGrp="1" noChangeArrowheads="1"/>
          </p:cNvSpPr>
          <p:nvPr>
            <p:ph type="title"/>
          </p:nvPr>
        </p:nvSpPr>
        <p:spPr/>
        <p:txBody>
          <a:bodyPr>
            <a:normAutofit fontScale="90000"/>
          </a:bodyPr>
          <a:lstStyle/>
          <a:p>
            <a:r>
              <a:rPr lang="en-US" altLang="zh-CN" sz="3200">
                <a:ea typeface="SimSun" panose="02010600030101010101" pitchFamily="2" charset="-122"/>
              </a:rPr>
              <a:t>How to find actual Knapsack Items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2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129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1299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212995">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1299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212995">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12995">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212995">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21299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Line 3">
            <a:extLst>
              <a:ext uri="{FF2B5EF4-FFF2-40B4-BE49-F238E27FC236}">
                <a16:creationId xmlns:a16="http://schemas.microsoft.com/office/drawing/2014/main" id="{2F85F3F8-3BED-44A1-817B-35104D32FF67}"/>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7891" name="Text Box 4">
            <a:extLst>
              <a:ext uri="{FF2B5EF4-FFF2-40B4-BE49-F238E27FC236}">
                <a16:creationId xmlns:a16="http://schemas.microsoft.com/office/drawing/2014/main" id="{3F34752F-246F-41BC-A45C-BB5E3000B463}"/>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37892" name="Group 5">
            <a:extLst>
              <a:ext uri="{FF2B5EF4-FFF2-40B4-BE49-F238E27FC236}">
                <a16:creationId xmlns:a16="http://schemas.microsoft.com/office/drawing/2014/main" id="{F16F7DE7-5BA7-4EC9-BD68-255272DCBAD9}"/>
              </a:ext>
            </a:extLst>
          </p:cNvPr>
          <p:cNvGrpSpPr>
            <a:grpSpLocks/>
          </p:cNvGrpSpPr>
          <p:nvPr/>
        </p:nvGrpSpPr>
        <p:grpSpPr bwMode="auto">
          <a:xfrm>
            <a:off x="1035050" y="1676400"/>
            <a:ext cx="5441950" cy="2743200"/>
            <a:chOff x="652" y="768"/>
            <a:chExt cx="3428" cy="1728"/>
          </a:xfrm>
        </p:grpSpPr>
        <p:sp>
          <p:nvSpPr>
            <p:cNvPr id="37916" name="Text Box 6">
              <a:extLst>
                <a:ext uri="{FF2B5EF4-FFF2-40B4-BE49-F238E27FC236}">
                  <a16:creationId xmlns:a16="http://schemas.microsoft.com/office/drawing/2014/main" id="{A7DCBD2F-55E7-4B13-8570-820455D5ACE5}"/>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17" name="Text Box 7">
              <a:extLst>
                <a:ext uri="{FF2B5EF4-FFF2-40B4-BE49-F238E27FC236}">
                  <a16:creationId xmlns:a16="http://schemas.microsoft.com/office/drawing/2014/main" id="{AD83E790-B149-452C-9564-B7C3E6E528FB}"/>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18" name="Text Box 8">
              <a:extLst>
                <a:ext uri="{FF2B5EF4-FFF2-40B4-BE49-F238E27FC236}">
                  <a16:creationId xmlns:a16="http://schemas.microsoft.com/office/drawing/2014/main" id="{BB0AE7E8-D1F9-469C-8820-A9823A7C2FDC}"/>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19" name="Text Box 9">
              <a:extLst>
                <a:ext uri="{FF2B5EF4-FFF2-40B4-BE49-F238E27FC236}">
                  <a16:creationId xmlns:a16="http://schemas.microsoft.com/office/drawing/2014/main" id="{A93F0023-B4B5-425E-9CF5-7B25782810D3}"/>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20" name="Text Box 10">
              <a:extLst>
                <a:ext uri="{FF2B5EF4-FFF2-40B4-BE49-F238E27FC236}">
                  <a16:creationId xmlns:a16="http://schemas.microsoft.com/office/drawing/2014/main" id="{D8A2D56F-4D0A-4B16-8502-BB36A0F95770}"/>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37921" name="Group 11">
              <a:extLst>
                <a:ext uri="{FF2B5EF4-FFF2-40B4-BE49-F238E27FC236}">
                  <a16:creationId xmlns:a16="http://schemas.microsoft.com/office/drawing/2014/main" id="{C84C1BCB-FA6B-4ABA-83BB-6BDBFCA31F41}"/>
                </a:ext>
              </a:extLst>
            </p:cNvPr>
            <p:cNvGrpSpPr>
              <a:grpSpLocks/>
            </p:cNvGrpSpPr>
            <p:nvPr/>
          </p:nvGrpSpPr>
          <p:grpSpPr bwMode="auto">
            <a:xfrm>
              <a:off x="652" y="768"/>
              <a:ext cx="3428" cy="1728"/>
              <a:chOff x="652" y="768"/>
              <a:chExt cx="3428" cy="1728"/>
            </a:xfrm>
          </p:grpSpPr>
          <p:sp>
            <p:nvSpPr>
              <p:cNvPr id="37922" name="Line 12">
                <a:extLst>
                  <a:ext uri="{FF2B5EF4-FFF2-40B4-BE49-F238E27FC236}">
                    <a16:creationId xmlns:a16="http://schemas.microsoft.com/office/drawing/2014/main" id="{54ECCFEA-BAB1-40F2-B9C2-316D2A9C92C8}"/>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3" name="Line 13">
                <a:extLst>
                  <a:ext uri="{FF2B5EF4-FFF2-40B4-BE49-F238E27FC236}">
                    <a16:creationId xmlns:a16="http://schemas.microsoft.com/office/drawing/2014/main" id="{9C10B4FE-0ACD-4F4F-931D-7270AA8E8B2B}"/>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4" name="Line 14">
                <a:extLst>
                  <a:ext uri="{FF2B5EF4-FFF2-40B4-BE49-F238E27FC236}">
                    <a16:creationId xmlns:a16="http://schemas.microsoft.com/office/drawing/2014/main" id="{76CDCCF3-6E2D-4FAB-B006-D0D4ED96635B}"/>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5" name="Line 15">
                <a:extLst>
                  <a:ext uri="{FF2B5EF4-FFF2-40B4-BE49-F238E27FC236}">
                    <a16:creationId xmlns:a16="http://schemas.microsoft.com/office/drawing/2014/main" id="{0A3C15C1-1872-4288-8029-243B8E4360FA}"/>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6" name="Line 16">
                <a:extLst>
                  <a:ext uri="{FF2B5EF4-FFF2-40B4-BE49-F238E27FC236}">
                    <a16:creationId xmlns:a16="http://schemas.microsoft.com/office/drawing/2014/main" id="{09567F33-3CA2-4CCD-A2BC-D2F9BDB8B4DC}"/>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7" name="Line 17">
                <a:extLst>
                  <a:ext uri="{FF2B5EF4-FFF2-40B4-BE49-F238E27FC236}">
                    <a16:creationId xmlns:a16="http://schemas.microsoft.com/office/drawing/2014/main" id="{EE88876B-9566-4F10-945E-CA6030F85AAE}"/>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8" name="Line 18">
                <a:extLst>
                  <a:ext uri="{FF2B5EF4-FFF2-40B4-BE49-F238E27FC236}">
                    <a16:creationId xmlns:a16="http://schemas.microsoft.com/office/drawing/2014/main" id="{799E496E-8A4C-40BE-A21C-9D3B5D1820E4}"/>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9" name="Text Box 19">
                <a:extLst>
                  <a:ext uri="{FF2B5EF4-FFF2-40B4-BE49-F238E27FC236}">
                    <a16:creationId xmlns:a16="http://schemas.microsoft.com/office/drawing/2014/main" id="{882A71C5-6D75-4C97-8F31-2DD6320BA602}"/>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30" name="Text Box 20">
                <a:extLst>
                  <a:ext uri="{FF2B5EF4-FFF2-40B4-BE49-F238E27FC236}">
                    <a16:creationId xmlns:a16="http://schemas.microsoft.com/office/drawing/2014/main" id="{DC06B33B-E5CA-4DA1-9257-18787104592F}"/>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31" name="Text Box 21">
                <a:extLst>
                  <a:ext uri="{FF2B5EF4-FFF2-40B4-BE49-F238E27FC236}">
                    <a16:creationId xmlns:a16="http://schemas.microsoft.com/office/drawing/2014/main" id="{70F0D1EE-C18C-4E7F-A905-4414EA98DBC4}"/>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32" name="Text Box 22">
                <a:extLst>
                  <a:ext uri="{FF2B5EF4-FFF2-40B4-BE49-F238E27FC236}">
                    <a16:creationId xmlns:a16="http://schemas.microsoft.com/office/drawing/2014/main" id="{9BF6BD6C-02D9-4975-B0F5-C7C8151B382E}"/>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33" name="Text Box 23">
                <a:extLst>
                  <a:ext uri="{FF2B5EF4-FFF2-40B4-BE49-F238E27FC236}">
                    <a16:creationId xmlns:a16="http://schemas.microsoft.com/office/drawing/2014/main" id="{6AD52AA4-ECCF-4730-9DE3-445D2FEFF9D0}"/>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34" name="Text Box 24">
                <a:extLst>
                  <a:ext uri="{FF2B5EF4-FFF2-40B4-BE49-F238E27FC236}">
                    <a16:creationId xmlns:a16="http://schemas.microsoft.com/office/drawing/2014/main" id="{622B8D3B-01E7-4106-A85F-E8749D55ED27}"/>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35" name="Line 25">
                <a:extLst>
                  <a:ext uri="{FF2B5EF4-FFF2-40B4-BE49-F238E27FC236}">
                    <a16:creationId xmlns:a16="http://schemas.microsoft.com/office/drawing/2014/main" id="{15881F1F-F34F-4CD9-B26E-5AFD8BAAE637}"/>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36" name="Line 26">
                <a:extLst>
                  <a:ext uri="{FF2B5EF4-FFF2-40B4-BE49-F238E27FC236}">
                    <a16:creationId xmlns:a16="http://schemas.microsoft.com/office/drawing/2014/main" id="{5883D555-7AF5-4733-872B-C634CA35B433}"/>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37" name="Line 27">
                <a:extLst>
                  <a:ext uri="{FF2B5EF4-FFF2-40B4-BE49-F238E27FC236}">
                    <a16:creationId xmlns:a16="http://schemas.microsoft.com/office/drawing/2014/main" id="{F865499E-0E9A-4AD9-845C-B91C69F42BB2}"/>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38" name="Line 28">
                <a:extLst>
                  <a:ext uri="{FF2B5EF4-FFF2-40B4-BE49-F238E27FC236}">
                    <a16:creationId xmlns:a16="http://schemas.microsoft.com/office/drawing/2014/main" id="{518F6854-172F-4C67-98D9-5AAFD8FC9700}"/>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39" name="Line 29">
                <a:extLst>
                  <a:ext uri="{FF2B5EF4-FFF2-40B4-BE49-F238E27FC236}">
                    <a16:creationId xmlns:a16="http://schemas.microsoft.com/office/drawing/2014/main" id="{E620A968-D658-48CC-9C30-BB00FE5892A0}"/>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40" name="Line 30">
                <a:extLst>
                  <a:ext uri="{FF2B5EF4-FFF2-40B4-BE49-F238E27FC236}">
                    <a16:creationId xmlns:a16="http://schemas.microsoft.com/office/drawing/2014/main" id="{B5FE5AC0-0ED3-4D73-B123-42749128B1C5}"/>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41" name="Text Box 31">
                <a:extLst>
                  <a:ext uri="{FF2B5EF4-FFF2-40B4-BE49-F238E27FC236}">
                    <a16:creationId xmlns:a16="http://schemas.microsoft.com/office/drawing/2014/main" id="{649F0957-EA6D-4A98-A35C-F9C201026000}"/>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42" name="Text Box 32">
                <a:extLst>
                  <a:ext uri="{FF2B5EF4-FFF2-40B4-BE49-F238E27FC236}">
                    <a16:creationId xmlns:a16="http://schemas.microsoft.com/office/drawing/2014/main" id="{AE390E9E-B20C-446E-8DFD-6215599B681D}"/>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7943" name="Text Box 33">
                <a:extLst>
                  <a:ext uri="{FF2B5EF4-FFF2-40B4-BE49-F238E27FC236}">
                    <a16:creationId xmlns:a16="http://schemas.microsoft.com/office/drawing/2014/main" id="{54BC8588-8FD3-4E0E-8C35-04554EFF0083}"/>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37944" name="Text Box 34">
                <a:extLst>
                  <a:ext uri="{FF2B5EF4-FFF2-40B4-BE49-F238E27FC236}">
                    <a16:creationId xmlns:a16="http://schemas.microsoft.com/office/drawing/2014/main" id="{FB026E83-F3D3-4A64-946D-E15535883794}"/>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7945" name="Text Box 35">
                <a:extLst>
                  <a:ext uri="{FF2B5EF4-FFF2-40B4-BE49-F238E27FC236}">
                    <a16:creationId xmlns:a16="http://schemas.microsoft.com/office/drawing/2014/main" id="{8E40F451-7FAA-41FD-A6AC-ED754526B602}"/>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7946" name="Text Box 36">
                <a:extLst>
                  <a:ext uri="{FF2B5EF4-FFF2-40B4-BE49-F238E27FC236}">
                    <a16:creationId xmlns:a16="http://schemas.microsoft.com/office/drawing/2014/main" id="{2C394CC7-AC80-48DF-B46B-BF49167A9420}"/>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7947" name="Text Box 37">
                <a:extLst>
                  <a:ext uri="{FF2B5EF4-FFF2-40B4-BE49-F238E27FC236}">
                    <a16:creationId xmlns:a16="http://schemas.microsoft.com/office/drawing/2014/main" id="{8ECB0870-D6B9-404A-8380-323AA0A3D41A}"/>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48" name="Text Box 38">
                <a:extLst>
                  <a:ext uri="{FF2B5EF4-FFF2-40B4-BE49-F238E27FC236}">
                    <a16:creationId xmlns:a16="http://schemas.microsoft.com/office/drawing/2014/main" id="{458A6BDA-FF2E-4077-A1D4-75122042DBC3}"/>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7949" name="Text Box 39">
                <a:extLst>
                  <a:ext uri="{FF2B5EF4-FFF2-40B4-BE49-F238E27FC236}">
                    <a16:creationId xmlns:a16="http://schemas.microsoft.com/office/drawing/2014/main" id="{1184B4CE-A6DA-438F-8B5E-CB4D368B9CE1}"/>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37950" name="Text Box 40">
                <a:extLst>
                  <a:ext uri="{FF2B5EF4-FFF2-40B4-BE49-F238E27FC236}">
                    <a16:creationId xmlns:a16="http://schemas.microsoft.com/office/drawing/2014/main" id="{0EE71DC1-7048-4372-9BC2-D46104B600D8}"/>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7951" name="Text Box 41">
                <a:extLst>
                  <a:ext uri="{FF2B5EF4-FFF2-40B4-BE49-F238E27FC236}">
                    <a16:creationId xmlns:a16="http://schemas.microsoft.com/office/drawing/2014/main" id="{CBE581F1-98B0-4671-9DE6-62B933A324C4}"/>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7952" name="Text Box 42">
                <a:extLst>
                  <a:ext uri="{FF2B5EF4-FFF2-40B4-BE49-F238E27FC236}">
                    <a16:creationId xmlns:a16="http://schemas.microsoft.com/office/drawing/2014/main" id="{9D58B850-71DF-45D6-BD86-C496037189A3}"/>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37893" name="Text Box 43">
            <a:extLst>
              <a:ext uri="{FF2B5EF4-FFF2-40B4-BE49-F238E27FC236}">
                <a16:creationId xmlns:a16="http://schemas.microsoft.com/office/drawing/2014/main" id="{E0841D8C-2B01-4AEC-AFA7-DDB6DF1CB737}"/>
              </a:ext>
            </a:extLst>
          </p:cNvPr>
          <p:cNvSpPr txBox="1">
            <a:spLocks noChangeArrowheads="1"/>
          </p:cNvSpPr>
          <p:nvPr/>
        </p:nvSpPr>
        <p:spPr bwMode="auto">
          <a:xfrm>
            <a:off x="6607175" y="1752600"/>
            <a:ext cx="1774825"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400" b="0">
                <a:solidFill>
                  <a:srgbClr val="FF0000"/>
                </a:solidFill>
                <a:latin typeface="Times New Roman" panose="02020603050405020304" pitchFamily="18" charset="0"/>
                <a:ea typeface="SimSun" panose="02010600030101010101" pitchFamily="2" charset="-122"/>
              </a:rPr>
              <a:t>i=4</a:t>
            </a:r>
          </a:p>
          <a:p>
            <a:pPr>
              <a:lnSpc>
                <a:spcPct val="110000"/>
              </a:lnSpc>
            </a:pPr>
            <a:r>
              <a:rPr lang="en-US" altLang="zh-CN" sz="2400" b="0">
                <a:solidFill>
                  <a:srgbClr val="FF0000"/>
                </a:solidFill>
                <a:latin typeface="Times New Roman" panose="02020603050405020304" pitchFamily="18" charset="0"/>
                <a:ea typeface="SimSun" panose="02010600030101010101" pitchFamily="2" charset="-122"/>
              </a:rPr>
              <a:t>k= 5</a:t>
            </a:r>
          </a:p>
          <a:p>
            <a:pPr>
              <a:lnSpc>
                <a:spcPct val="110000"/>
              </a:lnSpc>
            </a:pPr>
            <a:r>
              <a:rPr lang="en-US" altLang="zh-CN" sz="2400" b="0">
                <a:latin typeface="Times New Roman" panose="02020603050405020304" pitchFamily="18" charset="0"/>
                <a:ea typeface="SimSun" panose="02010600030101010101" pitchFamily="2" charset="-122"/>
              </a:rPr>
              <a:t>b</a:t>
            </a:r>
            <a:r>
              <a:rPr lang="en-US" altLang="zh-CN" sz="2400" b="0" baseline="-25000">
                <a:latin typeface="Times New Roman" panose="02020603050405020304" pitchFamily="18" charset="0"/>
                <a:ea typeface="SimSun" panose="02010600030101010101" pitchFamily="2" charset="-122"/>
              </a:rPr>
              <a:t>i</a:t>
            </a:r>
            <a:r>
              <a:rPr lang="en-US" altLang="zh-CN" sz="2400" b="0">
                <a:latin typeface="Times New Roman" panose="02020603050405020304" pitchFamily="18" charset="0"/>
                <a:ea typeface="SimSun" panose="02010600030101010101" pitchFamily="2" charset="-122"/>
              </a:rPr>
              <a:t>=6</a:t>
            </a:r>
          </a:p>
          <a:p>
            <a:pPr>
              <a:lnSpc>
                <a:spcPct val="110000"/>
              </a:lnSpc>
            </a:pPr>
            <a:r>
              <a:rPr lang="en-US" altLang="zh-CN" sz="2400" b="0">
                <a:latin typeface="Times New Roman" panose="02020603050405020304" pitchFamily="18" charset="0"/>
                <a:ea typeface="SimSun" panose="02010600030101010101" pitchFamily="2" charset="-122"/>
              </a:rPr>
              <a:t>w</a:t>
            </a:r>
            <a:r>
              <a:rPr lang="en-US" altLang="zh-CN" sz="2400" b="0" baseline="-25000">
                <a:latin typeface="Times New Roman" panose="02020603050405020304" pitchFamily="18" charset="0"/>
                <a:ea typeface="SimSun" panose="02010600030101010101" pitchFamily="2" charset="-122"/>
              </a:rPr>
              <a:t>i</a:t>
            </a:r>
            <a:r>
              <a:rPr lang="en-US" altLang="zh-CN" sz="2400" b="0">
                <a:latin typeface="Times New Roman" panose="02020603050405020304" pitchFamily="18" charset="0"/>
                <a:ea typeface="SimSun" panose="02010600030101010101" pitchFamily="2" charset="-122"/>
              </a:rPr>
              <a:t>=5</a:t>
            </a:r>
          </a:p>
          <a:p>
            <a:pPr>
              <a:lnSpc>
                <a:spcPct val="110000"/>
              </a:lnSpc>
            </a:pPr>
            <a:r>
              <a:rPr kumimoji="1" lang="en-US" altLang="zh-CN" sz="2400" b="0" i="1">
                <a:latin typeface="Times New Roman" panose="02020603050405020304" pitchFamily="18" charset="0"/>
                <a:ea typeface="SimSun" panose="02010600030101010101" pitchFamily="2" charset="-122"/>
              </a:rPr>
              <a:t>V[i,k</a:t>
            </a:r>
            <a:r>
              <a:rPr kumimoji="1" lang="en-US" altLang="zh-CN" sz="2400" b="0">
                <a:latin typeface="Times New Roman" panose="02020603050405020304" pitchFamily="18" charset="0"/>
                <a:ea typeface="SimSun" panose="02010600030101010101" pitchFamily="2" charset="-122"/>
              </a:rPr>
              <a:t>] </a:t>
            </a:r>
            <a:r>
              <a:rPr lang="en-US" altLang="zh-CN" sz="2400" b="0">
                <a:latin typeface="Times New Roman" panose="02020603050405020304" pitchFamily="18" charset="0"/>
                <a:ea typeface="SimSun" panose="02010600030101010101" pitchFamily="2" charset="-122"/>
              </a:rPr>
              <a:t>=</a:t>
            </a:r>
            <a:r>
              <a:rPr kumimoji="1" lang="en-US" altLang="zh-CN" sz="2400" b="0">
                <a:latin typeface="Times New Roman" panose="02020603050405020304" pitchFamily="18" charset="0"/>
                <a:ea typeface="SimSun" panose="02010600030101010101" pitchFamily="2" charset="-122"/>
                <a:sym typeface="Symbol" panose="05050102010706020507" pitchFamily="18" charset="2"/>
              </a:rPr>
              <a:t> 7</a:t>
            </a:r>
          </a:p>
          <a:p>
            <a:pPr>
              <a:lnSpc>
                <a:spcPct val="110000"/>
              </a:lnSpc>
            </a:pPr>
            <a:r>
              <a:rPr kumimoji="1" lang="en-US" altLang="zh-CN" sz="2400" b="0" i="1">
                <a:latin typeface="Times New Roman" panose="02020603050405020304" pitchFamily="18" charset="0"/>
                <a:ea typeface="SimSun" panose="02010600030101010101" pitchFamily="2" charset="-122"/>
              </a:rPr>
              <a:t>V[i</a:t>
            </a:r>
            <a:r>
              <a:rPr kumimoji="1" lang="en-US" altLang="zh-CN" sz="24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2400" b="0" i="1">
                <a:latin typeface="Times New Roman" panose="02020603050405020304" pitchFamily="18" charset="0"/>
                <a:ea typeface="SimSun" panose="02010600030101010101" pitchFamily="2" charset="-122"/>
              </a:rPr>
              <a:t>1,k</a:t>
            </a:r>
            <a:r>
              <a:rPr kumimoji="1" lang="en-US" altLang="zh-CN" sz="2400" b="0">
                <a:latin typeface="Times New Roman" panose="02020603050405020304" pitchFamily="18" charset="0"/>
                <a:ea typeface="SimSun" panose="02010600030101010101" pitchFamily="2" charset="-122"/>
              </a:rPr>
              <a:t>] </a:t>
            </a:r>
            <a:r>
              <a:rPr lang="en-US" altLang="zh-CN" sz="2400" b="0">
                <a:latin typeface="Times New Roman" panose="02020603050405020304" pitchFamily="18" charset="0"/>
                <a:ea typeface="SimSun" panose="02010600030101010101" pitchFamily="2" charset="-122"/>
              </a:rPr>
              <a:t>=7</a:t>
            </a:r>
          </a:p>
        </p:txBody>
      </p:sp>
      <p:sp>
        <p:nvSpPr>
          <p:cNvPr id="37894" name="Text Box 44">
            <a:extLst>
              <a:ext uri="{FF2B5EF4-FFF2-40B4-BE49-F238E27FC236}">
                <a16:creationId xmlns:a16="http://schemas.microsoft.com/office/drawing/2014/main" id="{31797C56-0AAF-476F-A9C4-8E0D53ABD2DA}"/>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7895" name="Text Box 45">
            <a:extLst>
              <a:ext uri="{FF2B5EF4-FFF2-40B4-BE49-F238E27FC236}">
                <a16:creationId xmlns:a16="http://schemas.microsoft.com/office/drawing/2014/main" id="{92C7B813-3590-4CC5-B9D0-E3E5258A8853}"/>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7896" name="Text Box 46">
            <a:extLst>
              <a:ext uri="{FF2B5EF4-FFF2-40B4-BE49-F238E27FC236}">
                <a16:creationId xmlns:a16="http://schemas.microsoft.com/office/drawing/2014/main" id="{1F678CEF-3173-4E41-974D-B409155625B2}"/>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7897" name="Text Box 47">
            <a:extLst>
              <a:ext uri="{FF2B5EF4-FFF2-40B4-BE49-F238E27FC236}">
                <a16:creationId xmlns:a16="http://schemas.microsoft.com/office/drawing/2014/main" id="{20A61179-CF1E-412B-8BD8-9FCDC1A60ADF}"/>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7898" name="Text Box 48">
            <a:extLst>
              <a:ext uri="{FF2B5EF4-FFF2-40B4-BE49-F238E27FC236}">
                <a16:creationId xmlns:a16="http://schemas.microsoft.com/office/drawing/2014/main" id="{C6A3314E-5A0B-4D8D-B05F-9825759A6520}"/>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899" name="Text Box 49">
            <a:extLst>
              <a:ext uri="{FF2B5EF4-FFF2-40B4-BE49-F238E27FC236}">
                <a16:creationId xmlns:a16="http://schemas.microsoft.com/office/drawing/2014/main" id="{F1B98A09-C261-4C8A-BEAE-B17A005E2BF8}"/>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7900" name="Text Box 50">
            <a:extLst>
              <a:ext uri="{FF2B5EF4-FFF2-40B4-BE49-F238E27FC236}">
                <a16:creationId xmlns:a16="http://schemas.microsoft.com/office/drawing/2014/main" id="{001AE15A-7FAD-4E9D-AE75-ECAD7B50F8D3}"/>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7901" name="Text Box 51">
            <a:extLst>
              <a:ext uri="{FF2B5EF4-FFF2-40B4-BE49-F238E27FC236}">
                <a16:creationId xmlns:a16="http://schemas.microsoft.com/office/drawing/2014/main" id="{412AF4D0-6297-4414-A3F3-E995D7EF9240}"/>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7902" name="Text Box 52">
            <a:extLst>
              <a:ext uri="{FF2B5EF4-FFF2-40B4-BE49-F238E27FC236}">
                <a16:creationId xmlns:a16="http://schemas.microsoft.com/office/drawing/2014/main" id="{D3A4C7F9-F334-4F9E-B2AF-71AAD3AD9EC2}"/>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37903" name="Text Box 53">
            <a:extLst>
              <a:ext uri="{FF2B5EF4-FFF2-40B4-BE49-F238E27FC236}">
                <a16:creationId xmlns:a16="http://schemas.microsoft.com/office/drawing/2014/main" id="{B9C8C69F-E4D1-42D9-B573-D2CD199D4B82}"/>
              </a:ext>
            </a:extLst>
          </p:cNvPr>
          <p:cNvSpPr txBox="1">
            <a:spLocks noChangeArrowheads="1"/>
          </p:cNvSpPr>
          <p:nvPr/>
        </p:nvSpPr>
        <p:spPr bwMode="auto">
          <a:xfrm>
            <a:off x="25146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04" name="Text Box 54">
            <a:extLst>
              <a:ext uri="{FF2B5EF4-FFF2-40B4-BE49-F238E27FC236}">
                <a16:creationId xmlns:a16="http://schemas.microsoft.com/office/drawing/2014/main" id="{EF6C5B39-7D9A-4622-9280-83C4CE38550C}"/>
              </a:ext>
            </a:extLst>
          </p:cNvPr>
          <p:cNvSpPr txBox="1">
            <a:spLocks noChangeArrowheads="1"/>
          </p:cNvSpPr>
          <p:nvPr/>
        </p:nvSpPr>
        <p:spPr bwMode="auto">
          <a:xfrm>
            <a:off x="33528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7905" name="Text Box 55">
            <a:extLst>
              <a:ext uri="{FF2B5EF4-FFF2-40B4-BE49-F238E27FC236}">
                <a16:creationId xmlns:a16="http://schemas.microsoft.com/office/drawing/2014/main" id="{C1F4DB80-4081-4CC7-AFA3-9396D07A40A6}"/>
              </a:ext>
            </a:extLst>
          </p:cNvPr>
          <p:cNvSpPr txBox="1">
            <a:spLocks noChangeArrowheads="1"/>
          </p:cNvSpPr>
          <p:nvPr/>
        </p:nvSpPr>
        <p:spPr bwMode="auto">
          <a:xfrm>
            <a:off x="41910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7906" name="Text Box 56">
            <a:extLst>
              <a:ext uri="{FF2B5EF4-FFF2-40B4-BE49-F238E27FC236}">
                <a16:creationId xmlns:a16="http://schemas.microsoft.com/office/drawing/2014/main" id="{4C054FB7-08B1-4480-A4A2-27051A2214BB}"/>
              </a:ext>
            </a:extLst>
          </p:cNvPr>
          <p:cNvSpPr txBox="1">
            <a:spLocks noChangeArrowheads="1"/>
          </p:cNvSpPr>
          <p:nvPr/>
        </p:nvSpPr>
        <p:spPr bwMode="auto">
          <a:xfrm>
            <a:off x="1752600" y="4556125"/>
            <a:ext cx="6934200"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buClr>
                <a:schemeClr val="accent1"/>
              </a:buClr>
              <a:buSzPct val="70000"/>
              <a:buFont typeface="Monotype Sorts" pitchFamily="80" charset="2"/>
              <a:buNone/>
            </a:pPr>
            <a:r>
              <a:rPr kumimoji="1" lang="en-US" altLang="zh-CN" sz="2000" b="0">
                <a:solidFill>
                  <a:srgbClr val="FF0000"/>
                </a:solidFill>
                <a:latin typeface="Times New Roman" panose="02020603050405020304" pitchFamily="18" charset="0"/>
                <a:ea typeface="SimSun" panose="02010600030101010101" pitchFamily="2" charset="-122"/>
              </a:rPr>
              <a:t>i=n, k=W</a:t>
            </a:r>
          </a:p>
          <a:p>
            <a:pPr>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while i,k &gt; 0</a:t>
            </a:r>
          </a:p>
          <a:p>
            <a:pPr lvl="1">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if </a:t>
            </a:r>
            <a:r>
              <a:rPr kumimoji="1" lang="en-US" altLang="zh-CN" sz="2000" b="0" i="1">
                <a:latin typeface="Times New Roman" panose="02020603050405020304" pitchFamily="18" charset="0"/>
                <a:ea typeface="SimSun" panose="02010600030101010101" pitchFamily="2" charset="-122"/>
              </a:rPr>
              <a:t>V[i,k</a:t>
            </a:r>
            <a:r>
              <a:rPr kumimoji="1" lang="en-US" altLang="zh-CN" sz="2000" b="0">
                <a:latin typeface="Times New Roman" panose="02020603050405020304" pitchFamily="18" charset="0"/>
                <a:ea typeface="SimSun" panose="02010600030101010101" pitchFamily="2" charset="-122"/>
              </a:rPr>
              <a:t>] </a:t>
            </a:r>
            <a:r>
              <a:rPr kumimoji="1" lang="en-US" altLang="zh-CN" sz="2000" b="0">
                <a:latin typeface="Times New Roman" panose="02020603050405020304" pitchFamily="18" charset="0"/>
                <a:ea typeface="SimSun" panose="02010600030101010101" pitchFamily="2" charset="-122"/>
                <a:sym typeface="Symbol" panose="05050102010706020507" pitchFamily="18" charset="2"/>
              </a:rPr>
              <a:t> </a:t>
            </a:r>
            <a:r>
              <a:rPr kumimoji="1" lang="en-US" altLang="zh-CN" sz="2000" b="0" i="1">
                <a:latin typeface="Times New Roman" panose="02020603050405020304" pitchFamily="18" charset="0"/>
                <a:ea typeface="SimSun" panose="02010600030101010101" pitchFamily="2" charset="-122"/>
              </a:rPr>
              <a:t>V[i</a:t>
            </a:r>
            <a:r>
              <a:rPr kumimoji="1" lang="en-US" altLang="zh-CN" sz="20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2000" b="0" i="1">
                <a:latin typeface="Times New Roman" panose="02020603050405020304" pitchFamily="18" charset="0"/>
                <a:ea typeface="SimSun" panose="02010600030101010101" pitchFamily="2" charset="-122"/>
              </a:rPr>
              <a:t>1,k</a:t>
            </a:r>
            <a:r>
              <a:rPr kumimoji="1" lang="en-US" altLang="zh-CN" sz="2000" b="0">
                <a:latin typeface="Times New Roman" panose="02020603050405020304" pitchFamily="18" charset="0"/>
                <a:ea typeface="SimSun" panose="02010600030101010101" pitchFamily="2" charset="-122"/>
              </a:rPr>
              <a:t>] then </a:t>
            </a:r>
          </a:p>
          <a:p>
            <a:pPr lvl="1">
              <a:lnSpc>
                <a:spcPct val="90000"/>
              </a:lnSpc>
              <a:spcBef>
                <a:spcPct val="20000"/>
              </a:spcBef>
              <a:buClr>
                <a:schemeClr val="accent1"/>
              </a:buClr>
              <a:buSzPct val="70000"/>
              <a:buFont typeface="Monotype Sorts" pitchFamily="80" charset="2"/>
              <a:buNone/>
            </a:pPr>
            <a:r>
              <a:rPr kumimoji="1" lang="en-US" altLang="zh-CN" sz="1800" b="0">
                <a:solidFill>
                  <a:schemeClr val="accent1"/>
                </a:solidFill>
                <a:latin typeface="Times New Roman" panose="02020603050405020304" pitchFamily="18" charset="0"/>
                <a:ea typeface="SimSun" panose="02010600030101010101" pitchFamily="2" charset="-122"/>
              </a:rPr>
              <a:t>	</a:t>
            </a:r>
            <a:r>
              <a:rPr kumimoji="1" lang="en-US" altLang="zh-CN" sz="1800" b="0">
                <a:latin typeface="Times New Roman" panose="02020603050405020304" pitchFamily="18" charset="0"/>
                <a:ea typeface="SimSun" panose="02010600030101010101" pitchFamily="2" charset="-122"/>
              </a:rPr>
              <a:t>mark the </a:t>
            </a:r>
            <a:r>
              <a:rPr kumimoji="1" lang="en-US" altLang="zh-CN" sz="1800" b="0" i="1">
                <a:latin typeface="Times New Roman" panose="02020603050405020304" pitchFamily="18" charset="0"/>
                <a:ea typeface="SimSun" panose="02010600030101010101" pitchFamily="2" charset="-122"/>
              </a:rPr>
              <a:t>i</a:t>
            </a:r>
            <a:r>
              <a:rPr kumimoji="1" lang="en-US" altLang="zh-CN" sz="1800" b="0" baseline="30000">
                <a:latin typeface="Times New Roman" panose="02020603050405020304" pitchFamily="18" charset="0"/>
                <a:ea typeface="SimSun" panose="02010600030101010101" pitchFamily="2" charset="-122"/>
              </a:rPr>
              <a:t>th</a:t>
            </a:r>
            <a:r>
              <a:rPr kumimoji="1" lang="en-US" altLang="zh-CN" sz="1800" b="0">
                <a:latin typeface="Times New Roman" panose="02020603050405020304" pitchFamily="18" charset="0"/>
                <a:ea typeface="SimSun" panose="02010600030101010101" pitchFamily="2" charset="-122"/>
              </a:rPr>
              <a:t> item as in the knapsack</a:t>
            </a:r>
          </a:p>
          <a:p>
            <a:pPr lvl="1">
              <a:lnSpc>
                <a:spcPct val="90000"/>
              </a:lnSpc>
              <a:spcBef>
                <a:spcPct val="20000"/>
              </a:spcBef>
              <a:buClr>
                <a:schemeClr val="accent1"/>
              </a:buClr>
              <a:buSzPct val="70000"/>
              <a:buFont typeface="Monotype Sorts" pitchFamily="80" charset="2"/>
              <a:buNone/>
            </a:pP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i </a:t>
            </a: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i</a:t>
            </a:r>
            <a:r>
              <a:rPr kumimoji="1" lang="en-US" altLang="zh-CN" sz="18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b="0" i="1">
                <a:latin typeface="Times New Roman" panose="02020603050405020304" pitchFamily="18" charset="0"/>
                <a:ea typeface="SimSun" panose="02010600030101010101" pitchFamily="2" charset="-122"/>
              </a:rPr>
              <a:t>1</a:t>
            </a: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k</a:t>
            </a:r>
            <a:r>
              <a:rPr kumimoji="1" lang="en-US" altLang="zh-CN" sz="1800" b="0">
                <a:latin typeface="Times New Roman" panose="02020603050405020304" pitchFamily="18" charset="0"/>
                <a:ea typeface="SimSun" panose="02010600030101010101" pitchFamily="2" charset="-122"/>
              </a:rPr>
              <a:t> = </a:t>
            </a:r>
            <a:r>
              <a:rPr kumimoji="1" lang="en-US" altLang="zh-CN" sz="1800" b="0" i="1">
                <a:latin typeface="Times New Roman" panose="02020603050405020304" pitchFamily="18" charset="0"/>
                <a:ea typeface="SimSun" panose="02010600030101010101" pitchFamily="2" charset="-122"/>
              </a:rPr>
              <a:t>k-w</a:t>
            </a:r>
            <a:r>
              <a:rPr kumimoji="1" lang="en-US" altLang="zh-CN" sz="1800" b="0" i="1" baseline="-25000">
                <a:latin typeface="Times New Roman" panose="02020603050405020304" pitchFamily="18" charset="0"/>
                <a:ea typeface="SimSun" panose="02010600030101010101" pitchFamily="2" charset="-122"/>
              </a:rPr>
              <a:t>i</a:t>
            </a:r>
            <a:endParaRPr kumimoji="1" lang="en-US" altLang="zh-CN" sz="2000" b="0">
              <a:latin typeface="Times New Roman" panose="02020603050405020304" pitchFamily="18" charset="0"/>
              <a:ea typeface="SimSun" panose="02010600030101010101" pitchFamily="2" charset="-122"/>
            </a:endParaRPr>
          </a:p>
          <a:p>
            <a:pPr lvl="1">
              <a:lnSpc>
                <a:spcPct val="90000"/>
              </a:lnSpc>
              <a:spcBef>
                <a:spcPct val="20000"/>
              </a:spcBef>
            </a:pPr>
            <a:r>
              <a:rPr kumimoji="1" lang="en-US" altLang="zh-CN" sz="1800" b="0">
                <a:latin typeface="Times New Roman" panose="02020603050405020304" pitchFamily="18" charset="0"/>
                <a:ea typeface="SimSun" panose="02010600030101010101" pitchFamily="2" charset="-122"/>
              </a:rPr>
              <a:t>else</a:t>
            </a:r>
            <a:r>
              <a:rPr kumimoji="1" lang="en-US" altLang="zh-CN" sz="1800" b="0" i="1">
                <a:latin typeface="Times New Roman" panose="02020603050405020304" pitchFamily="18" charset="0"/>
                <a:ea typeface="SimSun" panose="02010600030101010101" pitchFamily="2" charset="-122"/>
              </a:rPr>
              <a:t> </a:t>
            </a:r>
          </a:p>
          <a:p>
            <a:pPr lvl="1">
              <a:lnSpc>
                <a:spcPct val="90000"/>
              </a:lnSpc>
              <a:spcBef>
                <a:spcPct val="20000"/>
              </a:spcBef>
            </a:pPr>
            <a:r>
              <a:rPr kumimoji="1" lang="en-US" altLang="zh-CN" sz="1800" b="0" i="1">
                <a:latin typeface="Times New Roman" panose="02020603050405020304" pitchFamily="18" charset="0"/>
                <a:ea typeface="SimSun" panose="02010600030101010101" pitchFamily="2" charset="-122"/>
              </a:rPr>
              <a:t>	i </a:t>
            </a: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i</a:t>
            </a:r>
            <a:r>
              <a:rPr kumimoji="1" lang="en-US" altLang="zh-CN" sz="18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b="0" i="1">
                <a:latin typeface="Times New Roman" panose="02020603050405020304" pitchFamily="18" charset="0"/>
                <a:ea typeface="SimSun" panose="02010600030101010101" pitchFamily="2" charset="-122"/>
              </a:rPr>
              <a:t>1</a:t>
            </a:r>
            <a:endParaRPr kumimoji="1" lang="en-US" altLang="zh-CN" sz="1800" b="0" i="1" baseline="-25000">
              <a:latin typeface="Times New Roman" panose="02020603050405020304" pitchFamily="18" charset="0"/>
              <a:ea typeface="SimSun" panose="02010600030101010101" pitchFamily="2" charset="-122"/>
            </a:endParaRPr>
          </a:p>
        </p:txBody>
      </p:sp>
      <p:sp>
        <p:nvSpPr>
          <p:cNvPr id="37907" name="Text Box 57">
            <a:extLst>
              <a:ext uri="{FF2B5EF4-FFF2-40B4-BE49-F238E27FC236}">
                <a16:creationId xmlns:a16="http://schemas.microsoft.com/office/drawing/2014/main" id="{D385752B-3148-4C01-80E8-7E0C4535912E}"/>
              </a:ext>
            </a:extLst>
          </p:cNvPr>
          <p:cNvSpPr txBox="1">
            <a:spLocks noChangeArrowheads="1"/>
          </p:cNvSpPr>
          <p:nvPr/>
        </p:nvSpPr>
        <p:spPr bwMode="auto">
          <a:xfrm>
            <a:off x="50292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7908" name="Text Box 60">
            <a:extLst>
              <a:ext uri="{FF2B5EF4-FFF2-40B4-BE49-F238E27FC236}">
                <a16:creationId xmlns:a16="http://schemas.microsoft.com/office/drawing/2014/main" id="{29B1C2A0-5E41-4D67-B1B3-9E0C710CA2E0}"/>
              </a:ext>
            </a:extLst>
          </p:cNvPr>
          <p:cNvSpPr txBox="1">
            <a:spLocks noChangeArrowheads="1"/>
          </p:cNvSpPr>
          <p:nvPr/>
        </p:nvSpPr>
        <p:spPr bwMode="auto">
          <a:xfrm>
            <a:off x="58674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37909" name="Text Box 61">
            <a:extLst>
              <a:ext uri="{FF2B5EF4-FFF2-40B4-BE49-F238E27FC236}">
                <a16:creationId xmlns:a16="http://schemas.microsoft.com/office/drawing/2014/main" id="{7F0F19D2-2F6A-4C53-B692-4C3374F43885}"/>
              </a:ext>
            </a:extLst>
          </p:cNvPr>
          <p:cNvSpPr txBox="1">
            <a:spLocks noChangeArrowheads="1"/>
          </p:cNvSpPr>
          <p:nvPr/>
        </p:nvSpPr>
        <p:spPr bwMode="auto">
          <a:xfrm>
            <a:off x="25146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7910" name="Text Box 62">
            <a:extLst>
              <a:ext uri="{FF2B5EF4-FFF2-40B4-BE49-F238E27FC236}">
                <a16:creationId xmlns:a16="http://schemas.microsoft.com/office/drawing/2014/main" id="{D29551E2-C9BD-4DAA-925A-0D30C8E47009}"/>
              </a:ext>
            </a:extLst>
          </p:cNvPr>
          <p:cNvSpPr txBox="1">
            <a:spLocks noChangeArrowheads="1"/>
          </p:cNvSpPr>
          <p:nvPr/>
        </p:nvSpPr>
        <p:spPr bwMode="auto">
          <a:xfrm>
            <a:off x="33528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7911" name="Text Box 63">
            <a:extLst>
              <a:ext uri="{FF2B5EF4-FFF2-40B4-BE49-F238E27FC236}">
                <a16:creationId xmlns:a16="http://schemas.microsoft.com/office/drawing/2014/main" id="{E4048E8F-0A50-4764-BCC4-862616CF5948}"/>
              </a:ext>
            </a:extLst>
          </p:cNvPr>
          <p:cNvSpPr txBox="1">
            <a:spLocks noChangeArrowheads="1"/>
          </p:cNvSpPr>
          <p:nvPr/>
        </p:nvSpPr>
        <p:spPr bwMode="auto">
          <a:xfrm>
            <a:off x="41910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7912" name="Text Box 64">
            <a:extLst>
              <a:ext uri="{FF2B5EF4-FFF2-40B4-BE49-F238E27FC236}">
                <a16:creationId xmlns:a16="http://schemas.microsoft.com/office/drawing/2014/main" id="{87C15A39-8E24-4C22-B387-5883E2B012C5}"/>
              </a:ext>
            </a:extLst>
          </p:cNvPr>
          <p:cNvSpPr txBox="1">
            <a:spLocks noChangeArrowheads="1"/>
          </p:cNvSpPr>
          <p:nvPr/>
        </p:nvSpPr>
        <p:spPr bwMode="auto">
          <a:xfrm>
            <a:off x="50292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7913" name="Rectangle 65">
            <a:extLst>
              <a:ext uri="{FF2B5EF4-FFF2-40B4-BE49-F238E27FC236}">
                <a16:creationId xmlns:a16="http://schemas.microsoft.com/office/drawing/2014/main" id="{6EE00203-1033-4EE8-A55C-F16C30D6A81B}"/>
              </a:ext>
            </a:extLst>
          </p:cNvPr>
          <p:cNvSpPr>
            <a:spLocks noChangeArrowheads="1"/>
          </p:cNvSpPr>
          <p:nvPr/>
        </p:nvSpPr>
        <p:spPr bwMode="auto">
          <a:xfrm>
            <a:off x="7239000" y="609600"/>
            <a:ext cx="1676400" cy="1752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37914" name="Text Box 66">
            <a:extLst>
              <a:ext uri="{FF2B5EF4-FFF2-40B4-BE49-F238E27FC236}">
                <a16:creationId xmlns:a16="http://schemas.microsoft.com/office/drawing/2014/main" id="{FC3BBF47-67A9-4623-B890-A8C4D370FC99}"/>
              </a:ext>
            </a:extLst>
          </p:cNvPr>
          <p:cNvSpPr txBox="1">
            <a:spLocks noChangeArrowheads="1"/>
          </p:cNvSpPr>
          <p:nvPr/>
        </p:nvSpPr>
        <p:spPr bwMode="auto">
          <a:xfrm>
            <a:off x="58674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37915" name="Rectangle 67">
            <a:extLst>
              <a:ext uri="{FF2B5EF4-FFF2-40B4-BE49-F238E27FC236}">
                <a16:creationId xmlns:a16="http://schemas.microsoft.com/office/drawing/2014/main" id="{02143E54-8CE1-452C-832F-9E35FC0F150A}"/>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Finding the Items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Line 3">
            <a:extLst>
              <a:ext uri="{FF2B5EF4-FFF2-40B4-BE49-F238E27FC236}">
                <a16:creationId xmlns:a16="http://schemas.microsoft.com/office/drawing/2014/main" id="{D1F49ADF-1F10-43AC-AC1D-D668C3E55745}"/>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8915" name="Text Box 4">
            <a:extLst>
              <a:ext uri="{FF2B5EF4-FFF2-40B4-BE49-F238E27FC236}">
                <a16:creationId xmlns:a16="http://schemas.microsoft.com/office/drawing/2014/main" id="{C540406F-FDD1-4A98-A54C-FE6D25433422}"/>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38916" name="Group 5">
            <a:extLst>
              <a:ext uri="{FF2B5EF4-FFF2-40B4-BE49-F238E27FC236}">
                <a16:creationId xmlns:a16="http://schemas.microsoft.com/office/drawing/2014/main" id="{16D1AF23-C8BC-4C2E-A5EB-DACC4467F38C}"/>
              </a:ext>
            </a:extLst>
          </p:cNvPr>
          <p:cNvGrpSpPr>
            <a:grpSpLocks/>
          </p:cNvGrpSpPr>
          <p:nvPr/>
        </p:nvGrpSpPr>
        <p:grpSpPr bwMode="auto">
          <a:xfrm>
            <a:off x="1035050" y="1676400"/>
            <a:ext cx="5441950" cy="2743200"/>
            <a:chOff x="652" y="768"/>
            <a:chExt cx="3428" cy="1728"/>
          </a:xfrm>
        </p:grpSpPr>
        <p:sp>
          <p:nvSpPr>
            <p:cNvPr id="38942" name="Text Box 6">
              <a:extLst>
                <a:ext uri="{FF2B5EF4-FFF2-40B4-BE49-F238E27FC236}">
                  <a16:creationId xmlns:a16="http://schemas.microsoft.com/office/drawing/2014/main" id="{69EBA463-7385-4D38-AEAE-4F3F4FAA4C14}"/>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43" name="Text Box 7">
              <a:extLst>
                <a:ext uri="{FF2B5EF4-FFF2-40B4-BE49-F238E27FC236}">
                  <a16:creationId xmlns:a16="http://schemas.microsoft.com/office/drawing/2014/main" id="{0C374DC0-3DCD-4663-96B6-9F995C1BD09C}"/>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44" name="Text Box 8">
              <a:extLst>
                <a:ext uri="{FF2B5EF4-FFF2-40B4-BE49-F238E27FC236}">
                  <a16:creationId xmlns:a16="http://schemas.microsoft.com/office/drawing/2014/main" id="{63AD40DD-D3B4-441F-A88A-090684A4FFF8}"/>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45" name="Text Box 9">
              <a:extLst>
                <a:ext uri="{FF2B5EF4-FFF2-40B4-BE49-F238E27FC236}">
                  <a16:creationId xmlns:a16="http://schemas.microsoft.com/office/drawing/2014/main" id="{A8B2EA47-61FC-4051-A638-8C3650F3BF69}"/>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46" name="Text Box 10">
              <a:extLst>
                <a:ext uri="{FF2B5EF4-FFF2-40B4-BE49-F238E27FC236}">
                  <a16:creationId xmlns:a16="http://schemas.microsoft.com/office/drawing/2014/main" id="{62502EDA-47ED-4692-8B6C-4EEE4626D988}"/>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38947" name="Group 11">
              <a:extLst>
                <a:ext uri="{FF2B5EF4-FFF2-40B4-BE49-F238E27FC236}">
                  <a16:creationId xmlns:a16="http://schemas.microsoft.com/office/drawing/2014/main" id="{7F70021D-51A2-4443-9E04-85D0B81B4666}"/>
                </a:ext>
              </a:extLst>
            </p:cNvPr>
            <p:cNvGrpSpPr>
              <a:grpSpLocks/>
            </p:cNvGrpSpPr>
            <p:nvPr/>
          </p:nvGrpSpPr>
          <p:grpSpPr bwMode="auto">
            <a:xfrm>
              <a:off x="652" y="768"/>
              <a:ext cx="3428" cy="1728"/>
              <a:chOff x="652" y="768"/>
              <a:chExt cx="3428" cy="1728"/>
            </a:xfrm>
          </p:grpSpPr>
          <p:sp>
            <p:nvSpPr>
              <p:cNvPr id="38948" name="Line 12">
                <a:extLst>
                  <a:ext uri="{FF2B5EF4-FFF2-40B4-BE49-F238E27FC236}">
                    <a16:creationId xmlns:a16="http://schemas.microsoft.com/office/drawing/2014/main" id="{2F732419-E737-4E99-A5BA-71136A5E989B}"/>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49" name="Line 13">
                <a:extLst>
                  <a:ext uri="{FF2B5EF4-FFF2-40B4-BE49-F238E27FC236}">
                    <a16:creationId xmlns:a16="http://schemas.microsoft.com/office/drawing/2014/main" id="{E2067E2C-A70E-4411-A709-51C74363D1DE}"/>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50" name="Line 14">
                <a:extLst>
                  <a:ext uri="{FF2B5EF4-FFF2-40B4-BE49-F238E27FC236}">
                    <a16:creationId xmlns:a16="http://schemas.microsoft.com/office/drawing/2014/main" id="{9833431E-3E94-4AF9-BC69-F44B35FAB75B}"/>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51" name="Line 15">
                <a:extLst>
                  <a:ext uri="{FF2B5EF4-FFF2-40B4-BE49-F238E27FC236}">
                    <a16:creationId xmlns:a16="http://schemas.microsoft.com/office/drawing/2014/main" id="{51480D57-C168-4B33-A01B-335FBBD3B955}"/>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52" name="Line 16">
                <a:extLst>
                  <a:ext uri="{FF2B5EF4-FFF2-40B4-BE49-F238E27FC236}">
                    <a16:creationId xmlns:a16="http://schemas.microsoft.com/office/drawing/2014/main" id="{33178046-F7A2-46FF-8C80-227ED047F9BD}"/>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53" name="Line 17">
                <a:extLst>
                  <a:ext uri="{FF2B5EF4-FFF2-40B4-BE49-F238E27FC236}">
                    <a16:creationId xmlns:a16="http://schemas.microsoft.com/office/drawing/2014/main" id="{1B3216B1-FE8C-4BBB-AD29-2515D40A3240}"/>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54" name="Line 18">
                <a:extLst>
                  <a:ext uri="{FF2B5EF4-FFF2-40B4-BE49-F238E27FC236}">
                    <a16:creationId xmlns:a16="http://schemas.microsoft.com/office/drawing/2014/main" id="{EE3AD005-67DC-4C98-AB31-3231CD2F8082}"/>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55" name="Text Box 19">
                <a:extLst>
                  <a:ext uri="{FF2B5EF4-FFF2-40B4-BE49-F238E27FC236}">
                    <a16:creationId xmlns:a16="http://schemas.microsoft.com/office/drawing/2014/main" id="{BF5367FD-1721-4EC3-964E-1B82E4290051}"/>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56" name="Text Box 20">
                <a:extLst>
                  <a:ext uri="{FF2B5EF4-FFF2-40B4-BE49-F238E27FC236}">
                    <a16:creationId xmlns:a16="http://schemas.microsoft.com/office/drawing/2014/main" id="{1FC654A0-A061-4F8F-B507-CD643B5BA15D}"/>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57" name="Text Box 21">
                <a:extLst>
                  <a:ext uri="{FF2B5EF4-FFF2-40B4-BE49-F238E27FC236}">
                    <a16:creationId xmlns:a16="http://schemas.microsoft.com/office/drawing/2014/main" id="{63CF7CDA-53A7-4F6E-89C8-6B6C812B9D5A}"/>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58" name="Text Box 22">
                <a:extLst>
                  <a:ext uri="{FF2B5EF4-FFF2-40B4-BE49-F238E27FC236}">
                    <a16:creationId xmlns:a16="http://schemas.microsoft.com/office/drawing/2014/main" id="{BBA8E899-0D71-43AA-A8B8-9F7F45C80A33}"/>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59" name="Text Box 23">
                <a:extLst>
                  <a:ext uri="{FF2B5EF4-FFF2-40B4-BE49-F238E27FC236}">
                    <a16:creationId xmlns:a16="http://schemas.microsoft.com/office/drawing/2014/main" id="{F3CC208A-84AE-4470-A3F8-CB48136E5BED}"/>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60" name="Text Box 24">
                <a:extLst>
                  <a:ext uri="{FF2B5EF4-FFF2-40B4-BE49-F238E27FC236}">
                    <a16:creationId xmlns:a16="http://schemas.microsoft.com/office/drawing/2014/main" id="{9A53D01B-385B-4312-AA4C-845D017F0621}"/>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61" name="Line 25">
                <a:extLst>
                  <a:ext uri="{FF2B5EF4-FFF2-40B4-BE49-F238E27FC236}">
                    <a16:creationId xmlns:a16="http://schemas.microsoft.com/office/drawing/2014/main" id="{AB393FF7-470B-478C-965E-E815115B145B}"/>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62" name="Line 26">
                <a:extLst>
                  <a:ext uri="{FF2B5EF4-FFF2-40B4-BE49-F238E27FC236}">
                    <a16:creationId xmlns:a16="http://schemas.microsoft.com/office/drawing/2014/main" id="{D403ABD9-823B-4C97-97B3-4586947F220D}"/>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63" name="Line 27">
                <a:extLst>
                  <a:ext uri="{FF2B5EF4-FFF2-40B4-BE49-F238E27FC236}">
                    <a16:creationId xmlns:a16="http://schemas.microsoft.com/office/drawing/2014/main" id="{33E0D6F7-E505-4DE1-8777-AEBAC4FF9228}"/>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64" name="Line 28">
                <a:extLst>
                  <a:ext uri="{FF2B5EF4-FFF2-40B4-BE49-F238E27FC236}">
                    <a16:creationId xmlns:a16="http://schemas.microsoft.com/office/drawing/2014/main" id="{6954F0FA-1A5F-4913-82EC-C56CB0128472}"/>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65" name="Line 29">
                <a:extLst>
                  <a:ext uri="{FF2B5EF4-FFF2-40B4-BE49-F238E27FC236}">
                    <a16:creationId xmlns:a16="http://schemas.microsoft.com/office/drawing/2014/main" id="{6D0DCFB1-42DB-420B-AD76-F7E8D8B4DE60}"/>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66" name="Line 30">
                <a:extLst>
                  <a:ext uri="{FF2B5EF4-FFF2-40B4-BE49-F238E27FC236}">
                    <a16:creationId xmlns:a16="http://schemas.microsoft.com/office/drawing/2014/main" id="{956685ED-892D-40C0-82B4-C208400F759F}"/>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67" name="Text Box 31">
                <a:extLst>
                  <a:ext uri="{FF2B5EF4-FFF2-40B4-BE49-F238E27FC236}">
                    <a16:creationId xmlns:a16="http://schemas.microsoft.com/office/drawing/2014/main" id="{7A01AD67-3AC0-4351-9113-F78DCFC01D4A}"/>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68" name="Text Box 32">
                <a:extLst>
                  <a:ext uri="{FF2B5EF4-FFF2-40B4-BE49-F238E27FC236}">
                    <a16:creationId xmlns:a16="http://schemas.microsoft.com/office/drawing/2014/main" id="{C3B1CC1D-FD69-4F96-B731-D8EF49252641}"/>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8969" name="Text Box 33">
                <a:extLst>
                  <a:ext uri="{FF2B5EF4-FFF2-40B4-BE49-F238E27FC236}">
                    <a16:creationId xmlns:a16="http://schemas.microsoft.com/office/drawing/2014/main" id="{7B3A646F-52C5-4F10-B3F5-9F24C94C196B}"/>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38970" name="Text Box 34">
                <a:extLst>
                  <a:ext uri="{FF2B5EF4-FFF2-40B4-BE49-F238E27FC236}">
                    <a16:creationId xmlns:a16="http://schemas.microsoft.com/office/drawing/2014/main" id="{3D2F2A6E-45EA-47A3-9832-4B81C759CBCF}"/>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8971" name="Text Box 35">
                <a:extLst>
                  <a:ext uri="{FF2B5EF4-FFF2-40B4-BE49-F238E27FC236}">
                    <a16:creationId xmlns:a16="http://schemas.microsoft.com/office/drawing/2014/main" id="{2E5B7B04-A307-4614-9A1C-7B5AAA05CBB4}"/>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8972" name="Text Box 36">
                <a:extLst>
                  <a:ext uri="{FF2B5EF4-FFF2-40B4-BE49-F238E27FC236}">
                    <a16:creationId xmlns:a16="http://schemas.microsoft.com/office/drawing/2014/main" id="{947FD74D-5FBA-4C85-A4AF-72A0D0ABE96B}"/>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8973" name="Text Box 37">
                <a:extLst>
                  <a:ext uri="{FF2B5EF4-FFF2-40B4-BE49-F238E27FC236}">
                    <a16:creationId xmlns:a16="http://schemas.microsoft.com/office/drawing/2014/main" id="{F3BED8BD-483F-4757-90D9-A9DE4CCF4BA8}"/>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74" name="Text Box 38">
                <a:extLst>
                  <a:ext uri="{FF2B5EF4-FFF2-40B4-BE49-F238E27FC236}">
                    <a16:creationId xmlns:a16="http://schemas.microsoft.com/office/drawing/2014/main" id="{11B2E12E-86B7-4E1B-8563-03006140904B}"/>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8975" name="Text Box 39">
                <a:extLst>
                  <a:ext uri="{FF2B5EF4-FFF2-40B4-BE49-F238E27FC236}">
                    <a16:creationId xmlns:a16="http://schemas.microsoft.com/office/drawing/2014/main" id="{3F19D440-4FEC-4A37-9A64-818058479DDB}"/>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38976" name="Text Box 40">
                <a:extLst>
                  <a:ext uri="{FF2B5EF4-FFF2-40B4-BE49-F238E27FC236}">
                    <a16:creationId xmlns:a16="http://schemas.microsoft.com/office/drawing/2014/main" id="{706574FB-82AC-426E-9153-8B2526BC6F1F}"/>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8977" name="Text Box 41">
                <a:extLst>
                  <a:ext uri="{FF2B5EF4-FFF2-40B4-BE49-F238E27FC236}">
                    <a16:creationId xmlns:a16="http://schemas.microsoft.com/office/drawing/2014/main" id="{D110732B-985F-4DB5-911B-C3C0DD5647B4}"/>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8978" name="Text Box 42">
                <a:extLst>
                  <a:ext uri="{FF2B5EF4-FFF2-40B4-BE49-F238E27FC236}">
                    <a16:creationId xmlns:a16="http://schemas.microsoft.com/office/drawing/2014/main" id="{6B362815-B2B8-4A37-B40B-B7BBFFFF8028}"/>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38917" name="Text Box 43">
            <a:extLst>
              <a:ext uri="{FF2B5EF4-FFF2-40B4-BE49-F238E27FC236}">
                <a16:creationId xmlns:a16="http://schemas.microsoft.com/office/drawing/2014/main" id="{3606E144-1AAB-401F-AB93-B731F4E7C182}"/>
              </a:ext>
            </a:extLst>
          </p:cNvPr>
          <p:cNvSpPr txBox="1">
            <a:spLocks noChangeArrowheads="1"/>
          </p:cNvSpPr>
          <p:nvPr/>
        </p:nvSpPr>
        <p:spPr bwMode="auto">
          <a:xfrm>
            <a:off x="6607175" y="1752600"/>
            <a:ext cx="1774825"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400" b="0">
                <a:latin typeface="Times New Roman" panose="02020603050405020304" pitchFamily="18" charset="0"/>
                <a:ea typeface="SimSun" panose="02010600030101010101" pitchFamily="2" charset="-122"/>
              </a:rPr>
              <a:t>i=4</a:t>
            </a:r>
          </a:p>
          <a:p>
            <a:pPr>
              <a:lnSpc>
                <a:spcPct val="110000"/>
              </a:lnSpc>
            </a:pPr>
            <a:r>
              <a:rPr lang="en-US" altLang="zh-CN" sz="2400" b="0">
                <a:latin typeface="Times New Roman" panose="02020603050405020304" pitchFamily="18" charset="0"/>
                <a:ea typeface="SimSun" panose="02010600030101010101" pitchFamily="2" charset="-122"/>
              </a:rPr>
              <a:t>k= 5</a:t>
            </a:r>
          </a:p>
          <a:p>
            <a:pPr>
              <a:lnSpc>
                <a:spcPct val="110000"/>
              </a:lnSpc>
            </a:pPr>
            <a:r>
              <a:rPr lang="en-US" altLang="zh-CN" sz="2400" b="0">
                <a:latin typeface="Times New Roman" panose="02020603050405020304" pitchFamily="18" charset="0"/>
                <a:ea typeface="SimSun" panose="02010600030101010101" pitchFamily="2" charset="-122"/>
              </a:rPr>
              <a:t>b</a:t>
            </a:r>
            <a:r>
              <a:rPr lang="en-US" altLang="zh-CN" sz="2400" b="0" baseline="-25000">
                <a:latin typeface="Times New Roman" panose="02020603050405020304" pitchFamily="18" charset="0"/>
                <a:ea typeface="SimSun" panose="02010600030101010101" pitchFamily="2" charset="-122"/>
              </a:rPr>
              <a:t>i</a:t>
            </a:r>
            <a:r>
              <a:rPr lang="en-US" altLang="zh-CN" sz="2400" b="0">
                <a:latin typeface="Times New Roman" panose="02020603050405020304" pitchFamily="18" charset="0"/>
                <a:ea typeface="SimSun" panose="02010600030101010101" pitchFamily="2" charset="-122"/>
              </a:rPr>
              <a:t>=6</a:t>
            </a:r>
          </a:p>
          <a:p>
            <a:pPr>
              <a:lnSpc>
                <a:spcPct val="110000"/>
              </a:lnSpc>
            </a:pPr>
            <a:r>
              <a:rPr lang="en-US" altLang="zh-CN" sz="2400" b="0">
                <a:latin typeface="Times New Roman" panose="02020603050405020304" pitchFamily="18" charset="0"/>
                <a:ea typeface="SimSun" panose="02010600030101010101" pitchFamily="2" charset="-122"/>
              </a:rPr>
              <a:t>w</a:t>
            </a:r>
            <a:r>
              <a:rPr lang="en-US" altLang="zh-CN" sz="2400" b="0" baseline="-25000">
                <a:latin typeface="Times New Roman" panose="02020603050405020304" pitchFamily="18" charset="0"/>
                <a:ea typeface="SimSun" panose="02010600030101010101" pitchFamily="2" charset="-122"/>
              </a:rPr>
              <a:t>i</a:t>
            </a:r>
            <a:r>
              <a:rPr lang="en-US" altLang="zh-CN" sz="2400" b="0">
                <a:latin typeface="Times New Roman" panose="02020603050405020304" pitchFamily="18" charset="0"/>
                <a:ea typeface="SimSun" panose="02010600030101010101" pitchFamily="2" charset="-122"/>
              </a:rPr>
              <a:t>=5</a:t>
            </a:r>
          </a:p>
          <a:p>
            <a:pPr>
              <a:lnSpc>
                <a:spcPct val="110000"/>
              </a:lnSpc>
            </a:pPr>
            <a:r>
              <a:rPr kumimoji="1" lang="en-US" altLang="zh-CN" sz="2400" b="0" i="1">
                <a:solidFill>
                  <a:srgbClr val="FF0000"/>
                </a:solidFill>
                <a:latin typeface="Times New Roman" panose="02020603050405020304" pitchFamily="18" charset="0"/>
                <a:ea typeface="SimSun" panose="02010600030101010101" pitchFamily="2" charset="-122"/>
              </a:rPr>
              <a:t>V[i,k</a:t>
            </a:r>
            <a:r>
              <a:rPr kumimoji="1" lang="en-US" altLang="zh-CN" sz="2400" b="0">
                <a:solidFill>
                  <a:srgbClr val="FF0000"/>
                </a:solidFill>
                <a:latin typeface="Times New Roman" panose="02020603050405020304" pitchFamily="18" charset="0"/>
                <a:ea typeface="SimSun" panose="02010600030101010101" pitchFamily="2" charset="-122"/>
              </a:rPr>
              <a:t>] </a:t>
            </a:r>
            <a:r>
              <a:rPr lang="en-US" altLang="zh-CN" sz="2400" b="0">
                <a:solidFill>
                  <a:srgbClr val="FF0000"/>
                </a:solidFill>
                <a:latin typeface="Times New Roman" panose="02020603050405020304" pitchFamily="18" charset="0"/>
                <a:ea typeface="SimSun" panose="02010600030101010101" pitchFamily="2" charset="-122"/>
              </a:rPr>
              <a:t>=</a:t>
            </a:r>
            <a:r>
              <a:rPr kumimoji="1" lang="en-US" altLang="zh-CN" sz="2400" b="0">
                <a:solidFill>
                  <a:srgbClr val="FF0000"/>
                </a:solidFill>
                <a:latin typeface="Times New Roman" panose="02020603050405020304" pitchFamily="18" charset="0"/>
                <a:ea typeface="SimSun" panose="02010600030101010101" pitchFamily="2" charset="-122"/>
                <a:sym typeface="Symbol" panose="05050102010706020507" pitchFamily="18" charset="2"/>
              </a:rPr>
              <a:t> 7</a:t>
            </a:r>
          </a:p>
          <a:p>
            <a:pPr>
              <a:lnSpc>
                <a:spcPct val="110000"/>
              </a:lnSpc>
            </a:pPr>
            <a:r>
              <a:rPr kumimoji="1" lang="en-US" altLang="zh-CN" sz="2400" b="0" i="1">
                <a:solidFill>
                  <a:srgbClr val="FF0000"/>
                </a:solidFill>
                <a:latin typeface="Times New Roman" panose="02020603050405020304" pitchFamily="18" charset="0"/>
                <a:ea typeface="SimSun" panose="02010600030101010101" pitchFamily="2" charset="-122"/>
              </a:rPr>
              <a:t>V[i</a:t>
            </a:r>
            <a:r>
              <a:rPr kumimoji="1" lang="en-US" altLang="zh-CN" sz="2400" b="0" i="1">
                <a:solidFill>
                  <a:srgbClr val="FF0000"/>
                </a:solidFill>
                <a:latin typeface="Times New Roman" panose="02020603050405020304" pitchFamily="18" charset="0"/>
                <a:ea typeface="SimSun" panose="02010600030101010101" pitchFamily="2" charset="-122"/>
                <a:sym typeface="Symbol" panose="05050102010706020507" pitchFamily="18" charset="2"/>
              </a:rPr>
              <a:t></a:t>
            </a:r>
            <a:r>
              <a:rPr kumimoji="1" lang="en-US" altLang="zh-CN" sz="2400" b="0" i="1">
                <a:solidFill>
                  <a:srgbClr val="FF0000"/>
                </a:solidFill>
                <a:latin typeface="Times New Roman" panose="02020603050405020304" pitchFamily="18" charset="0"/>
                <a:ea typeface="SimSun" panose="02010600030101010101" pitchFamily="2" charset="-122"/>
              </a:rPr>
              <a:t>1,k</a:t>
            </a:r>
            <a:r>
              <a:rPr kumimoji="1" lang="en-US" altLang="zh-CN" sz="2400" b="0">
                <a:solidFill>
                  <a:srgbClr val="FF0000"/>
                </a:solidFill>
                <a:latin typeface="Times New Roman" panose="02020603050405020304" pitchFamily="18" charset="0"/>
                <a:ea typeface="SimSun" panose="02010600030101010101" pitchFamily="2" charset="-122"/>
              </a:rPr>
              <a:t>] </a:t>
            </a:r>
            <a:r>
              <a:rPr lang="en-US" altLang="zh-CN" sz="2400" b="0">
                <a:solidFill>
                  <a:srgbClr val="FF0000"/>
                </a:solidFill>
                <a:latin typeface="Times New Roman" panose="02020603050405020304" pitchFamily="18" charset="0"/>
                <a:ea typeface="SimSun" panose="02010600030101010101" pitchFamily="2" charset="-122"/>
              </a:rPr>
              <a:t>=7</a:t>
            </a:r>
          </a:p>
        </p:txBody>
      </p:sp>
      <p:sp>
        <p:nvSpPr>
          <p:cNvPr id="38918" name="Text Box 44">
            <a:extLst>
              <a:ext uri="{FF2B5EF4-FFF2-40B4-BE49-F238E27FC236}">
                <a16:creationId xmlns:a16="http://schemas.microsoft.com/office/drawing/2014/main" id="{038D4389-7AAE-48B7-900E-E6E9D7B15762}"/>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8919" name="Text Box 45">
            <a:extLst>
              <a:ext uri="{FF2B5EF4-FFF2-40B4-BE49-F238E27FC236}">
                <a16:creationId xmlns:a16="http://schemas.microsoft.com/office/drawing/2014/main" id="{21A7D246-0011-4762-A91D-ABA5C616B2C1}"/>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8920" name="Text Box 46">
            <a:extLst>
              <a:ext uri="{FF2B5EF4-FFF2-40B4-BE49-F238E27FC236}">
                <a16:creationId xmlns:a16="http://schemas.microsoft.com/office/drawing/2014/main" id="{25A5A6FF-F032-4953-A596-93E605A56BC5}"/>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8921" name="Text Box 47">
            <a:extLst>
              <a:ext uri="{FF2B5EF4-FFF2-40B4-BE49-F238E27FC236}">
                <a16:creationId xmlns:a16="http://schemas.microsoft.com/office/drawing/2014/main" id="{3C91DBF7-B37D-497D-BFD1-953BADA017A2}"/>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8922" name="Text Box 48">
            <a:extLst>
              <a:ext uri="{FF2B5EF4-FFF2-40B4-BE49-F238E27FC236}">
                <a16:creationId xmlns:a16="http://schemas.microsoft.com/office/drawing/2014/main" id="{6D488334-2200-4A70-9FBB-83C4DC7C5232}"/>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23" name="Text Box 49">
            <a:extLst>
              <a:ext uri="{FF2B5EF4-FFF2-40B4-BE49-F238E27FC236}">
                <a16:creationId xmlns:a16="http://schemas.microsoft.com/office/drawing/2014/main" id="{12A1BEB1-401A-4865-9A8A-16943FE2F5B6}"/>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8924" name="Text Box 50">
            <a:extLst>
              <a:ext uri="{FF2B5EF4-FFF2-40B4-BE49-F238E27FC236}">
                <a16:creationId xmlns:a16="http://schemas.microsoft.com/office/drawing/2014/main" id="{6E9EF788-181F-4F72-8FD7-9A8E43965E71}"/>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8925" name="Text Box 51">
            <a:extLst>
              <a:ext uri="{FF2B5EF4-FFF2-40B4-BE49-F238E27FC236}">
                <a16:creationId xmlns:a16="http://schemas.microsoft.com/office/drawing/2014/main" id="{64DE59F1-5E38-4AFA-AAE9-D661C3B395B7}"/>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8926" name="Text Box 52">
            <a:extLst>
              <a:ext uri="{FF2B5EF4-FFF2-40B4-BE49-F238E27FC236}">
                <a16:creationId xmlns:a16="http://schemas.microsoft.com/office/drawing/2014/main" id="{E321208A-F9EC-4D9A-B0F9-C9D3B8D5C2E7}"/>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38927" name="Text Box 53">
            <a:extLst>
              <a:ext uri="{FF2B5EF4-FFF2-40B4-BE49-F238E27FC236}">
                <a16:creationId xmlns:a16="http://schemas.microsoft.com/office/drawing/2014/main" id="{6194A1A7-1201-49FB-A784-2DC934C34136}"/>
              </a:ext>
            </a:extLst>
          </p:cNvPr>
          <p:cNvSpPr txBox="1">
            <a:spLocks noChangeArrowheads="1"/>
          </p:cNvSpPr>
          <p:nvPr/>
        </p:nvSpPr>
        <p:spPr bwMode="auto">
          <a:xfrm>
            <a:off x="25146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28" name="Text Box 54">
            <a:extLst>
              <a:ext uri="{FF2B5EF4-FFF2-40B4-BE49-F238E27FC236}">
                <a16:creationId xmlns:a16="http://schemas.microsoft.com/office/drawing/2014/main" id="{6830F0EF-6B9C-474E-B0BD-4D0356E3FAEE}"/>
              </a:ext>
            </a:extLst>
          </p:cNvPr>
          <p:cNvSpPr txBox="1">
            <a:spLocks noChangeArrowheads="1"/>
          </p:cNvSpPr>
          <p:nvPr/>
        </p:nvSpPr>
        <p:spPr bwMode="auto">
          <a:xfrm>
            <a:off x="33528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8929" name="Text Box 55">
            <a:extLst>
              <a:ext uri="{FF2B5EF4-FFF2-40B4-BE49-F238E27FC236}">
                <a16:creationId xmlns:a16="http://schemas.microsoft.com/office/drawing/2014/main" id="{E042AFD7-86CD-4583-8CEA-292B33274594}"/>
              </a:ext>
            </a:extLst>
          </p:cNvPr>
          <p:cNvSpPr txBox="1">
            <a:spLocks noChangeArrowheads="1"/>
          </p:cNvSpPr>
          <p:nvPr/>
        </p:nvSpPr>
        <p:spPr bwMode="auto">
          <a:xfrm>
            <a:off x="41910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8930" name="Text Box 56">
            <a:extLst>
              <a:ext uri="{FF2B5EF4-FFF2-40B4-BE49-F238E27FC236}">
                <a16:creationId xmlns:a16="http://schemas.microsoft.com/office/drawing/2014/main" id="{EAFE1F91-2EA2-4245-8D73-172F16B7C69E}"/>
              </a:ext>
            </a:extLst>
          </p:cNvPr>
          <p:cNvSpPr txBox="1">
            <a:spLocks noChangeArrowheads="1"/>
          </p:cNvSpPr>
          <p:nvPr/>
        </p:nvSpPr>
        <p:spPr bwMode="auto">
          <a:xfrm>
            <a:off x="1752600" y="4556125"/>
            <a:ext cx="6934200"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i=n, k=W</a:t>
            </a:r>
          </a:p>
          <a:p>
            <a:pPr>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while i,k &gt; 0</a:t>
            </a:r>
          </a:p>
          <a:p>
            <a:pPr lvl="1">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if </a:t>
            </a:r>
            <a:r>
              <a:rPr kumimoji="1" lang="en-US" altLang="zh-CN" sz="2000" b="0" i="1">
                <a:latin typeface="Times New Roman" panose="02020603050405020304" pitchFamily="18" charset="0"/>
                <a:ea typeface="SimSun" panose="02010600030101010101" pitchFamily="2" charset="-122"/>
              </a:rPr>
              <a:t>V[i,k</a:t>
            </a:r>
            <a:r>
              <a:rPr kumimoji="1" lang="en-US" altLang="zh-CN" sz="2000" b="0">
                <a:latin typeface="Times New Roman" panose="02020603050405020304" pitchFamily="18" charset="0"/>
                <a:ea typeface="SimSun" panose="02010600030101010101" pitchFamily="2" charset="-122"/>
              </a:rPr>
              <a:t>] </a:t>
            </a:r>
            <a:r>
              <a:rPr kumimoji="1" lang="en-US" altLang="zh-CN" sz="2000" b="0">
                <a:latin typeface="Times New Roman" panose="02020603050405020304" pitchFamily="18" charset="0"/>
                <a:ea typeface="SimSun" panose="02010600030101010101" pitchFamily="2" charset="-122"/>
                <a:sym typeface="Symbol" panose="05050102010706020507" pitchFamily="18" charset="2"/>
              </a:rPr>
              <a:t> </a:t>
            </a:r>
            <a:r>
              <a:rPr kumimoji="1" lang="en-US" altLang="zh-CN" sz="2000" b="0" i="1">
                <a:latin typeface="Times New Roman" panose="02020603050405020304" pitchFamily="18" charset="0"/>
                <a:ea typeface="SimSun" panose="02010600030101010101" pitchFamily="2" charset="-122"/>
              </a:rPr>
              <a:t>V[i</a:t>
            </a:r>
            <a:r>
              <a:rPr kumimoji="1" lang="en-US" altLang="zh-CN" sz="20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2000" b="0" i="1">
                <a:latin typeface="Times New Roman" panose="02020603050405020304" pitchFamily="18" charset="0"/>
                <a:ea typeface="SimSun" panose="02010600030101010101" pitchFamily="2" charset="-122"/>
              </a:rPr>
              <a:t>1,k</a:t>
            </a:r>
            <a:r>
              <a:rPr kumimoji="1" lang="en-US" altLang="zh-CN" sz="2000" b="0">
                <a:latin typeface="Times New Roman" panose="02020603050405020304" pitchFamily="18" charset="0"/>
                <a:ea typeface="SimSun" panose="02010600030101010101" pitchFamily="2" charset="-122"/>
              </a:rPr>
              <a:t>] then </a:t>
            </a:r>
          </a:p>
          <a:p>
            <a:pPr lvl="1">
              <a:lnSpc>
                <a:spcPct val="90000"/>
              </a:lnSpc>
              <a:spcBef>
                <a:spcPct val="20000"/>
              </a:spcBef>
              <a:buClr>
                <a:schemeClr val="accent1"/>
              </a:buClr>
              <a:buSzPct val="70000"/>
              <a:buFont typeface="Monotype Sorts" pitchFamily="80" charset="2"/>
              <a:buNone/>
            </a:pPr>
            <a:r>
              <a:rPr kumimoji="1" lang="en-US" altLang="zh-CN" sz="1800" b="0">
                <a:solidFill>
                  <a:schemeClr val="accent1"/>
                </a:solidFill>
                <a:latin typeface="Times New Roman" panose="02020603050405020304" pitchFamily="18" charset="0"/>
                <a:ea typeface="SimSun" panose="02010600030101010101" pitchFamily="2" charset="-122"/>
              </a:rPr>
              <a:t>	</a:t>
            </a:r>
            <a:r>
              <a:rPr kumimoji="1" lang="en-US" altLang="zh-CN" sz="1800" b="0">
                <a:latin typeface="Times New Roman" panose="02020603050405020304" pitchFamily="18" charset="0"/>
                <a:ea typeface="SimSun" panose="02010600030101010101" pitchFamily="2" charset="-122"/>
              </a:rPr>
              <a:t>mark the </a:t>
            </a:r>
            <a:r>
              <a:rPr kumimoji="1" lang="en-US" altLang="zh-CN" sz="1800" b="0" i="1">
                <a:latin typeface="Times New Roman" panose="02020603050405020304" pitchFamily="18" charset="0"/>
                <a:ea typeface="SimSun" panose="02010600030101010101" pitchFamily="2" charset="-122"/>
              </a:rPr>
              <a:t>i</a:t>
            </a:r>
            <a:r>
              <a:rPr kumimoji="1" lang="en-US" altLang="zh-CN" sz="1800" b="0" baseline="30000">
                <a:latin typeface="Times New Roman" panose="02020603050405020304" pitchFamily="18" charset="0"/>
                <a:ea typeface="SimSun" panose="02010600030101010101" pitchFamily="2" charset="-122"/>
              </a:rPr>
              <a:t>th</a:t>
            </a:r>
            <a:r>
              <a:rPr kumimoji="1" lang="en-US" altLang="zh-CN" sz="1800" b="0">
                <a:latin typeface="Times New Roman" panose="02020603050405020304" pitchFamily="18" charset="0"/>
                <a:ea typeface="SimSun" panose="02010600030101010101" pitchFamily="2" charset="-122"/>
              </a:rPr>
              <a:t> item as in the knapsack</a:t>
            </a:r>
          </a:p>
          <a:p>
            <a:pPr lvl="1">
              <a:lnSpc>
                <a:spcPct val="90000"/>
              </a:lnSpc>
              <a:spcBef>
                <a:spcPct val="20000"/>
              </a:spcBef>
              <a:buClr>
                <a:schemeClr val="accent1"/>
              </a:buClr>
              <a:buSzPct val="70000"/>
              <a:buFont typeface="Monotype Sorts" pitchFamily="80" charset="2"/>
              <a:buNone/>
            </a:pP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i </a:t>
            </a: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i</a:t>
            </a:r>
            <a:r>
              <a:rPr kumimoji="1" lang="en-US" altLang="zh-CN" sz="18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b="0" i="1">
                <a:latin typeface="Times New Roman" panose="02020603050405020304" pitchFamily="18" charset="0"/>
                <a:ea typeface="SimSun" panose="02010600030101010101" pitchFamily="2" charset="-122"/>
              </a:rPr>
              <a:t>1</a:t>
            </a: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k</a:t>
            </a:r>
            <a:r>
              <a:rPr kumimoji="1" lang="en-US" altLang="zh-CN" sz="1800" b="0">
                <a:latin typeface="Times New Roman" panose="02020603050405020304" pitchFamily="18" charset="0"/>
                <a:ea typeface="SimSun" panose="02010600030101010101" pitchFamily="2" charset="-122"/>
              </a:rPr>
              <a:t> = </a:t>
            </a:r>
            <a:r>
              <a:rPr kumimoji="1" lang="en-US" altLang="zh-CN" sz="1800" b="0" i="1">
                <a:latin typeface="Times New Roman" panose="02020603050405020304" pitchFamily="18" charset="0"/>
                <a:ea typeface="SimSun" panose="02010600030101010101" pitchFamily="2" charset="-122"/>
              </a:rPr>
              <a:t>k-w</a:t>
            </a:r>
            <a:r>
              <a:rPr kumimoji="1" lang="en-US" altLang="zh-CN" sz="1800" b="0" i="1" baseline="-25000">
                <a:latin typeface="Times New Roman" panose="02020603050405020304" pitchFamily="18" charset="0"/>
                <a:ea typeface="SimSun" panose="02010600030101010101" pitchFamily="2" charset="-122"/>
              </a:rPr>
              <a:t>i</a:t>
            </a:r>
            <a:endParaRPr kumimoji="1" lang="en-US" altLang="zh-CN" sz="2000" b="0">
              <a:latin typeface="Times New Roman" panose="02020603050405020304" pitchFamily="18" charset="0"/>
              <a:ea typeface="SimSun" panose="02010600030101010101" pitchFamily="2" charset="-122"/>
            </a:endParaRPr>
          </a:p>
          <a:p>
            <a:pPr lvl="1">
              <a:lnSpc>
                <a:spcPct val="90000"/>
              </a:lnSpc>
              <a:spcBef>
                <a:spcPct val="20000"/>
              </a:spcBef>
            </a:pPr>
            <a:r>
              <a:rPr kumimoji="1" lang="en-US" altLang="zh-CN" sz="1800" b="0">
                <a:solidFill>
                  <a:srgbClr val="FF0000"/>
                </a:solidFill>
                <a:latin typeface="Times New Roman" panose="02020603050405020304" pitchFamily="18" charset="0"/>
                <a:ea typeface="SimSun" panose="02010600030101010101" pitchFamily="2" charset="-122"/>
              </a:rPr>
              <a:t>else</a:t>
            </a:r>
            <a:r>
              <a:rPr kumimoji="1" lang="en-US" altLang="zh-CN" sz="1800" b="0" i="1">
                <a:latin typeface="Times New Roman" panose="02020603050405020304" pitchFamily="18" charset="0"/>
                <a:ea typeface="SimSun" panose="02010600030101010101" pitchFamily="2" charset="-122"/>
              </a:rPr>
              <a:t> </a:t>
            </a:r>
          </a:p>
          <a:p>
            <a:pPr lvl="1">
              <a:lnSpc>
                <a:spcPct val="90000"/>
              </a:lnSpc>
              <a:spcBef>
                <a:spcPct val="20000"/>
              </a:spcBef>
            </a:pPr>
            <a:r>
              <a:rPr kumimoji="1" lang="en-US" altLang="zh-CN" sz="1800" b="0" i="1">
                <a:latin typeface="Times New Roman" panose="02020603050405020304" pitchFamily="18" charset="0"/>
                <a:ea typeface="SimSun" panose="02010600030101010101" pitchFamily="2" charset="-122"/>
              </a:rPr>
              <a:t>	</a:t>
            </a:r>
            <a:r>
              <a:rPr kumimoji="1" lang="en-US" altLang="zh-CN" sz="1800" i="1">
                <a:latin typeface="Times New Roman" panose="02020603050405020304" pitchFamily="18" charset="0"/>
                <a:ea typeface="SimSun" panose="02010600030101010101" pitchFamily="2" charset="-122"/>
              </a:rPr>
              <a:t>i </a:t>
            </a:r>
            <a:r>
              <a:rPr kumimoji="1" lang="en-US" altLang="zh-CN" sz="1800">
                <a:latin typeface="Times New Roman" panose="02020603050405020304" pitchFamily="18" charset="0"/>
                <a:ea typeface="SimSun" panose="02010600030101010101" pitchFamily="2" charset="-122"/>
              </a:rPr>
              <a:t>= </a:t>
            </a:r>
            <a:r>
              <a:rPr kumimoji="1" lang="en-US" altLang="zh-CN" sz="1800" i="1">
                <a:latin typeface="Times New Roman" panose="02020603050405020304" pitchFamily="18" charset="0"/>
                <a:ea typeface="SimSun" panose="02010600030101010101" pitchFamily="2" charset="-122"/>
              </a:rPr>
              <a:t>i</a:t>
            </a:r>
            <a:r>
              <a:rPr kumimoji="1" lang="en-US" altLang="zh-CN" sz="180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i="1">
                <a:latin typeface="Times New Roman" panose="02020603050405020304" pitchFamily="18" charset="0"/>
                <a:ea typeface="SimSun" panose="02010600030101010101" pitchFamily="2" charset="-122"/>
              </a:rPr>
              <a:t>1</a:t>
            </a:r>
            <a:endParaRPr kumimoji="1" lang="en-US" altLang="zh-CN" sz="1800" i="1" baseline="-25000">
              <a:latin typeface="Times New Roman" panose="02020603050405020304" pitchFamily="18" charset="0"/>
              <a:ea typeface="SimSun" panose="02010600030101010101" pitchFamily="2" charset="-122"/>
            </a:endParaRPr>
          </a:p>
        </p:txBody>
      </p:sp>
      <p:sp>
        <p:nvSpPr>
          <p:cNvPr id="38931" name="Text Box 57">
            <a:extLst>
              <a:ext uri="{FF2B5EF4-FFF2-40B4-BE49-F238E27FC236}">
                <a16:creationId xmlns:a16="http://schemas.microsoft.com/office/drawing/2014/main" id="{91A55EE1-291C-443D-862B-A613F64EC411}"/>
              </a:ext>
            </a:extLst>
          </p:cNvPr>
          <p:cNvSpPr txBox="1">
            <a:spLocks noChangeArrowheads="1"/>
          </p:cNvSpPr>
          <p:nvPr/>
        </p:nvSpPr>
        <p:spPr bwMode="auto">
          <a:xfrm>
            <a:off x="50292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8932" name="Text Box 58">
            <a:extLst>
              <a:ext uri="{FF2B5EF4-FFF2-40B4-BE49-F238E27FC236}">
                <a16:creationId xmlns:a16="http://schemas.microsoft.com/office/drawing/2014/main" id="{880C349D-47FE-4358-9AA7-1DA2F60733FE}"/>
              </a:ext>
            </a:extLst>
          </p:cNvPr>
          <p:cNvSpPr txBox="1">
            <a:spLocks noChangeArrowheads="1"/>
          </p:cNvSpPr>
          <p:nvPr/>
        </p:nvSpPr>
        <p:spPr bwMode="auto">
          <a:xfrm>
            <a:off x="58674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38933" name="Text Box 59">
            <a:extLst>
              <a:ext uri="{FF2B5EF4-FFF2-40B4-BE49-F238E27FC236}">
                <a16:creationId xmlns:a16="http://schemas.microsoft.com/office/drawing/2014/main" id="{96A3CBBF-DF74-40FB-9553-4222515541E0}"/>
              </a:ext>
            </a:extLst>
          </p:cNvPr>
          <p:cNvSpPr txBox="1">
            <a:spLocks noChangeArrowheads="1"/>
          </p:cNvSpPr>
          <p:nvPr/>
        </p:nvSpPr>
        <p:spPr bwMode="auto">
          <a:xfrm>
            <a:off x="25146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8934" name="Text Box 60">
            <a:extLst>
              <a:ext uri="{FF2B5EF4-FFF2-40B4-BE49-F238E27FC236}">
                <a16:creationId xmlns:a16="http://schemas.microsoft.com/office/drawing/2014/main" id="{850B7548-774B-4665-AD59-4EE2F5752310}"/>
              </a:ext>
            </a:extLst>
          </p:cNvPr>
          <p:cNvSpPr txBox="1">
            <a:spLocks noChangeArrowheads="1"/>
          </p:cNvSpPr>
          <p:nvPr/>
        </p:nvSpPr>
        <p:spPr bwMode="auto">
          <a:xfrm>
            <a:off x="33528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8935" name="Text Box 61">
            <a:extLst>
              <a:ext uri="{FF2B5EF4-FFF2-40B4-BE49-F238E27FC236}">
                <a16:creationId xmlns:a16="http://schemas.microsoft.com/office/drawing/2014/main" id="{65EDAF3D-9CC2-4108-B505-CE9FF36CBDE6}"/>
              </a:ext>
            </a:extLst>
          </p:cNvPr>
          <p:cNvSpPr txBox="1">
            <a:spLocks noChangeArrowheads="1"/>
          </p:cNvSpPr>
          <p:nvPr/>
        </p:nvSpPr>
        <p:spPr bwMode="auto">
          <a:xfrm>
            <a:off x="41910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8936" name="Text Box 62">
            <a:extLst>
              <a:ext uri="{FF2B5EF4-FFF2-40B4-BE49-F238E27FC236}">
                <a16:creationId xmlns:a16="http://schemas.microsoft.com/office/drawing/2014/main" id="{5D305A64-4688-4469-A930-DD35D049DDBB}"/>
              </a:ext>
            </a:extLst>
          </p:cNvPr>
          <p:cNvSpPr txBox="1">
            <a:spLocks noChangeArrowheads="1"/>
          </p:cNvSpPr>
          <p:nvPr/>
        </p:nvSpPr>
        <p:spPr bwMode="auto">
          <a:xfrm>
            <a:off x="50292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8937" name="Rectangle 63">
            <a:extLst>
              <a:ext uri="{FF2B5EF4-FFF2-40B4-BE49-F238E27FC236}">
                <a16:creationId xmlns:a16="http://schemas.microsoft.com/office/drawing/2014/main" id="{5C879DDE-A864-4FC9-B178-3BEFDF78E6AF}"/>
              </a:ext>
            </a:extLst>
          </p:cNvPr>
          <p:cNvSpPr>
            <a:spLocks noChangeArrowheads="1"/>
          </p:cNvSpPr>
          <p:nvPr/>
        </p:nvSpPr>
        <p:spPr bwMode="auto">
          <a:xfrm>
            <a:off x="7239000" y="609600"/>
            <a:ext cx="1676400" cy="1752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38938" name="Text Box 64">
            <a:extLst>
              <a:ext uri="{FF2B5EF4-FFF2-40B4-BE49-F238E27FC236}">
                <a16:creationId xmlns:a16="http://schemas.microsoft.com/office/drawing/2014/main" id="{CE3E062E-ADA5-42B8-A825-1C73EF1C25A8}"/>
              </a:ext>
            </a:extLst>
          </p:cNvPr>
          <p:cNvSpPr txBox="1">
            <a:spLocks noChangeArrowheads="1"/>
          </p:cNvSpPr>
          <p:nvPr/>
        </p:nvSpPr>
        <p:spPr bwMode="auto">
          <a:xfrm>
            <a:off x="58674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208961" name="Line 65">
            <a:extLst>
              <a:ext uri="{FF2B5EF4-FFF2-40B4-BE49-F238E27FC236}">
                <a16:creationId xmlns:a16="http://schemas.microsoft.com/office/drawing/2014/main" id="{0DAC866D-1559-42D1-A857-52C9BE7295D4}"/>
              </a:ext>
            </a:extLst>
          </p:cNvPr>
          <p:cNvSpPr>
            <a:spLocks noChangeShapeType="1"/>
          </p:cNvSpPr>
          <p:nvPr/>
        </p:nvSpPr>
        <p:spPr bwMode="auto">
          <a:xfrm flipV="1">
            <a:off x="6248400" y="37338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8962" name="Oval 66">
            <a:extLst>
              <a:ext uri="{FF2B5EF4-FFF2-40B4-BE49-F238E27FC236}">
                <a16:creationId xmlns:a16="http://schemas.microsoft.com/office/drawing/2014/main" id="{A96134B2-626B-4622-8ED0-5A4567DCEDEE}"/>
              </a:ext>
            </a:extLst>
          </p:cNvPr>
          <p:cNvSpPr>
            <a:spLocks noChangeArrowheads="1"/>
          </p:cNvSpPr>
          <p:nvPr/>
        </p:nvSpPr>
        <p:spPr bwMode="auto">
          <a:xfrm>
            <a:off x="5759450" y="3481388"/>
            <a:ext cx="533400" cy="9906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38941" name="Rectangle 67">
            <a:extLst>
              <a:ext uri="{FF2B5EF4-FFF2-40B4-BE49-F238E27FC236}">
                <a16:creationId xmlns:a16="http://schemas.microsoft.com/office/drawing/2014/main" id="{39C9E9DA-89B5-4A43-91A5-94A1B3177B99}"/>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Finding the Items (2)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8962"/>
                                        </p:tgtEl>
                                        <p:attrNameLst>
                                          <p:attrName>style.visibility</p:attrName>
                                        </p:attrNameLst>
                                      </p:cBhvr>
                                      <p:to>
                                        <p:strVal val="visible"/>
                                      </p:to>
                                    </p:set>
                                  </p:childTnLst>
                                  <p:subTnLst>
                                    <p:set>
                                      <p:cBhvr override="childStyle">
                                        <p:cTn dur="1" fill="hold" display="0" masterRel="nextClick" afterEffect="1"/>
                                        <p:tgtEl>
                                          <p:spTgt spid="20896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089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6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Line 3">
            <a:extLst>
              <a:ext uri="{FF2B5EF4-FFF2-40B4-BE49-F238E27FC236}">
                <a16:creationId xmlns:a16="http://schemas.microsoft.com/office/drawing/2014/main" id="{AB705D71-3C36-48E2-BA03-98B56B56FF27}"/>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939" name="Text Box 4">
            <a:extLst>
              <a:ext uri="{FF2B5EF4-FFF2-40B4-BE49-F238E27FC236}">
                <a16:creationId xmlns:a16="http://schemas.microsoft.com/office/drawing/2014/main" id="{03CF2476-7613-456F-ADC2-73914C3332D9}"/>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39940" name="Group 5">
            <a:extLst>
              <a:ext uri="{FF2B5EF4-FFF2-40B4-BE49-F238E27FC236}">
                <a16:creationId xmlns:a16="http://schemas.microsoft.com/office/drawing/2014/main" id="{74AD8DD0-44F6-4BC0-B07D-1180875F48E6}"/>
              </a:ext>
            </a:extLst>
          </p:cNvPr>
          <p:cNvGrpSpPr>
            <a:grpSpLocks/>
          </p:cNvGrpSpPr>
          <p:nvPr/>
        </p:nvGrpSpPr>
        <p:grpSpPr bwMode="auto">
          <a:xfrm>
            <a:off x="1035050" y="1676400"/>
            <a:ext cx="5441950" cy="2743200"/>
            <a:chOff x="652" y="768"/>
            <a:chExt cx="3428" cy="1728"/>
          </a:xfrm>
        </p:grpSpPr>
        <p:sp>
          <p:nvSpPr>
            <p:cNvPr id="39966" name="Text Box 6">
              <a:extLst>
                <a:ext uri="{FF2B5EF4-FFF2-40B4-BE49-F238E27FC236}">
                  <a16:creationId xmlns:a16="http://schemas.microsoft.com/office/drawing/2014/main" id="{9F12A961-D327-4545-B761-B2FA204BDF2B}"/>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67" name="Text Box 7">
              <a:extLst>
                <a:ext uri="{FF2B5EF4-FFF2-40B4-BE49-F238E27FC236}">
                  <a16:creationId xmlns:a16="http://schemas.microsoft.com/office/drawing/2014/main" id="{E66BD9BB-FE58-45E6-976D-89F0DF3F6A00}"/>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68" name="Text Box 8">
              <a:extLst>
                <a:ext uri="{FF2B5EF4-FFF2-40B4-BE49-F238E27FC236}">
                  <a16:creationId xmlns:a16="http://schemas.microsoft.com/office/drawing/2014/main" id="{B255F4C5-90B4-4EDE-B664-FE4989D2189D}"/>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69" name="Text Box 9">
              <a:extLst>
                <a:ext uri="{FF2B5EF4-FFF2-40B4-BE49-F238E27FC236}">
                  <a16:creationId xmlns:a16="http://schemas.microsoft.com/office/drawing/2014/main" id="{3C03A5F3-3E3F-4466-BCC2-4A4BCBCAFD75}"/>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70" name="Text Box 10">
              <a:extLst>
                <a:ext uri="{FF2B5EF4-FFF2-40B4-BE49-F238E27FC236}">
                  <a16:creationId xmlns:a16="http://schemas.microsoft.com/office/drawing/2014/main" id="{27030282-CEB3-404F-893D-DB9FF3DA92DD}"/>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39971" name="Group 11">
              <a:extLst>
                <a:ext uri="{FF2B5EF4-FFF2-40B4-BE49-F238E27FC236}">
                  <a16:creationId xmlns:a16="http://schemas.microsoft.com/office/drawing/2014/main" id="{B9294427-9AFD-4BE7-93CC-B742E98E92EF}"/>
                </a:ext>
              </a:extLst>
            </p:cNvPr>
            <p:cNvGrpSpPr>
              <a:grpSpLocks/>
            </p:cNvGrpSpPr>
            <p:nvPr/>
          </p:nvGrpSpPr>
          <p:grpSpPr bwMode="auto">
            <a:xfrm>
              <a:off x="652" y="768"/>
              <a:ext cx="3428" cy="1728"/>
              <a:chOff x="652" y="768"/>
              <a:chExt cx="3428" cy="1728"/>
            </a:xfrm>
          </p:grpSpPr>
          <p:sp>
            <p:nvSpPr>
              <p:cNvPr id="39972" name="Line 12">
                <a:extLst>
                  <a:ext uri="{FF2B5EF4-FFF2-40B4-BE49-F238E27FC236}">
                    <a16:creationId xmlns:a16="http://schemas.microsoft.com/office/drawing/2014/main" id="{22500ED1-3F34-4E00-B235-A3D0D025CBC4}"/>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73" name="Line 13">
                <a:extLst>
                  <a:ext uri="{FF2B5EF4-FFF2-40B4-BE49-F238E27FC236}">
                    <a16:creationId xmlns:a16="http://schemas.microsoft.com/office/drawing/2014/main" id="{A98494C3-AFC0-4D06-81DE-99EAEE326868}"/>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74" name="Line 14">
                <a:extLst>
                  <a:ext uri="{FF2B5EF4-FFF2-40B4-BE49-F238E27FC236}">
                    <a16:creationId xmlns:a16="http://schemas.microsoft.com/office/drawing/2014/main" id="{1ABE7E4C-241F-42FC-AB9F-F6A1AD66C394}"/>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75" name="Line 15">
                <a:extLst>
                  <a:ext uri="{FF2B5EF4-FFF2-40B4-BE49-F238E27FC236}">
                    <a16:creationId xmlns:a16="http://schemas.microsoft.com/office/drawing/2014/main" id="{8B902A0C-0D87-4869-80F3-CDA28A91D9AE}"/>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76" name="Line 16">
                <a:extLst>
                  <a:ext uri="{FF2B5EF4-FFF2-40B4-BE49-F238E27FC236}">
                    <a16:creationId xmlns:a16="http://schemas.microsoft.com/office/drawing/2014/main" id="{4F8198FF-263C-4400-BAD6-1B4FB538FE6F}"/>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77" name="Line 17">
                <a:extLst>
                  <a:ext uri="{FF2B5EF4-FFF2-40B4-BE49-F238E27FC236}">
                    <a16:creationId xmlns:a16="http://schemas.microsoft.com/office/drawing/2014/main" id="{4EEE4085-54DD-432B-82C6-67BA964A03F0}"/>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78" name="Line 18">
                <a:extLst>
                  <a:ext uri="{FF2B5EF4-FFF2-40B4-BE49-F238E27FC236}">
                    <a16:creationId xmlns:a16="http://schemas.microsoft.com/office/drawing/2014/main" id="{9E3B672B-F2AA-44F4-80DC-906C177BF557}"/>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79" name="Text Box 19">
                <a:extLst>
                  <a:ext uri="{FF2B5EF4-FFF2-40B4-BE49-F238E27FC236}">
                    <a16:creationId xmlns:a16="http://schemas.microsoft.com/office/drawing/2014/main" id="{750E500B-F8EE-467B-A934-2A17F1110112}"/>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80" name="Text Box 20">
                <a:extLst>
                  <a:ext uri="{FF2B5EF4-FFF2-40B4-BE49-F238E27FC236}">
                    <a16:creationId xmlns:a16="http://schemas.microsoft.com/office/drawing/2014/main" id="{D58F9DE6-CD36-4BC0-BA45-7774AAE4CB2E}"/>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81" name="Text Box 21">
                <a:extLst>
                  <a:ext uri="{FF2B5EF4-FFF2-40B4-BE49-F238E27FC236}">
                    <a16:creationId xmlns:a16="http://schemas.microsoft.com/office/drawing/2014/main" id="{06BD53BC-364F-4898-822E-628BDD3DEF11}"/>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82" name="Text Box 22">
                <a:extLst>
                  <a:ext uri="{FF2B5EF4-FFF2-40B4-BE49-F238E27FC236}">
                    <a16:creationId xmlns:a16="http://schemas.microsoft.com/office/drawing/2014/main" id="{3C49EFA0-5820-4599-A2AF-AFFB62239B4E}"/>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83" name="Text Box 23">
                <a:extLst>
                  <a:ext uri="{FF2B5EF4-FFF2-40B4-BE49-F238E27FC236}">
                    <a16:creationId xmlns:a16="http://schemas.microsoft.com/office/drawing/2014/main" id="{EC2FD4F0-58CD-4602-A11E-6146C4405482}"/>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84" name="Text Box 24">
                <a:extLst>
                  <a:ext uri="{FF2B5EF4-FFF2-40B4-BE49-F238E27FC236}">
                    <a16:creationId xmlns:a16="http://schemas.microsoft.com/office/drawing/2014/main" id="{76D34908-1996-40A5-90E2-1074F87DF46B}"/>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85" name="Line 25">
                <a:extLst>
                  <a:ext uri="{FF2B5EF4-FFF2-40B4-BE49-F238E27FC236}">
                    <a16:creationId xmlns:a16="http://schemas.microsoft.com/office/drawing/2014/main" id="{E3C0EB68-9583-49E1-A0E5-B9986478301E}"/>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86" name="Line 26">
                <a:extLst>
                  <a:ext uri="{FF2B5EF4-FFF2-40B4-BE49-F238E27FC236}">
                    <a16:creationId xmlns:a16="http://schemas.microsoft.com/office/drawing/2014/main" id="{794E7181-D3B7-45EB-A14B-FDB2EDAD6C58}"/>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87" name="Line 27">
                <a:extLst>
                  <a:ext uri="{FF2B5EF4-FFF2-40B4-BE49-F238E27FC236}">
                    <a16:creationId xmlns:a16="http://schemas.microsoft.com/office/drawing/2014/main" id="{6F15CB05-E516-4CC7-84BD-6B5353B82CC4}"/>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88" name="Line 28">
                <a:extLst>
                  <a:ext uri="{FF2B5EF4-FFF2-40B4-BE49-F238E27FC236}">
                    <a16:creationId xmlns:a16="http://schemas.microsoft.com/office/drawing/2014/main" id="{6F90B145-1F0C-469E-BFD2-104C746F1C86}"/>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89" name="Line 29">
                <a:extLst>
                  <a:ext uri="{FF2B5EF4-FFF2-40B4-BE49-F238E27FC236}">
                    <a16:creationId xmlns:a16="http://schemas.microsoft.com/office/drawing/2014/main" id="{75FCA931-CAD0-483C-BFBB-8A292179D253}"/>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90" name="Line 30">
                <a:extLst>
                  <a:ext uri="{FF2B5EF4-FFF2-40B4-BE49-F238E27FC236}">
                    <a16:creationId xmlns:a16="http://schemas.microsoft.com/office/drawing/2014/main" id="{2CF273F8-F276-4DCC-B518-8CEA9E67D215}"/>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91" name="Text Box 31">
                <a:extLst>
                  <a:ext uri="{FF2B5EF4-FFF2-40B4-BE49-F238E27FC236}">
                    <a16:creationId xmlns:a16="http://schemas.microsoft.com/office/drawing/2014/main" id="{14012A7A-4EF9-4BFD-8153-98755EB51FA8}"/>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92" name="Text Box 32">
                <a:extLst>
                  <a:ext uri="{FF2B5EF4-FFF2-40B4-BE49-F238E27FC236}">
                    <a16:creationId xmlns:a16="http://schemas.microsoft.com/office/drawing/2014/main" id="{A9721775-6CFD-4CCA-9AD4-FEAF26FEC392}"/>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9993" name="Text Box 33">
                <a:extLst>
                  <a:ext uri="{FF2B5EF4-FFF2-40B4-BE49-F238E27FC236}">
                    <a16:creationId xmlns:a16="http://schemas.microsoft.com/office/drawing/2014/main" id="{E663DE37-254C-4ED5-A82B-E5BFF66450FF}"/>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39994" name="Text Box 34">
                <a:extLst>
                  <a:ext uri="{FF2B5EF4-FFF2-40B4-BE49-F238E27FC236}">
                    <a16:creationId xmlns:a16="http://schemas.microsoft.com/office/drawing/2014/main" id="{1C1FFBD4-AF21-41F1-9537-6E026EE5DFD8}"/>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9995" name="Text Box 35">
                <a:extLst>
                  <a:ext uri="{FF2B5EF4-FFF2-40B4-BE49-F238E27FC236}">
                    <a16:creationId xmlns:a16="http://schemas.microsoft.com/office/drawing/2014/main" id="{AE0A4A8C-74D9-40DA-8BA6-EE615FD87FD5}"/>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9996" name="Text Box 36">
                <a:extLst>
                  <a:ext uri="{FF2B5EF4-FFF2-40B4-BE49-F238E27FC236}">
                    <a16:creationId xmlns:a16="http://schemas.microsoft.com/office/drawing/2014/main" id="{AB3C487C-F08B-4387-A0C8-28502E64E8FB}"/>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9997" name="Text Box 37">
                <a:extLst>
                  <a:ext uri="{FF2B5EF4-FFF2-40B4-BE49-F238E27FC236}">
                    <a16:creationId xmlns:a16="http://schemas.microsoft.com/office/drawing/2014/main" id="{3909120F-5A8F-461B-A692-5E338B90F72D}"/>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98" name="Text Box 38">
                <a:extLst>
                  <a:ext uri="{FF2B5EF4-FFF2-40B4-BE49-F238E27FC236}">
                    <a16:creationId xmlns:a16="http://schemas.microsoft.com/office/drawing/2014/main" id="{334B04FC-38C0-45D3-B932-B5D9784A6ABD}"/>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39999" name="Text Box 39">
                <a:extLst>
                  <a:ext uri="{FF2B5EF4-FFF2-40B4-BE49-F238E27FC236}">
                    <a16:creationId xmlns:a16="http://schemas.microsoft.com/office/drawing/2014/main" id="{C10ADD95-516B-4367-AA9A-4D594244B4FE}"/>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40000" name="Text Box 40">
                <a:extLst>
                  <a:ext uri="{FF2B5EF4-FFF2-40B4-BE49-F238E27FC236}">
                    <a16:creationId xmlns:a16="http://schemas.microsoft.com/office/drawing/2014/main" id="{DBB06A2C-1E4F-49B2-B2AB-C5576E78FA94}"/>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0001" name="Text Box 41">
                <a:extLst>
                  <a:ext uri="{FF2B5EF4-FFF2-40B4-BE49-F238E27FC236}">
                    <a16:creationId xmlns:a16="http://schemas.microsoft.com/office/drawing/2014/main" id="{8859E309-A258-4B5E-BDD4-332B3267F75B}"/>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0002" name="Text Box 42">
                <a:extLst>
                  <a:ext uri="{FF2B5EF4-FFF2-40B4-BE49-F238E27FC236}">
                    <a16:creationId xmlns:a16="http://schemas.microsoft.com/office/drawing/2014/main" id="{A2C9E5AF-AFDE-49C8-B7C0-9880BBE4A38B}"/>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39941" name="Text Box 43">
            <a:extLst>
              <a:ext uri="{FF2B5EF4-FFF2-40B4-BE49-F238E27FC236}">
                <a16:creationId xmlns:a16="http://schemas.microsoft.com/office/drawing/2014/main" id="{0055166A-EB1D-4FBA-AD48-0C766454ABA6}"/>
              </a:ext>
            </a:extLst>
          </p:cNvPr>
          <p:cNvSpPr txBox="1">
            <a:spLocks noChangeArrowheads="1"/>
          </p:cNvSpPr>
          <p:nvPr/>
        </p:nvSpPr>
        <p:spPr bwMode="auto">
          <a:xfrm>
            <a:off x="6607175" y="1752600"/>
            <a:ext cx="1774825"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400" b="0">
                <a:solidFill>
                  <a:srgbClr val="FF0000"/>
                </a:solidFill>
                <a:latin typeface="Times New Roman" panose="02020603050405020304" pitchFamily="18" charset="0"/>
                <a:ea typeface="SimSun" panose="02010600030101010101" pitchFamily="2" charset="-122"/>
              </a:rPr>
              <a:t>i=3</a:t>
            </a:r>
          </a:p>
          <a:p>
            <a:pPr>
              <a:lnSpc>
                <a:spcPct val="110000"/>
              </a:lnSpc>
            </a:pPr>
            <a:r>
              <a:rPr lang="en-US" altLang="zh-CN" sz="2400" b="0">
                <a:latin typeface="Times New Roman" panose="02020603050405020304" pitchFamily="18" charset="0"/>
                <a:ea typeface="SimSun" panose="02010600030101010101" pitchFamily="2" charset="-122"/>
              </a:rPr>
              <a:t>k= 5</a:t>
            </a:r>
          </a:p>
          <a:p>
            <a:pPr>
              <a:lnSpc>
                <a:spcPct val="110000"/>
              </a:lnSpc>
            </a:pPr>
            <a:r>
              <a:rPr lang="en-US" altLang="zh-CN" sz="2400" b="0">
                <a:latin typeface="Times New Roman" panose="02020603050405020304" pitchFamily="18" charset="0"/>
                <a:ea typeface="SimSun" panose="02010600030101010101" pitchFamily="2" charset="-122"/>
              </a:rPr>
              <a:t>b</a:t>
            </a:r>
            <a:r>
              <a:rPr lang="en-US" altLang="zh-CN" sz="2400" b="0" baseline="-25000">
                <a:latin typeface="Times New Roman" panose="02020603050405020304" pitchFamily="18" charset="0"/>
                <a:ea typeface="SimSun" panose="02010600030101010101" pitchFamily="2" charset="-122"/>
              </a:rPr>
              <a:t>i</a:t>
            </a:r>
            <a:r>
              <a:rPr lang="en-US" altLang="zh-CN" sz="2400" b="0">
                <a:latin typeface="Times New Roman" panose="02020603050405020304" pitchFamily="18" charset="0"/>
                <a:ea typeface="SimSun" panose="02010600030101010101" pitchFamily="2" charset="-122"/>
              </a:rPr>
              <a:t>=5</a:t>
            </a:r>
          </a:p>
          <a:p>
            <a:pPr>
              <a:lnSpc>
                <a:spcPct val="110000"/>
              </a:lnSpc>
            </a:pPr>
            <a:r>
              <a:rPr lang="en-US" altLang="zh-CN" sz="2400" b="0">
                <a:latin typeface="Times New Roman" panose="02020603050405020304" pitchFamily="18" charset="0"/>
                <a:ea typeface="SimSun" panose="02010600030101010101" pitchFamily="2" charset="-122"/>
              </a:rPr>
              <a:t>w</a:t>
            </a:r>
            <a:r>
              <a:rPr lang="en-US" altLang="zh-CN" sz="2400" b="0" baseline="-25000">
                <a:latin typeface="Times New Roman" panose="02020603050405020304" pitchFamily="18" charset="0"/>
                <a:ea typeface="SimSun" panose="02010600030101010101" pitchFamily="2" charset="-122"/>
              </a:rPr>
              <a:t>i</a:t>
            </a:r>
            <a:r>
              <a:rPr lang="en-US" altLang="zh-CN" sz="2400" b="0">
                <a:latin typeface="Times New Roman" panose="02020603050405020304" pitchFamily="18" charset="0"/>
                <a:ea typeface="SimSun" panose="02010600030101010101" pitchFamily="2" charset="-122"/>
              </a:rPr>
              <a:t>=4</a:t>
            </a:r>
          </a:p>
          <a:p>
            <a:pPr>
              <a:lnSpc>
                <a:spcPct val="110000"/>
              </a:lnSpc>
            </a:pPr>
            <a:r>
              <a:rPr kumimoji="1" lang="en-US" altLang="zh-CN" sz="2400" b="0" i="1">
                <a:solidFill>
                  <a:srgbClr val="FF0000"/>
                </a:solidFill>
                <a:latin typeface="Times New Roman" panose="02020603050405020304" pitchFamily="18" charset="0"/>
                <a:ea typeface="SimSun" panose="02010600030101010101" pitchFamily="2" charset="-122"/>
              </a:rPr>
              <a:t>V[i,k</a:t>
            </a:r>
            <a:r>
              <a:rPr kumimoji="1" lang="en-US" altLang="zh-CN" sz="2400" b="0">
                <a:solidFill>
                  <a:srgbClr val="FF0000"/>
                </a:solidFill>
                <a:latin typeface="Times New Roman" panose="02020603050405020304" pitchFamily="18" charset="0"/>
                <a:ea typeface="SimSun" panose="02010600030101010101" pitchFamily="2" charset="-122"/>
              </a:rPr>
              <a:t>] </a:t>
            </a:r>
            <a:r>
              <a:rPr lang="en-US" altLang="zh-CN" sz="2400" b="0">
                <a:solidFill>
                  <a:srgbClr val="FF0000"/>
                </a:solidFill>
                <a:latin typeface="Times New Roman" panose="02020603050405020304" pitchFamily="18" charset="0"/>
                <a:ea typeface="SimSun" panose="02010600030101010101" pitchFamily="2" charset="-122"/>
              </a:rPr>
              <a:t>=</a:t>
            </a:r>
            <a:r>
              <a:rPr kumimoji="1" lang="en-US" altLang="zh-CN" sz="2400" b="0">
                <a:solidFill>
                  <a:srgbClr val="FF0000"/>
                </a:solidFill>
                <a:latin typeface="Times New Roman" panose="02020603050405020304" pitchFamily="18" charset="0"/>
                <a:ea typeface="SimSun" panose="02010600030101010101" pitchFamily="2" charset="-122"/>
                <a:sym typeface="Symbol" panose="05050102010706020507" pitchFamily="18" charset="2"/>
              </a:rPr>
              <a:t> 7</a:t>
            </a:r>
          </a:p>
          <a:p>
            <a:pPr>
              <a:lnSpc>
                <a:spcPct val="110000"/>
              </a:lnSpc>
            </a:pPr>
            <a:r>
              <a:rPr kumimoji="1" lang="en-US" altLang="zh-CN" sz="2400" b="0" i="1">
                <a:solidFill>
                  <a:srgbClr val="FF0000"/>
                </a:solidFill>
                <a:latin typeface="Times New Roman" panose="02020603050405020304" pitchFamily="18" charset="0"/>
                <a:ea typeface="SimSun" panose="02010600030101010101" pitchFamily="2" charset="-122"/>
              </a:rPr>
              <a:t>V[i</a:t>
            </a:r>
            <a:r>
              <a:rPr kumimoji="1" lang="en-US" altLang="zh-CN" sz="2400" b="0" i="1">
                <a:solidFill>
                  <a:srgbClr val="FF0000"/>
                </a:solidFill>
                <a:latin typeface="Times New Roman" panose="02020603050405020304" pitchFamily="18" charset="0"/>
                <a:ea typeface="SimSun" panose="02010600030101010101" pitchFamily="2" charset="-122"/>
                <a:sym typeface="Symbol" panose="05050102010706020507" pitchFamily="18" charset="2"/>
              </a:rPr>
              <a:t></a:t>
            </a:r>
            <a:r>
              <a:rPr kumimoji="1" lang="en-US" altLang="zh-CN" sz="2400" b="0" i="1">
                <a:solidFill>
                  <a:srgbClr val="FF0000"/>
                </a:solidFill>
                <a:latin typeface="Times New Roman" panose="02020603050405020304" pitchFamily="18" charset="0"/>
                <a:ea typeface="SimSun" panose="02010600030101010101" pitchFamily="2" charset="-122"/>
              </a:rPr>
              <a:t>1,k</a:t>
            </a:r>
            <a:r>
              <a:rPr kumimoji="1" lang="en-US" altLang="zh-CN" sz="2400" b="0">
                <a:solidFill>
                  <a:srgbClr val="FF0000"/>
                </a:solidFill>
                <a:latin typeface="Times New Roman" panose="02020603050405020304" pitchFamily="18" charset="0"/>
                <a:ea typeface="SimSun" panose="02010600030101010101" pitchFamily="2" charset="-122"/>
              </a:rPr>
              <a:t>] </a:t>
            </a:r>
            <a:r>
              <a:rPr lang="en-US" altLang="zh-CN" sz="2400" b="0">
                <a:solidFill>
                  <a:srgbClr val="FF0000"/>
                </a:solidFill>
                <a:latin typeface="Times New Roman" panose="02020603050405020304" pitchFamily="18" charset="0"/>
                <a:ea typeface="SimSun" panose="02010600030101010101" pitchFamily="2" charset="-122"/>
              </a:rPr>
              <a:t>=7</a:t>
            </a:r>
          </a:p>
        </p:txBody>
      </p:sp>
      <p:sp>
        <p:nvSpPr>
          <p:cNvPr id="39942" name="Text Box 44">
            <a:extLst>
              <a:ext uri="{FF2B5EF4-FFF2-40B4-BE49-F238E27FC236}">
                <a16:creationId xmlns:a16="http://schemas.microsoft.com/office/drawing/2014/main" id="{FAB6F04F-D37A-4022-B44C-57B5CC393DBA}"/>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9943" name="Text Box 45">
            <a:extLst>
              <a:ext uri="{FF2B5EF4-FFF2-40B4-BE49-F238E27FC236}">
                <a16:creationId xmlns:a16="http://schemas.microsoft.com/office/drawing/2014/main" id="{CD43302E-C5AC-481B-B202-B68C509A5831}"/>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9944" name="Text Box 46">
            <a:extLst>
              <a:ext uri="{FF2B5EF4-FFF2-40B4-BE49-F238E27FC236}">
                <a16:creationId xmlns:a16="http://schemas.microsoft.com/office/drawing/2014/main" id="{D2A7331E-49AB-4E1E-8004-225B0A526538}"/>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9945" name="Text Box 47">
            <a:extLst>
              <a:ext uri="{FF2B5EF4-FFF2-40B4-BE49-F238E27FC236}">
                <a16:creationId xmlns:a16="http://schemas.microsoft.com/office/drawing/2014/main" id="{A0A8D66D-B4C1-407C-A547-F3A9135A2F45}"/>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9946" name="Text Box 48">
            <a:extLst>
              <a:ext uri="{FF2B5EF4-FFF2-40B4-BE49-F238E27FC236}">
                <a16:creationId xmlns:a16="http://schemas.microsoft.com/office/drawing/2014/main" id="{640B942D-215E-4C8F-AC95-BD99F7BB7BC6}"/>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47" name="Text Box 49">
            <a:extLst>
              <a:ext uri="{FF2B5EF4-FFF2-40B4-BE49-F238E27FC236}">
                <a16:creationId xmlns:a16="http://schemas.microsoft.com/office/drawing/2014/main" id="{38E31D9D-FEE0-40DE-B290-262923860041}"/>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9948" name="Text Box 50">
            <a:extLst>
              <a:ext uri="{FF2B5EF4-FFF2-40B4-BE49-F238E27FC236}">
                <a16:creationId xmlns:a16="http://schemas.microsoft.com/office/drawing/2014/main" id="{639611E3-64A2-4986-A603-F7CC786042C4}"/>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9949" name="Text Box 51">
            <a:extLst>
              <a:ext uri="{FF2B5EF4-FFF2-40B4-BE49-F238E27FC236}">
                <a16:creationId xmlns:a16="http://schemas.microsoft.com/office/drawing/2014/main" id="{234FA7B4-56FC-4395-B5E2-615AFEBF395C}"/>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9950" name="Text Box 52">
            <a:extLst>
              <a:ext uri="{FF2B5EF4-FFF2-40B4-BE49-F238E27FC236}">
                <a16:creationId xmlns:a16="http://schemas.microsoft.com/office/drawing/2014/main" id="{615C142A-D8AC-4A65-81CE-133F487D7137}"/>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39951" name="Text Box 53">
            <a:extLst>
              <a:ext uri="{FF2B5EF4-FFF2-40B4-BE49-F238E27FC236}">
                <a16:creationId xmlns:a16="http://schemas.microsoft.com/office/drawing/2014/main" id="{EEA956D6-C819-4195-9376-999270A7AFD9}"/>
              </a:ext>
            </a:extLst>
          </p:cNvPr>
          <p:cNvSpPr txBox="1">
            <a:spLocks noChangeArrowheads="1"/>
          </p:cNvSpPr>
          <p:nvPr/>
        </p:nvSpPr>
        <p:spPr bwMode="auto">
          <a:xfrm>
            <a:off x="25146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52" name="Text Box 54">
            <a:extLst>
              <a:ext uri="{FF2B5EF4-FFF2-40B4-BE49-F238E27FC236}">
                <a16:creationId xmlns:a16="http://schemas.microsoft.com/office/drawing/2014/main" id="{55EBCC07-44FA-44CA-B7D8-2E7550B4CF6D}"/>
              </a:ext>
            </a:extLst>
          </p:cNvPr>
          <p:cNvSpPr txBox="1">
            <a:spLocks noChangeArrowheads="1"/>
          </p:cNvSpPr>
          <p:nvPr/>
        </p:nvSpPr>
        <p:spPr bwMode="auto">
          <a:xfrm>
            <a:off x="33528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9953" name="Text Box 55">
            <a:extLst>
              <a:ext uri="{FF2B5EF4-FFF2-40B4-BE49-F238E27FC236}">
                <a16:creationId xmlns:a16="http://schemas.microsoft.com/office/drawing/2014/main" id="{EF326823-831C-4CB7-9109-8B80AE356E3D}"/>
              </a:ext>
            </a:extLst>
          </p:cNvPr>
          <p:cNvSpPr txBox="1">
            <a:spLocks noChangeArrowheads="1"/>
          </p:cNvSpPr>
          <p:nvPr/>
        </p:nvSpPr>
        <p:spPr bwMode="auto">
          <a:xfrm>
            <a:off x="41910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9954" name="Text Box 56">
            <a:extLst>
              <a:ext uri="{FF2B5EF4-FFF2-40B4-BE49-F238E27FC236}">
                <a16:creationId xmlns:a16="http://schemas.microsoft.com/office/drawing/2014/main" id="{0144CE43-C29A-45CB-8C02-A5B3D5A6F4D1}"/>
              </a:ext>
            </a:extLst>
          </p:cNvPr>
          <p:cNvSpPr txBox="1">
            <a:spLocks noChangeArrowheads="1"/>
          </p:cNvSpPr>
          <p:nvPr/>
        </p:nvSpPr>
        <p:spPr bwMode="auto">
          <a:xfrm>
            <a:off x="1752600" y="4556125"/>
            <a:ext cx="6934200"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i=n, k=W</a:t>
            </a:r>
          </a:p>
          <a:p>
            <a:pPr>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while i,k &gt; 0</a:t>
            </a:r>
          </a:p>
          <a:p>
            <a:pPr lvl="1">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if </a:t>
            </a:r>
            <a:r>
              <a:rPr kumimoji="1" lang="en-US" altLang="zh-CN" sz="2000" b="0" i="1">
                <a:latin typeface="Times New Roman" panose="02020603050405020304" pitchFamily="18" charset="0"/>
                <a:ea typeface="SimSun" panose="02010600030101010101" pitchFamily="2" charset="-122"/>
              </a:rPr>
              <a:t>V[i,k</a:t>
            </a:r>
            <a:r>
              <a:rPr kumimoji="1" lang="en-US" altLang="zh-CN" sz="2000" b="0">
                <a:latin typeface="Times New Roman" panose="02020603050405020304" pitchFamily="18" charset="0"/>
                <a:ea typeface="SimSun" panose="02010600030101010101" pitchFamily="2" charset="-122"/>
              </a:rPr>
              <a:t>] </a:t>
            </a:r>
            <a:r>
              <a:rPr kumimoji="1" lang="en-US" altLang="zh-CN" sz="2000" b="0">
                <a:latin typeface="Times New Roman" panose="02020603050405020304" pitchFamily="18" charset="0"/>
                <a:ea typeface="SimSun" panose="02010600030101010101" pitchFamily="2" charset="-122"/>
                <a:sym typeface="Symbol" panose="05050102010706020507" pitchFamily="18" charset="2"/>
              </a:rPr>
              <a:t> </a:t>
            </a:r>
            <a:r>
              <a:rPr kumimoji="1" lang="en-US" altLang="zh-CN" sz="2000" b="0" i="1">
                <a:latin typeface="Times New Roman" panose="02020603050405020304" pitchFamily="18" charset="0"/>
                <a:ea typeface="SimSun" panose="02010600030101010101" pitchFamily="2" charset="-122"/>
              </a:rPr>
              <a:t>V[i</a:t>
            </a:r>
            <a:r>
              <a:rPr kumimoji="1" lang="en-US" altLang="zh-CN" sz="20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2000" b="0" i="1">
                <a:latin typeface="Times New Roman" panose="02020603050405020304" pitchFamily="18" charset="0"/>
                <a:ea typeface="SimSun" panose="02010600030101010101" pitchFamily="2" charset="-122"/>
              </a:rPr>
              <a:t>1,k</a:t>
            </a:r>
            <a:r>
              <a:rPr kumimoji="1" lang="en-US" altLang="zh-CN" sz="2000" b="0">
                <a:latin typeface="Times New Roman" panose="02020603050405020304" pitchFamily="18" charset="0"/>
                <a:ea typeface="SimSun" panose="02010600030101010101" pitchFamily="2" charset="-122"/>
              </a:rPr>
              <a:t>] then </a:t>
            </a:r>
          </a:p>
          <a:p>
            <a:pPr lvl="1">
              <a:lnSpc>
                <a:spcPct val="90000"/>
              </a:lnSpc>
              <a:spcBef>
                <a:spcPct val="20000"/>
              </a:spcBef>
              <a:buClr>
                <a:schemeClr val="accent1"/>
              </a:buClr>
              <a:buSzPct val="70000"/>
              <a:buFont typeface="Monotype Sorts" pitchFamily="80" charset="2"/>
              <a:buNone/>
            </a:pPr>
            <a:r>
              <a:rPr kumimoji="1" lang="en-US" altLang="zh-CN" sz="1800" b="0">
                <a:solidFill>
                  <a:schemeClr val="accent1"/>
                </a:solidFill>
                <a:latin typeface="Times New Roman" panose="02020603050405020304" pitchFamily="18" charset="0"/>
                <a:ea typeface="SimSun" panose="02010600030101010101" pitchFamily="2" charset="-122"/>
              </a:rPr>
              <a:t>	</a:t>
            </a:r>
            <a:r>
              <a:rPr kumimoji="1" lang="en-US" altLang="zh-CN" sz="1800" b="0">
                <a:latin typeface="Times New Roman" panose="02020603050405020304" pitchFamily="18" charset="0"/>
                <a:ea typeface="SimSun" panose="02010600030101010101" pitchFamily="2" charset="-122"/>
              </a:rPr>
              <a:t>mark the </a:t>
            </a:r>
            <a:r>
              <a:rPr kumimoji="1" lang="en-US" altLang="zh-CN" sz="1800" b="0" i="1">
                <a:latin typeface="Times New Roman" panose="02020603050405020304" pitchFamily="18" charset="0"/>
                <a:ea typeface="SimSun" panose="02010600030101010101" pitchFamily="2" charset="-122"/>
              </a:rPr>
              <a:t>i</a:t>
            </a:r>
            <a:r>
              <a:rPr kumimoji="1" lang="en-US" altLang="zh-CN" sz="1800" b="0" baseline="30000">
                <a:latin typeface="Times New Roman" panose="02020603050405020304" pitchFamily="18" charset="0"/>
                <a:ea typeface="SimSun" panose="02010600030101010101" pitchFamily="2" charset="-122"/>
              </a:rPr>
              <a:t>th</a:t>
            </a:r>
            <a:r>
              <a:rPr kumimoji="1" lang="en-US" altLang="zh-CN" sz="1800" b="0">
                <a:latin typeface="Times New Roman" panose="02020603050405020304" pitchFamily="18" charset="0"/>
                <a:ea typeface="SimSun" panose="02010600030101010101" pitchFamily="2" charset="-122"/>
              </a:rPr>
              <a:t> item as in the knapsack</a:t>
            </a:r>
          </a:p>
          <a:p>
            <a:pPr lvl="1">
              <a:lnSpc>
                <a:spcPct val="90000"/>
              </a:lnSpc>
              <a:spcBef>
                <a:spcPct val="20000"/>
              </a:spcBef>
              <a:buClr>
                <a:schemeClr val="accent1"/>
              </a:buClr>
              <a:buSzPct val="70000"/>
              <a:buFont typeface="Monotype Sorts" pitchFamily="80" charset="2"/>
              <a:buNone/>
            </a:pP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i </a:t>
            </a: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i</a:t>
            </a:r>
            <a:r>
              <a:rPr kumimoji="1" lang="en-US" altLang="zh-CN" sz="18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b="0" i="1">
                <a:latin typeface="Times New Roman" panose="02020603050405020304" pitchFamily="18" charset="0"/>
                <a:ea typeface="SimSun" panose="02010600030101010101" pitchFamily="2" charset="-122"/>
              </a:rPr>
              <a:t>1</a:t>
            </a: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k</a:t>
            </a:r>
            <a:r>
              <a:rPr kumimoji="1" lang="en-US" altLang="zh-CN" sz="1800" b="0">
                <a:latin typeface="Times New Roman" panose="02020603050405020304" pitchFamily="18" charset="0"/>
                <a:ea typeface="SimSun" panose="02010600030101010101" pitchFamily="2" charset="-122"/>
              </a:rPr>
              <a:t> = </a:t>
            </a:r>
            <a:r>
              <a:rPr kumimoji="1" lang="en-US" altLang="zh-CN" sz="1800" b="0" i="1">
                <a:latin typeface="Times New Roman" panose="02020603050405020304" pitchFamily="18" charset="0"/>
                <a:ea typeface="SimSun" panose="02010600030101010101" pitchFamily="2" charset="-122"/>
              </a:rPr>
              <a:t>k-w</a:t>
            </a:r>
            <a:r>
              <a:rPr kumimoji="1" lang="en-US" altLang="zh-CN" sz="1800" b="0" i="1" baseline="-25000">
                <a:latin typeface="Times New Roman" panose="02020603050405020304" pitchFamily="18" charset="0"/>
                <a:ea typeface="SimSun" panose="02010600030101010101" pitchFamily="2" charset="-122"/>
              </a:rPr>
              <a:t>i</a:t>
            </a:r>
            <a:endParaRPr kumimoji="1" lang="en-US" altLang="zh-CN" sz="2000" b="0">
              <a:latin typeface="Times New Roman" panose="02020603050405020304" pitchFamily="18" charset="0"/>
              <a:ea typeface="SimSun" panose="02010600030101010101" pitchFamily="2" charset="-122"/>
            </a:endParaRPr>
          </a:p>
          <a:p>
            <a:pPr lvl="1">
              <a:lnSpc>
                <a:spcPct val="90000"/>
              </a:lnSpc>
              <a:spcBef>
                <a:spcPct val="20000"/>
              </a:spcBef>
            </a:pPr>
            <a:r>
              <a:rPr kumimoji="1" lang="en-US" altLang="zh-CN" sz="1800" b="0">
                <a:solidFill>
                  <a:srgbClr val="FF0000"/>
                </a:solidFill>
                <a:latin typeface="Times New Roman" panose="02020603050405020304" pitchFamily="18" charset="0"/>
                <a:ea typeface="SimSun" panose="02010600030101010101" pitchFamily="2" charset="-122"/>
              </a:rPr>
              <a:t>else</a:t>
            </a:r>
            <a:r>
              <a:rPr kumimoji="1" lang="en-US" altLang="zh-CN" sz="1800" b="0" i="1">
                <a:latin typeface="Times New Roman" panose="02020603050405020304" pitchFamily="18" charset="0"/>
                <a:ea typeface="SimSun" panose="02010600030101010101" pitchFamily="2" charset="-122"/>
              </a:rPr>
              <a:t> </a:t>
            </a:r>
          </a:p>
          <a:p>
            <a:pPr lvl="1">
              <a:lnSpc>
                <a:spcPct val="90000"/>
              </a:lnSpc>
              <a:spcBef>
                <a:spcPct val="20000"/>
              </a:spcBef>
            </a:pPr>
            <a:r>
              <a:rPr kumimoji="1" lang="en-US" altLang="zh-CN" sz="1800" b="0" i="1">
                <a:latin typeface="Times New Roman" panose="02020603050405020304" pitchFamily="18" charset="0"/>
                <a:ea typeface="SimSun" panose="02010600030101010101" pitchFamily="2" charset="-122"/>
              </a:rPr>
              <a:t>	</a:t>
            </a:r>
            <a:r>
              <a:rPr kumimoji="1" lang="en-US" altLang="zh-CN" sz="1800" i="1">
                <a:latin typeface="Times New Roman" panose="02020603050405020304" pitchFamily="18" charset="0"/>
                <a:ea typeface="SimSun" panose="02010600030101010101" pitchFamily="2" charset="-122"/>
              </a:rPr>
              <a:t>i </a:t>
            </a:r>
            <a:r>
              <a:rPr kumimoji="1" lang="en-US" altLang="zh-CN" sz="1800">
                <a:latin typeface="Times New Roman" panose="02020603050405020304" pitchFamily="18" charset="0"/>
                <a:ea typeface="SimSun" panose="02010600030101010101" pitchFamily="2" charset="-122"/>
              </a:rPr>
              <a:t>= </a:t>
            </a:r>
            <a:r>
              <a:rPr kumimoji="1" lang="en-US" altLang="zh-CN" sz="1800" i="1">
                <a:latin typeface="Times New Roman" panose="02020603050405020304" pitchFamily="18" charset="0"/>
                <a:ea typeface="SimSun" panose="02010600030101010101" pitchFamily="2" charset="-122"/>
              </a:rPr>
              <a:t>i</a:t>
            </a:r>
            <a:r>
              <a:rPr kumimoji="1" lang="en-US" altLang="zh-CN" sz="180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i="1">
                <a:latin typeface="Times New Roman" panose="02020603050405020304" pitchFamily="18" charset="0"/>
                <a:ea typeface="SimSun" panose="02010600030101010101" pitchFamily="2" charset="-122"/>
              </a:rPr>
              <a:t>1</a:t>
            </a:r>
            <a:endParaRPr kumimoji="1" lang="en-US" altLang="zh-CN" sz="1800" i="1" baseline="-25000">
              <a:latin typeface="Times New Roman" panose="02020603050405020304" pitchFamily="18" charset="0"/>
              <a:ea typeface="SimSun" panose="02010600030101010101" pitchFamily="2" charset="-122"/>
            </a:endParaRPr>
          </a:p>
        </p:txBody>
      </p:sp>
      <p:sp>
        <p:nvSpPr>
          <p:cNvPr id="39955" name="Text Box 57">
            <a:extLst>
              <a:ext uri="{FF2B5EF4-FFF2-40B4-BE49-F238E27FC236}">
                <a16:creationId xmlns:a16="http://schemas.microsoft.com/office/drawing/2014/main" id="{39BAAFC2-CE5F-4E0B-A8EB-5618534B503D}"/>
              </a:ext>
            </a:extLst>
          </p:cNvPr>
          <p:cNvSpPr txBox="1">
            <a:spLocks noChangeArrowheads="1"/>
          </p:cNvSpPr>
          <p:nvPr/>
        </p:nvSpPr>
        <p:spPr bwMode="auto">
          <a:xfrm>
            <a:off x="50292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9956" name="Text Box 58">
            <a:extLst>
              <a:ext uri="{FF2B5EF4-FFF2-40B4-BE49-F238E27FC236}">
                <a16:creationId xmlns:a16="http://schemas.microsoft.com/office/drawing/2014/main" id="{D466553A-0FA2-427D-9F1F-3C9AAE2B753D}"/>
              </a:ext>
            </a:extLst>
          </p:cNvPr>
          <p:cNvSpPr txBox="1">
            <a:spLocks noChangeArrowheads="1"/>
          </p:cNvSpPr>
          <p:nvPr/>
        </p:nvSpPr>
        <p:spPr bwMode="auto">
          <a:xfrm>
            <a:off x="58674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39957" name="Text Box 59">
            <a:extLst>
              <a:ext uri="{FF2B5EF4-FFF2-40B4-BE49-F238E27FC236}">
                <a16:creationId xmlns:a16="http://schemas.microsoft.com/office/drawing/2014/main" id="{38B71FD1-E3DD-46E3-AA4B-3E2AA13EF2A1}"/>
              </a:ext>
            </a:extLst>
          </p:cNvPr>
          <p:cNvSpPr txBox="1">
            <a:spLocks noChangeArrowheads="1"/>
          </p:cNvSpPr>
          <p:nvPr/>
        </p:nvSpPr>
        <p:spPr bwMode="auto">
          <a:xfrm>
            <a:off x="25146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39958" name="Text Box 60">
            <a:extLst>
              <a:ext uri="{FF2B5EF4-FFF2-40B4-BE49-F238E27FC236}">
                <a16:creationId xmlns:a16="http://schemas.microsoft.com/office/drawing/2014/main" id="{AA5BCE36-E229-4710-9446-852AB2D8A3A7}"/>
              </a:ext>
            </a:extLst>
          </p:cNvPr>
          <p:cNvSpPr txBox="1">
            <a:spLocks noChangeArrowheads="1"/>
          </p:cNvSpPr>
          <p:nvPr/>
        </p:nvSpPr>
        <p:spPr bwMode="auto">
          <a:xfrm>
            <a:off x="33528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39959" name="Text Box 61">
            <a:extLst>
              <a:ext uri="{FF2B5EF4-FFF2-40B4-BE49-F238E27FC236}">
                <a16:creationId xmlns:a16="http://schemas.microsoft.com/office/drawing/2014/main" id="{27D94846-B0AA-4968-9ABE-1F2DEBAB5607}"/>
              </a:ext>
            </a:extLst>
          </p:cNvPr>
          <p:cNvSpPr txBox="1">
            <a:spLocks noChangeArrowheads="1"/>
          </p:cNvSpPr>
          <p:nvPr/>
        </p:nvSpPr>
        <p:spPr bwMode="auto">
          <a:xfrm>
            <a:off x="41910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39960" name="Text Box 62">
            <a:extLst>
              <a:ext uri="{FF2B5EF4-FFF2-40B4-BE49-F238E27FC236}">
                <a16:creationId xmlns:a16="http://schemas.microsoft.com/office/drawing/2014/main" id="{C43D4455-CB52-4413-A9CF-7C45AE4968E4}"/>
              </a:ext>
            </a:extLst>
          </p:cNvPr>
          <p:cNvSpPr txBox="1">
            <a:spLocks noChangeArrowheads="1"/>
          </p:cNvSpPr>
          <p:nvPr/>
        </p:nvSpPr>
        <p:spPr bwMode="auto">
          <a:xfrm>
            <a:off x="50292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39961" name="Rectangle 63">
            <a:extLst>
              <a:ext uri="{FF2B5EF4-FFF2-40B4-BE49-F238E27FC236}">
                <a16:creationId xmlns:a16="http://schemas.microsoft.com/office/drawing/2014/main" id="{185DDEBA-7977-420F-987B-CA903698B8A5}"/>
              </a:ext>
            </a:extLst>
          </p:cNvPr>
          <p:cNvSpPr>
            <a:spLocks noChangeArrowheads="1"/>
          </p:cNvSpPr>
          <p:nvPr/>
        </p:nvSpPr>
        <p:spPr bwMode="auto">
          <a:xfrm>
            <a:off x="7239000" y="609600"/>
            <a:ext cx="1676400" cy="1752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39962" name="Text Box 64">
            <a:extLst>
              <a:ext uri="{FF2B5EF4-FFF2-40B4-BE49-F238E27FC236}">
                <a16:creationId xmlns:a16="http://schemas.microsoft.com/office/drawing/2014/main" id="{6270343C-FE52-451B-9D7B-3D450695D2A0}"/>
              </a:ext>
            </a:extLst>
          </p:cNvPr>
          <p:cNvSpPr txBox="1">
            <a:spLocks noChangeArrowheads="1"/>
          </p:cNvSpPr>
          <p:nvPr/>
        </p:nvSpPr>
        <p:spPr bwMode="auto">
          <a:xfrm>
            <a:off x="58674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209985" name="Line 65">
            <a:extLst>
              <a:ext uri="{FF2B5EF4-FFF2-40B4-BE49-F238E27FC236}">
                <a16:creationId xmlns:a16="http://schemas.microsoft.com/office/drawing/2014/main" id="{53DFC75B-D830-41A1-9360-A884E5111FC9}"/>
              </a:ext>
            </a:extLst>
          </p:cNvPr>
          <p:cNvSpPr>
            <a:spLocks noChangeShapeType="1"/>
          </p:cNvSpPr>
          <p:nvPr/>
        </p:nvSpPr>
        <p:spPr bwMode="auto">
          <a:xfrm flipV="1">
            <a:off x="6248400" y="32766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9987" name="Oval 67">
            <a:extLst>
              <a:ext uri="{FF2B5EF4-FFF2-40B4-BE49-F238E27FC236}">
                <a16:creationId xmlns:a16="http://schemas.microsoft.com/office/drawing/2014/main" id="{265542E7-16FD-4EB1-BBFE-6EEFD3CD939C}"/>
              </a:ext>
            </a:extLst>
          </p:cNvPr>
          <p:cNvSpPr>
            <a:spLocks noChangeArrowheads="1"/>
          </p:cNvSpPr>
          <p:nvPr/>
        </p:nvSpPr>
        <p:spPr bwMode="auto">
          <a:xfrm>
            <a:off x="5759450" y="3016250"/>
            <a:ext cx="533400" cy="9906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39965" name="Rectangle 68">
            <a:extLst>
              <a:ext uri="{FF2B5EF4-FFF2-40B4-BE49-F238E27FC236}">
                <a16:creationId xmlns:a16="http://schemas.microsoft.com/office/drawing/2014/main" id="{F7CC7520-9589-46FF-AAC2-386C47C7025B}"/>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Finding the Items (3)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9987"/>
                                        </p:tgtEl>
                                        <p:attrNameLst>
                                          <p:attrName>style.visibility</p:attrName>
                                        </p:attrNameLst>
                                      </p:cBhvr>
                                      <p:to>
                                        <p:strVal val="visible"/>
                                      </p:to>
                                    </p:set>
                                  </p:childTnLst>
                                  <p:subTnLst>
                                    <p:set>
                                      <p:cBhvr override="childStyle">
                                        <p:cTn dur="1" fill="hold" display="0" masterRel="nextClick" afterEffect="1"/>
                                        <p:tgtEl>
                                          <p:spTgt spid="209987"/>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099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8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Line 3">
            <a:extLst>
              <a:ext uri="{FF2B5EF4-FFF2-40B4-BE49-F238E27FC236}">
                <a16:creationId xmlns:a16="http://schemas.microsoft.com/office/drawing/2014/main" id="{04B956C3-FC3F-4092-94A0-FB82892AE7CC}"/>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963" name="Text Box 4">
            <a:extLst>
              <a:ext uri="{FF2B5EF4-FFF2-40B4-BE49-F238E27FC236}">
                <a16:creationId xmlns:a16="http://schemas.microsoft.com/office/drawing/2014/main" id="{7F91FBF2-B306-4CD2-AB13-B378FC7269FA}"/>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40964" name="Group 5">
            <a:extLst>
              <a:ext uri="{FF2B5EF4-FFF2-40B4-BE49-F238E27FC236}">
                <a16:creationId xmlns:a16="http://schemas.microsoft.com/office/drawing/2014/main" id="{80861E91-DCC5-45EF-9FA9-B9CD561CDFB3}"/>
              </a:ext>
            </a:extLst>
          </p:cNvPr>
          <p:cNvGrpSpPr>
            <a:grpSpLocks/>
          </p:cNvGrpSpPr>
          <p:nvPr/>
        </p:nvGrpSpPr>
        <p:grpSpPr bwMode="auto">
          <a:xfrm>
            <a:off x="1035050" y="1676400"/>
            <a:ext cx="5441950" cy="2743200"/>
            <a:chOff x="652" y="768"/>
            <a:chExt cx="3428" cy="1728"/>
          </a:xfrm>
        </p:grpSpPr>
        <p:sp>
          <p:nvSpPr>
            <p:cNvPr id="40992" name="Text Box 6">
              <a:extLst>
                <a:ext uri="{FF2B5EF4-FFF2-40B4-BE49-F238E27FC236}">
                  <a16:creationId xmlns:a16="http://schemas.microsoft.com/office/drawing/2014/main" id="{D9ACAEAC-DC31-40FB-8656-731C22A0ECD3}"/>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0993" name="Text Box 7">
              <a:extLst>
                <a:ext uri="{FF2B5EF4-FFF2-40B4-BE49-F238E27FC236}">
                  <a16:creationId xmlns:a16="http://schemas.microsoft.com/office/drawing/2014/main" id="{80EC3EE6-9536-4218-AA3C-0E922A6AD159}"/>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0994" name="Text Box 8">
              <a:extLst>
                <a:ext uri="{FF2B5EF4-FFF2-40B4-BE49-F238E27FC236}">
                  <a16:creationId xmlns:a16="http://schemas.microsoft.com/office/drawing/2014/main" id="{D3281903-491B-4B65-9206-3CE5EB2242B9}"/>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0995" name="Text Box 9">
              <a:extLst>
                <a:ext uri="{FF2B5EF4-FFF2-40B4-BE49-F238E27FC236}">
                  <a16:creationId xmlns:a16="http://schemas.microsoft.com/office/drawing/2014/main" id="{107B8054-077C-405B-B63E-495875DD30A8}"/>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0996" name="Text Box 10">
              <a:extLst>
                <a:ext uri="{FF2B5EF4-FFF2-40B4-BE49-F238E27FC236}">
                  <a16:creationId xmlns:a16="http://schemas.microsoft.com/office/drawing/2014/main" id="{23962862-7DF1-4F3F-9961-BC5BA1131F17}"/>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40997" name="Group 11">
              <a:extLst>
                <a:ext uri="{FF2B5EF4-FFF2-40B4-BE49-F238E27FC236}">
                  <a16:creationId xmlns:a16="http://schemas.microsoft.com/office/drawing/2014/main" id="{7165112B-4E06-4A71-BF49-C3E916E4D413}"/>
                </a:ext>
              </a:extLst>
            </p:cNvPr>
            <p:cNvGrpSpPr>
              <a:grpSpLocks/>
            </p:cNvGrpSpPr>
            <p:nvPr/>
          </p:nvGrpSpPr>
          <p:grpSpPr bwMode="auto">
            <a:xfrm>
              <a:off x="652" y="768"/>
              <a:ext cx="3428" cy="1728"/>
              <a:chOff x="652" y="768"/>
              <a:chExt cx="3428" cy="1728"/>
            </a:xfrm>
          </p:grpSpPr>
          <p:sp>
            <p:nvSpPr>
              <p:cNvPr id="40998" name="Line 12">
                <a:extLst>
                  <a:ext uri="{FF2B5EF4-FFF2-40B4-BE49-F238E27FC236}">
                    <a16:creationId xmlns:a16="http://schemas.microsoft.com/office/drawing/2014/main" id="{E4D1AF09-656A-4E33-8658-79CDFE4DB2CD}"/>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99" name="Line 13">
                <a:extLst>
                  <a:ext uri="{FF2B5EF4-FFF2-40B4-BE49-F238E27FC236}">
                    <a16:creationId xmlns:a16="http://schemas.microsoft.com/office/drawing/2014/main" id="{50CD93D5-F4A5-4D1B-A338-C462B3B78DC2}"/>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00" name="Line 14">
                <a:extLst>
                  <a:ext uri="{FF2B5EF4-FFF2-40B4-BE49-F238E27FC236}">
                    <a16:creationId xmlns:a16="http://schemas.microsoft.com/office/drawing/2014/main" id="{55399D48-EDAC-4A3F-B4E4-6F5AACBE8470}"/>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01" name="Line 15">
                <a:extLst>
                  <a:ext uri="{FF2B5EF4-FFF2-40B4-BE49-F238E27FC236}">
                    <a16:creationId xmlns:a16="http://schemas.microsoft.com/office/drawing/2014/main" id="{6B6C6BF5-1160-415D-9F1C-443D2A3DEBE8}"/>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02" name="Line 16">
                <a:extLst>
                  <a:ext uri="{FF2B5EF4-FFF2-40B4-BE49-F238E27FC236}">
                    <a16:creationId xmlns:a16="http://schemas.microsoft.com/office/drawing/2014/main" id="{1ECA15FC-EFC5-4AF0-8743-D3A76B38FC57}"/>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03" name="Line 17">
                <a:extLst>
                  <a:ext uri="{FF2B5EF4-FFF2-40B4-BE49-F238E27FC236}">
                    <a16:creationId xmlns:a16="http://schemas.microsoft.com/office/drawing/2014/main" id="{9DA01AF1-EB6D-40ED-BC50-F0DF3930FEEF}"/>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04" name="Line 18">
                <a:extLst>
                  <a:ext uri="{FF2B5EF4-FFF2-40B4-BE49-F238E27FC236}">
                    <a16:creationId xmlns:a16="http://schemas.microsoft.com/office/drawing/2014/main" id="{0AEE7F44-7DCE-4464-9885-804BBC484C4E}"/>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05" name="Text Box 19">
                <a:extLst>
                  <a:ext uri="{FF2B5EF4-FFF2-40B4-BE49-F238E27FC236}">
                    <a16:creationId xmlns:a16="http://schemas.microsoft.com/office/drawing/2014/main" id="{56838F5D-0E3F-441D-924A-E0801378921B}"/>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1006" name="Text Box 20">
                <a:extLst>
                  <a:ext uri="{FF2B5EF4-FFF2-40B4-BE49-F238E27FC236}">
                    <a16:creationId xmlns:a16="http://schemas.microsoft.com/office/drawing/2014/main" id="{65A8CDE2-0D60-48B2-9958-7147083A4B1A}"/>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1007" name="Text Box 21">
                <a:extLst>
                  <a:ext uri="{FF2B5EF4-FFF2-40B4-BE49-F238E27FC236}">
                    <a16:creationId xmlns:a16="http://schemas.microsoft.com/office/drawing/2014/main" id="{CF316789-A55B-479E-B216-D3DDA96291D9}"/>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1008" name="Text Box 22">
                <a:extLst>
                  <a:ext uri="{FF2B5EF4-FFF2-40B4-BE49-F238E27FC236}">
                    <a16:creationId xmlns:a16="http://schemas.microsoft.com/office/drawing/2014/main" id="{0E5E2EB7-EB80-41B7-A2A7-BD56AE284831}"/>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1009" name="Text Box 23">
                <a:extLst>
                  <a:ext uri="{FF2B5EF4-FFF2-40B4-BE49-F238E27FC236}">
                    <a16:creationId xmlns:a16="http://schemas.microsoft.com/office/drawing/2014/main" id="{E342DB2F-8537-4F0F-984D-7A0042A6E054}"/>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1010" name="Text Box 24">
                <a:extLst>
                  <a:ext uri="{FF2B5EF4-FFF2-40B4-BE49-F238E27FC236}">
                    <a16:creationId xmlns:a16="http://schemas.microsoft.com/office/drawing/2014/main" id="{660937B2-DD74-4C25-AE35-1F543F398421}"/>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1011" name="Line 25">
                <a:extLst>
                  <a:ext uri="{FF2B5EF4-FFF2-40B4-BE49-F238E27FC236}">
                    <a16:creationId xmlns:a16="http://schemas.microsoft.com/office/drawing/2014/main" id="{788747A7-6C87-40CD-ACE3-9A6B5CBDC471}"/>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12" name="Line 26">
                <a:extLst>
                  <a:ext uri="{FF2B5EF4-FFF2-40B4-BE49-F238E27FC236}">
                    <a16:creationId xmlns:a16="http://schemas.microsoft.com/office/drawing/2014/main" id="{EB37D3BE-DA40-4C6F-BDBA-29C5EE5C001A}"/>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13" name="Line 27">
                <a:extLst>
                  <a:ext uri="{FF2B5EF4-FFF2-40B4-BE49-F238E27FC236}">
                    <a16:creationId xmlns:a16="http://schemas.microsoft.com/office/drawing/2014/main" id="{CD486BA7-3383-4D10-AEC7-710A3B27BCB5}"/>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14" name="Line 28">
                <a:extLst>
                  <a:ext uri="{FF2B5EF4-FFF2-40B4-BE49-F238E27FC236}">
                    <a16:creationId xmlns:a16="http://schemas.microsoft.com/office/drawing/2014/main" id="{7D052DCC-BC71-4C42-8EAA-66B4451537EB}"/>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15" name="Line 29">
                <a:extLst>
                  <a:ext uri="{FF2B5EF4-FFF2-40B4-BE49-F238E27FC236}">
                    <a16:creationId xmlns:a16="http://schemas.microsoft.com/office/drawing/2014/main" id="{E8E4385D-F415-457F-AB38-51425C45C25D}"/>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16" name="Line 30">
                <a:extLst>
                  <a:ext uri="{FF2B5EF4-FFF2-40B4-BE49-F238E27FC236}">
                    <a16:creationId xmlns:a16="http://schemas.microsoft.com/office/drawing/2014/main" id="{D2353F2E-5DCB-4FC5-9D62-9AB8A64246A2}"/>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17" name="Text Box 31">
                <a:extLst>
                  <a:ext uri="{FF2B5EF4-FFF2-40B4-BE49-F238E27FC236}">
                    <a16:creationId xmlns:a16="http://schemas.microsoft.com/office/drawing/2014/main" id="{783B7AA7-5CC0-4373-8C27-E9F93C88B933}"/>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1018" name="Text Box 32">
                <a:extLst>
                  <a:ext uri="{FF2B5EF4-FFF2-40B4-BE49-F238E27FC236}">
                    <a16:creationId xmlns:a16="http://schemas.microsoft.com/office/drawing/2014/main" id="{40120112-A49F-41F6-B452-A45D752CBA15}"/>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41019" name="Text Box 33">
                <a:extLst>
                  <a:ext uri="{FF2B5EF4-FFF2-40B4-BE49-F238E27FC236}">
                    <a16:creationId xmlns:a16="http://schemas.microsoft.com/office/drawing/2014/main" id="{CC4780F4-B529-4B48-8463-99DBBBC2658C}"/>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41020" name="Text Box 34">
                <a:extLst>
                  <a:ext uri="{FF2B5EF4-FFF2-40B4-BE49-F238E27FC236}">
                    <a16:creationId xmlns:a16="http://schemas.microsoft.com/office/drawing/2014/main" id="{2C40A802-5687-483E-91B2-2EFB2CA1D1B5}"/>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1021" name="Text Box 35">
                <a:extLst>
                  <a:ext uri="{FF2B5EF4-FFF2-40B4-BE49-F238E27FC236}">
                    <a16:creationId xmlns:a16="http://schemas.microsoft.com/office/drawing/2014/main" id="{47C3937E-B9AC-4101-9EC6-E0D273718607}"/>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1022" name="Text Box 36">
                <a:extLst>
                  <a:ext uri="{FF2B5EF4-FFF2-40B4-BE49-F238E27FC236}">
                    <a16:creationId xmlns:a16="http://schemas.microsoft.com/office/drawing/2014/main" id="{04E7CA6F-2F26-40D2-A5D2-ADF30D7E750F}"/>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41023" name="Text Box 37">
                <a:extLst>
                  <a:ext uri="{FF2B5EF4-FFF2-40B4-BE49-F238E27FC236}">
                    <a16:creationId xmlns:a16="http://schemas.microsoft.com/office/drawing/2014/main" id="{7D3C61D5-29CC-4C86-9F90-753B0D9E674A}"/>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1024" name="Text Box 38">
                <a:extLst>
                  <a:ext uri="{FF2B5EF4-FFF2-40B4-BE49-F238E27FC236}">
                    <a16:creationId xmlns:a16="http://schemas.microsoft.com/office/drawing/2014/main" id="{21CD57B6-CC3B-45F2-99DB-DE9DEA43CDD6}"/>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41025" name="Text Box 39">
                <a:extLst>
                  <a:ext uri="{FF2B5EF4-FFF2-40B4-BE49-F238E27FC236}">
                    <a16:creationId xmlns:a16="http://schemas.microsoft.com/office/drawing/2014/main" id="{B9F4EB66-C950-4C91-BDD1-59F698734C3C}"/>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41026" name="Text Box 40">
                <a:extLst>
                  <a:ext uri="{FF2B5EF4-FFF2-40B4-BE49-F238E27FC236}">
                    <a16:creationId xmlns:a16="http://schemas.microsoft.com/office/drawing/2014/main" id="{35900D97-477D-497A-B25C-AE36601A4AC6}"/>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1027" name="Text Box 41">
                <a:extLst>
                  <a:ext uri="{FF2B5EF4-FFF2-40B4-BE49-F238E27FC236}">
                    <a16:creationId xmlns:a16="http://schemas.microsoft.com/office/drawing/2014/main" id="{B16FC055-5464-49E6-93A7-3268E2FFE778}"/>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1028" name="Text Box 42">
                <a:extLst>
                  <a:ext uri="{FF2B5EF4-FFF2-40B4-BE49-F238E27FC236}">
                    <a16:creationId xmlns:a16="http://schemas.microsoft.com/office/drawing/2014/main" id="{03A55498-0F0A-4FFD-8FF0-A94D1026B077}"/>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40965" name="Text Box 43">
            <a:extLst>
              <a:ext uri="{FF2B5EF4-FFF2-40B4-BE49-F238E27FC236}">
                <a16:creationId xmlns:a16="http://schemas.microsoft.com/office/drawing/2014/main" id="{3E125CCF-F565-4D58-8505-040127E9E934}"/>
              </a:ext>
            </a:extLst>
          </p:cNvPr>
          <p:cNvSpPr txBox="1">
            <a:spLocks noChangeArrowheads="1"/>
          </p:cNvSpPr>
          <p:nvPr/>
        </p:nvSpPr>
        <p:spPr bwMode="auto">
          <a:xfrm>
            <a:off x="6607175" y="1752600"/>
            <a:ext cx="1774825" cy="290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400" b="0" dirty="0" err="1">
                <a:solidFill>
                  <a:srgbClr val="FF0000"/>
                </a:solidFill>
                <a:latin typeface="Times New Roman" panose="02020603050405020304" pitchFamily="18" charset="0"/>
                <a:ea typeface="SimSun" panose="02010600030101010101" pitchFamily="2" charset="-122"/>
              </a:rPr>
              <a:t>i</a:t>
            </a:r>
            <a:r>
              <a:rPr lang="en-US" altLang="zh-CN" sz="2400" b="0" dirty="0">
                <a:solidFill>
                  <a:srgbClr val="FF0000"/>
                </a:solidFill>
                <a:latin typeface="Times New Roman" panose="02020603050405020304" pitchFamily="18" charset="0"/>
                <a:ea typeface="SimSun" panose="02010600030101010101" pitchFamily="2" charset="-122"/>
              </a:rPr>
              <a:t>=2</a:t>
            </a:r>
          </a:p>
          <a:p>
            <a:pPr>
              <a:lnSpc>
                <a:spcPct val="110000"/>
              </a:lnSpc>
            </a:pPr>
            <a:r>
              <a:rPr lang="en-US" altLang="zh-CN" sz="2400" b="0" dirty="0">
                <a:latin typeface="Times New Roman" panose="02020603050405020304" pitchFamily="18" charset="0"/>
                <a:ea typeface="SimSun" panose="02010600030101010101" pitchFamily="2" charset="-122"/>
              </a:rPr>
              <a:t>k= 5</a:t>
            </a:r>
          </a:p>
          <a:p>
            <a:pPr>
              <a:lnSpc>
                <a:spcPct val="110000"/>
              </a:lnSpc>
            </a:pPr>
            <a:r>
              <a:rPr lang="en-US" altLang="zh-CN" sz="2400" b="0" dirty="0">
                <a:latin typeface="Times New Roman" panose="02020603050405020304" pitchFamily="18" charset="0"/>
                <a:ea typeface="SimSun" panose="02010600030101010101" pitchFamily="2" charset="-122"/>
              </a:rPr>
              <a:t>b</a:t>
            </a:r>
            <a:r>
              <a:rPr lang="en-US" altLang="zh-CN" sz="2400" b="0" baseline="-25000" dirty="0">
                <a:latin typeface="Times New Roman" panose="02020603050405020304" pitchFamily="18" charset="0"/>
                <a:ea typeface="SimSun" panose="02010600030101010101" pitchFamily="2" charset="-122"/>
              </a:rPr>
              <a:t>i</a:t>
            </a:r>
            <a:r>
              <a:rPr lang="en-US" altLang="zh-CN" sz="2400" b="0" dirty="0">
                <a:latin typeface="Times New Roman" panose="02020603050405020304" pitchFamily="18" charset="0"/>
                <a:ea typeface="SimSun" panose="02010600030101010101" pitchFamily="2" charset="-122"/>
              </a:rPr>
              <a:t>=4</a:t>
            </a:r>
          </a:p>
          <a:p>
            <a:pPr>
              <a:lnSpc>
                <a:spcPct val="110000"/>
              </a:lnSpc>
            </a:pPr>
            <a:r>
              <a:rPr lang="en-US" altLang="zh-CN" sz="2400" b="0" dirty="0" err="1">
                <a:latin typeface="Times New Roman" panose="02020603050405020304" pitchFamily="18" charset="0"/>
                <a:ea typeface="SimSun" panose="02010600030101010101" pitchFamily="2" charset="-122"/>
              </a:rPr>
              <a:t>w</a:t>
            </a:r>
            <a:r>
              <a:rPr lang="en-US" altLang="zh-CN" sz="2400" b="0" baseline="-25000" dirty="0" err="1">
                <a:latin typeface="Times New Roman" panose="02020603050405020304" pitchFamily="18" charset="0"/>
                <a:ea typeface="SimSun" panose="02010600030101010101" pitchFamily="2" charset="-122"/>
              </a:rPr>
              <a:t>i</a:t>
            </a:r>
            <a:r>
              <a:rPr lang="en-US" altLang="zh-CN" sz="2400" b="0" dirty="0">
                <a:latin typeface="Times New Roman" panose="02020603050405020304" pitchFamily="18" charset="0"/>
                <a:ea typeface="SimSun" panose="02010600030101010101" pitchFamily="2" charset="-122"/>
              </a:rPr>
              <a:t>=3</a:t>
            </a:r>
          </a:p>
          <a:p>
            <a:pPr>
              <a:lnSpc>
                <a:spcPct val="110000"/>
              </a:lnSpc>
            </a:pPr>
            <a:r>
              <a:rPr kumimoji="1" lang="en-US" altLang="zh-CN" sz="2400" b="0" i="1" dirty="0">
                <a:solidFill>
                  <a:srgbClr val="FF0000"/>
                </a:solidFill>
                <a:latin typeface="Times New Roman" panose="02020603050405020304" pitchFamily="18" charset="0"/>
                <a:ea typeface="SimSun" panose="02010600030101010101" pitchFamily="2" charset="-122"/>
              </a:rPr>
              <a:t>V[</a:t>
            </a:r>
            <a:r>
              <a:rPr kumimoji="1" lang="en-US" altLang="zh-CN" sz="2400" b="0" i="1" dirty="0" err="1">
                <a:solidFill>
                  <a:srgbClr val="FF0000"/>
                </a:solidFill>
                <a:latin typeface="Times New Roman" panose="02020603050405020304" pitchFamily="18" charset="0"/>
                <a:ea typeface="SimSun" panose="02010600030101010101" pitchFamily="2" charset="-122"/>
              </a:rPr>
              <a:t>i,k</a:t>
            </a:r>
            <a:r>
              <a:rPr kumimoji="1" lang="en-US" altLang="zh-CN" sz="2400" b="0" dirty="0">
                <a:solidFill>
                  <a:srgbClr val="FF0000"/>
                </a:solidFill>
                <a:latin typeface="Times New Roman" panose="02020603050405020304" pitchFamily="18" charset="0"/>
                <a:ea typeface="SimSun" panose="02010600030101010101" pitchFamily="2" charset="-122"/>
              </a:rPr>
              <a:t>] </a:t>
            </a:r>
            <a:r>
              <a:rPr lang="en-US" altLang="zh-CN" sz="2400" b="0" dirty="0">
                <a:solidFill>
                  <a:srgbClr val="FF0000"/>
                </a:solidFill>
                <a:latin typeface="Times New Roman" panose="02020603050405020304" pitchFamily="18" charset="0"/>
                <a:ea typeface="SimSun" panose="02010600030101010101" pitchFamily="2" charset="-122"/>
              </a:rPr>
              <a:t>=</a:t>
            </a:r>
            <a:r>
              <a:rPr kumimoji="1" lang="en-US" altLang="zh-CN" sz="2400" b="0" dirty="0">
                <a:solidFill>
                  <a:srgbClr val="FF0000"/>
                </a:solidFill>
                <a:latin typeface="Times New Roman" panose="02020603050405020304" pitchFamily="18" charset="0"/>
                <a:ea typeface="SimSun" panose="02010600030101010101" pitchFamily="2" charset="-122"/>
                <a:sym typeface="Symbol" panose="05050102010706020507" pitchFamily="18" charset="2"/>
              </a:rPr>
              <a:t> 7</a:t>
            </a:r>
          </a:p>
          <a:p>
            <a:pPr>
              <a:lnSpc>
                <a:spcPct val="110000"/>
              </a:lnSpc>
            </a:pPr>
            <a:r>
              <a:rPr kumimoji="1" lang="en-US" altLang="zh-CN" sz="2400" b="0" i="1" dirty="0">
                <a:solidFill>
                  <a:srgbClr val="FF0000"/>
                </a:solidFill>
                <a:latin typeface="Times New Roman" panose="02020603050405020304" pitchFamily="18" charset="0"/>
                <a:ea typeface="SimSun" panose="02010600030101010101" pitchFamily="2" charset="-122"/>
              </a:rPr>
              <a:t>V[i</a:t>
            </a:r>
            <a:r>
              <a:rPr kumimoji="1" lang="en-US" altLang="zh-CN" sz="2400" b="0" i="1" dirty="0">
                <a:solidFill>
                  <a:srgbClr val="FF0000"/>
                </a:solidFill>
                <a:latin typeface="Times New Roman" panose="02020603050405020304" pitchFamily="18" charset="0"/>
                <a:ea typeface="SimSun" panose="02010600030101010101" pitchFamily="2" charset="-122"/>
                <a:sym typeface="Symbol" panose="05050102010706020507" pitchFamily="18" charset="2"/>
              </a:rPr>
              <a:t></a:t>
            </a:r>
            <a:r>
              <a:rPr kumimoji="1" lang="en-US" altLang="zh-CN" sz="2400" b="0" i="1" dirty="0">
                <a:solidFill>
                  <a:srgbClr val="FF0000"/>
                </a:solidFill>
                <a:latin typeface="Times New Roman" panose="02020603050405020304" pitchFamily="18" charset="0"/>
                <a:ea typeface="SimSun" panose="02010600030101010101" pitchFamily="2" charset="-122"/>
              </a:rPr>
              <a:t>1,k</a:t>
            </a:r>
            <a:r>
              <a:rPr kumimoji="1" lang="en-US" altLang="zh-CN" sz="2400" b="0" dirty="0">
                <a:solidFill>
                  <a:srgbClr val="FF0000"/>
                </a:solidFill>
                <a:latin typeface="Times New Roman" panose="02020603050405020304" pitchFamily="18" charset="0"/>
                <a:ea typeface="SimSun" panose="02010600030101010101" pitchFamily="2" charset="-122"/>
              </a:rPr>
              <a:t>] </a:t>
            </a:r>
            <a:r>
              <a:rPr lang="en-US" altLang="zh-CN" sz="2400" b="0" dirty="0">
                <a:solidFill>
                  <a:srgbClr val="FF0000"/>
                </a:solidFill>
                <a:latin typeface="Times New Roman" panose="02020603050405020304" pitchFamily="18" charset="0"/>
                <a:ea typeface="SimSun" panose="02010600030101010101" pitchFamily="2" charset="-122"/>
              </a:rPr>
              <a:t>=3</a:t>
            </a:r>
          </a:p>
          <a:p>
            <a:pPr>
              <a:lnSpc>
                <a:spcPct val="110000"/>
              </a:lnSpc>
            </a:pPr>
            <a:r>
              <a:rPr lang="en-US" altLang="zh-CN" sz="2400" b="0" dirty="0">
                <a:latin typeface="Times New Roman" panose="02020603050405020304" pitchFamily="18" charset="0"/>
                <a:ea typeface="SimSun" panose="02010600030101010101" pitchFamily="2" charset="-122"/>
              </a:rPr>
              <a:t>k </a:t>
            </a:r>
            <a:r>
              <a:rPr lang="en-US" altLang="zh-CN" sz="2400" b="0" dirty="0">
                <a:latin typeface="Times New Roman" panose="02020603050405020304" pitchFamily="18" charset="0"/>
                <a:ea typeface="SimSun" panose="02010600030101010101" pitchFamily="2" charset="-122"/>
                <a:sym typeface="Symbol" panose="05050102010706020507" pitchFamily="18" charset="2"/>
              </a:rPr>
              <a:t></a:t>
            </a:r>
            <a:r>
              <a:rPr lang="en-US" altLang="zh-CN" sz="2400" b="0" dirty="0">
                <a:latin typeface="Times New Roman" panose="02020603050405020304" pitchFamily="18" charset="0"/>
                <a:ea typeface="SimSun" panose="02010600030101010101" pitchFamily="2" charset="-122"/>
              </a:rPr>
              <a:t> </a:t>
            </a:r>
            <a:r>
              <a:rPr lang="en-US" altLang="zh-CN" sz="2400" b="0" dirty="0" err="1">
                <a:latin typeface="Times New Roman" panose="02020603050405020304" pitchFamily="18" charset="0"/>
                <a:ea typeface="SimSun" panose="02010600030101010101" pitchFamily="2" charset="-122"/>
              </a:rPr>
              <a:t>w</a:t>
            </a:r>
            <a:r>
              <a:rPr lang="en-US" altLang="zh-CN" sz="2400" b="0" baseline="-25000" dirty="0" err="1">
                <a:latin typeface="Times New Roman" panose="02020603050405020304" pitchFamily="18" charset="0"/>
                <a:ea typeface="SimSun" panose="02010600030101010101" pitchFamily="2" charset="-122"/>
              </a:rPr>
              <a:t>i</a:t>
            </a:r>
            <a:r>
              <a:rPr lang="en-US" altLang="zh-CN" sz="2400" b="0" dirty="0">
                <a:latin typeface="Times New Roman" panose="02020603050405020304" pitchFamily="18" charset="0"/>
                <a:ea typeface="SimSun" panose="02010600030101010101" pitchFamily="2" charset="-122"/>
              </a:rPr>
              <a:t>=2</a:t>
            </a:r>
          </a:p>
        </p:txBody>
      </p:sp>
      <p:sp>
        <p:nvSpPr>
          <p:cNvPr id="40966" name="Text Box 44">
            <a:extLst>
              <a:ext uri="{FF2B5EF4-FFF2-40B4-BE49-F238E27FC236}">
                <a16:creationId xmlns:a16="http://schemas.microsoft.com/office/drawing/2014/main" id="{8017CF6F-C747-4A91-8C2E-085FCBD6EA65}"/>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0967" name="Text Box 45">
            <a:extLst>
              <a:ext uri="{FF2B5EF4-FFF2-40B4-BE49-F238E27FC236}">
                <a16:creationId xmlns:a16="http://schemas.microsoft.com/office/drawing/2014/main" id="{DE9BE5B3-EFAD-4515-BD11-361490FEB335}"/>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0968" name="Text Box 46">
            <a:extLst>
              <a:ext uri="{FF2B5EF4-FFF2-40B4-BE49-F238E27FC236}">
                <a16:creationId xmlns:a16="http://schemas.microsoft.com/office/drawing/2014/main" id="{57A4E33A-9433-40C8-BA31-1C3DB5FDE038}"/>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0969" name="Text Box 47">
            <a:extLst>
              <a:ext uri="{FF2B5EF4-FFF2-40B4-BE49-F238E27FC236}">
                <a16:creationId xmlns:a16="http://schemas.microsoft.com/office/drawing/2014/main" id="{84C34D15-3852-4684-8AC3-0C7BCE3484A1}"/>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0970" name="Text Box 48">
            <a:extLst>
              <a:ext uri="{FF2B5EF4-FFF2-40B4-BE49-F238E27FC236}">
                <a16:creationId xmlns:a16="http://schemas.microsoft.com/office/drawing/2014/main" id="{8152E602-D83A-4F88-AD3F-2BA8DF613705}"/>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0971" name="Text Box 49">
            <a:extLst>
              <a:ext uri="{FF2B5EF4-FFF2-40B4-BE49-F238E27FC236}">
                <a16:creationId xmlns:a16="http://schemas.microsoft.com/office/drawing/2014/main" id="{25571DD4-0454-4F79-BD9B-B06FBB31661A}"/>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0972" name="Text Box 50">
            <a:extLst>
              <a:ext uri="{FF2B5EF4-FFF2-40B4-BE49-F238E27FC236}">
                <a16:creationId xmlns:a16="http://schemas.microsoft.com/office/drawing/2014/main" id="{40AC450E-03BE-4C74-A2DE-DDDD6DBA0D06}"/>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0973" name="Text Box 51">
            <a:extLst>
              <a:ext uri="{FF2B5EF4-FFF2-40B4-BE49-F238E27FC236}">
                <a16:creationId xmlns:a16="http://schemas.microsoft.com/office/drawing/2014/main" id="{8EBAA7E1-3690-4191-991F-58F046ED8ADD}"/>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0974" name="Text Box 52">
            <a:extLst>
              <a:ext uri="{FF2B5EF4-FFF2-40B4-BE49-F238E27FC236}">
                <a16:creationId xmlns:a16="http://schemas.microsoft.com/office/drawing/2014/main" id="{E5A1FC0E-0194-495C-9F96-47DA2F3E879B}"/>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40975" name="Text Box 53">
            <a:extLst>
              <a:ext uri="{FF2B5EF4-FFF2-40B4-BE49-F238E27FC236}">
                <a16:creationId xmlns:a16="http://schemas.microsoft.com/office/drawing/2014/main" id="{2F306A28-CD0F-4728-B583-3669D3565F98}"/>
              </a:ext>
            </a:extLst>
          </p:cNvPr>
          <p:cNvSpPr txBox="1">
            <a:spLocks noChangeArrowheads="1"/>
          </p:cNvSpPr>
          <p:nvPr/>
        </p:nvSpPr>
        <p:spPr bwMode="auto">
          <a:xfrm>
            <a:off x="25146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0976" name="Text Box 54">
            <a:extLst>
              <a:ext uri="{FF2B5EF4-FFF2-40B4-BE49-F238E27FC236}">
                <a16:creationId xmlns:a16="http://schemas.microsoft.com/office/drawing/2014/main" id="{E2CA4418-DB5C-425F-B4C8-960440CAA6B8}"/>
              </a:ext>
            </a:extLst>
          </p:cNvPr>
          <p:cNvSpPr txBox="1">
            <a:spLocks noChangeArrowheads="1"/>
          </p:cNvSpPr>
          <p:nvPr/>
        </p:nvSpPr>
        <p:spPr bwMode="auto">
          <a:xfrm>
            <a:off x="33528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0977" name="Text Box 55">
            <a:extLst>
              <a:ext uri="{FF2B5EF4-FFF2-40B4-BE49-F238E27FC236}">
                <a16:creationId xmlns:a16="http://schemas.microsoft.com/office/drawing/2014/main" id="{505F2049-BB3A-4E6E-B7AF-E3A324D752F5}"/>
              </a:ext>
            </a:extLst>
          </p:cNvPr>
          <p:cNvSpPr txBox="1">
            <a:spLocks noChangeArrowheads="1"/>
          </p:cNvSpPr>
          <p:nvPr/>
        </p:nvSpPr>
        <p:spPr bwMode="auto">
          <a:xfrm>
            <a:off x="41910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0978" name="Text Box 56">
            <a:extLst>
              <a:ext uri="{FF2B5EF4-FFF2-40B4-BE49-F238E27FC236}">
                <a16:creationId xmlns:a16="http://schemas.microsoft.com/office/drawing/2014/main" id="{865A4941-D512-4A8C-95DC-E094E166510F}"/>
              </a:ext>
            </a:extLst>
          </p:cNvPr>
          <p:cNvSpPr txBox="1">
            <a:spLocks noChangeArrowheads="1"/>
          </p:cNvSpPr>
          <p:nvPr/>
        </p:nvSpPr>
        <p:spPr bwMode="auto">
          <a:xfrm>
            <a:off x="1752600" y="4556125"/>
            <a:ext cx="6934200"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i=n, k=W</a:t>
            </a:r>
          </a:p>
          <a:p>
            <a:pPr>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while i,k &gt; 0</a:t>
            </a:r>
          </a:p>
          <a:p>
            <a:pPr lvl="1">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if </a:t>
            </a:r>
            <a:r>
              <a:rPr kumimoji="1" lang="en-US" altLang="zh-CN" sz="2000" b="0" i="1">
                <a:latin typeface="Times New Roman" panose="02020603050405020304" pitchFamily="18" charset="0"/>
                <a:ea typeface="SimSun" panose="02010600030101010101" pitchFamily="2" charset="-122"/>
              </a:rPr>
              <a:t>V[i,k</a:t>
            </a:r>
            <a:r>
              <a:rPr kumimoji="1" lang="en-US" altLang="zh-CN" sz="2000" b="0">
                <a:latin typeface="Times New Roman" panose="02020603050405020304" pitchFamily="18" charset="0"/>
                <a:ea typeface="SimSun" panose="02010600030101010101" pitchFamily="2" charset="-122"/>
              </a:rPr>
              <a:t>] </a:t>
            </a:r>
            <a:r>
              <a:rPr kumimoji="1" lang="en-US" altLang="zh-CN" sz="2000" b="0">
                <a:latin typeface="Times New Roman" panose="02020603050405020304" pitchFamily="18" charset="0"/>
                <a:ea typeface="SimSun" panose="02010600030101010101" pitchFamily="2" charset="-122"/>
                <a:sym typeface="Symbol" panose="05050102010706020507" pitchFamily="18" charset="2"/>
              </a:rPr>
              <a:t> </a:t>
            </a:r>
            <a:r>
              <a:rPr kumimoji="1" lang="en-US" altLang="zh-CN" sz="2000" b="0" i="1">
                <a:latin typeface="Times New Roman" panose="02020603050405020304" pitchFamily="18" charset="0"/>
                <a:ea typeface="SimSun" panose="02010600030101010101" pitchFamily="2" charset="-122"/>
              </a:rPr>
              <a:t>V[i</a:t>
            </a:r>
            <a:r>
              <a:rPr kumimoji="1" lang="en-US" altLang="zh-CN" sz="20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2000" b="0" i="1">
                <a:latin typeface="Times New Roman" panose="02020603050405020304" pitchFamily="18" charset="0"/>
                <a:ea typeface="SimSun" panose="02010600030101010101" pitchFamily="2" charset="-122"/>
              </a:rPr>
              <a:t>1,k</a:t>
            </a:r>
            <a:r>
              <a:rPr kumimoji="1" lang="en-US" altLang="zh-CN" sz="2000" b="0">
                <a:latin typeface="Times New Roman" panose="02020603050405020304" pitchFamily="18" charset="0"/>
                <a:ea typeface="SimSun" panose="02010600030101010101" pitchFamily="2" charset="-122"/>
              </a:rPr>
              <a:t>] then </a:t>
            </a:r>
          </a:p>
          <a:p>
            <a:pPr lvl="1">
              <a:lnSpc>
                <a:spcPct val="90000"/>
              </a:lnSpc>
              <a:spcBef>
                <a:spcPct val="20000"/>
              </a:spcBef>
              <a:buClr>
                <a:schemeClr val="accent1"/>
              </a:buClr>
              <a:buSzPct val="70000"/>
              <a:buFont typeface="Monotype Sorts" pitchFamily="80" charset="2"/>
              <a:buNone/>
            </a:pPr>
            <a:r>
              <a:rPr kumimoji="1" lang="en-US" altLang="zh-CN" sz="1800" b="0">
                <a:solidFill>
                  <a:schemeClr val="accent1"/>
                </a:solidFill>
                <a:latin typeface="Times New Roman" panose="02020603050405020304" pitchFamily="18" charset="0"/>
                <a:ea typeface="SimSun" panose="02010600030101010101" pitchFamily="2" charset="-122"/>
              </a:rPr>
              <a:t>	</a:t>
            </a:r>
            <a:r>
              <a:rPr kumimoji="1" lang="en-US" altLang="zh-CN" sz="1800" b="0">
                <a:solidFill>
                  <a:srgbClr val="FF0000"/>
                </a:solidFill>
                <a:latin typeface="Times New Roman" panose="02020603050405020304" pitchFamily="18" charset="0"/>
                <a:ea typeface="SimSun" panose="02010600030101010101" pitchFamily="2" charset="-122"/>
              </a:rPr>
              <a:t>mark the </a:t>
            </a:r>
            <a:r>
              <a:rPr kumimoji="1" lang="en-US" altLang="zh-CN" sz="1800" b="0" i="1">
                <a:solidFill>
                  <a:srgbClr val="FF0000"/>
                </a:solidFill>
                <a:latin typeface="Times New Roman" panose="02020603050405020304" pitchFamily="18" charset="0"/>
                <a:ea typeface="SimSun" panose="02010600030101010101" pitchFamily="2" charset="-122"/>
              </a:rPr>
              <a:t>i</a:t>
            </a:r>
            <a:r>
              <a:rPr kumimoji="1" lang="en-US" altLang="zh-CN" sz="1800" b="0" baseline="30000">
                <a:solidFill>
                  <a:srgbClr val="FF0000"/>
                </a:solidFill>
                <a:latin typeface="Times New Roman" panose="02020603050405020304" pitchFamily="18" charset="0"/>
                <a:ea typeface="SimSun" panose="02010600030101010101" pitchFamily="2" charset="-122"/>
              </a:rPr>
              <a:t>th</a:t>
            </a:r>
            <a:r>
              <a:rPr kumimoji="1" lang="en-US" altLang="zh-CN" sz="1800" b="0">
                <a:solidFill>
                  <a:srgbClr val="FF0000"/>
                </a:solidFill>
                <a:latin typeface="Times New Roman" panose="02020603050405020304" pitchFamily="18" charset="0"/>
                <a:ea typeface="SimSun" panose="02010600030101010101" pitchFamily="2" charset="-122"/>
              </a:rPr>
              <a:t> item as in the knapsack</a:t>
            </a:r>
          </a:p>
          <a:p>
            <a:pPr lvl="1">
              <a:lnSpc>
                <a:spcPct val="90000"/>
              </a:lnSpc>
              <a:spcBef>
                <a:spcPct val="20000"/>
              </a:spcBef>
              <a:buClr>
                <a:schemeClr val="accent1"/>
              </a:buClr>
              <a:buSzPct val="70000"/>
              <a:buFont typeface="Monotype Sorts" pitchFamily="80" charset="2"/>
              <a:buNone/>
            </a:pPr>
            <a:r>
              <a:rPr kumimoji="1" lang="en-US" altLang="zh-CN" sz="1800" b="0">
                <a:solidFill>
                  <a:srgbClr val="FF0000"/>
                </a:solidFill>
                <a:latin typeface="Times New Roman" panose="02020603050405020304" pitchFamily="18" charset="0"/>
                <a:ea typeface="SimSun" panose="02010600030101010101" pitchFamily="2" charset="-122"/>
              </a:rPr>
              <a:t>	</a:t>
            </a:r>
            <a:r>
              <a:rPr kumimoji="1" lang="en-US" altLang="zh-CN" sz="1800" b="0" i="1">
                <a:solidFill>
                  <a:srgbClr val="FF0000"/>
                </a:solidFill>
                <a:latin typeface="Times New Roman" panose="02020603050405020304" pitchFamily="18" charset="0"/>
                <a:ea typeface="SimSun" panose="02010600030101010101" pitchFamily="2" charset="-122"/>
              </a:rPr>
              <a:t>i </a:t>
            </a:r>
            <a:r>
              <a:rPr kumimoji="1" lang="en-US" altLang="zh-CN" sz="1800" b="0">
                <a:solidFill>
                  <a:srgbClr val="FF0000"/>
                </a:solidFill>
                <a:latin typeface="Times New Roman" panose="02020603050405020304" pitchFamily="18" charset="0"/>
                <a:ea typeface="SimSun" panose="02010600030101010101" pitchFamily="2" charset="-122"/>
              </a:rPr>
              <a:t>= </a:t>
            </a:r>
            <a:r>
              <a:rPr kumimoji="1" lang="en-US" altLang="zh-CN" sz="1800" b="0" i="1">
                <a:solidFill>
                  <a:srgbClr val="FF0000"/>
                </a:solidFill>
                <a:latin typeface="Times New Roman" panose="02020603050405020304" pitchFamily="18" charset="0"/>
                <a:ea typeface="SimSun" panose="02010600030101010101" pitchFamily="2" charset="-122"/>
              </a:rPr>
              <a:t>i</a:t>
            </a:r>
            <a:r>
              <a:rPr kumimoji="1" lang="en-US" altLang="zh-CN" sz="1800" b="0" i="1">
                <a:solidFill>
                  <a:srgbClr val="FF0000"/>
                </a:solidFill>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b="0" i="1">
                <a:solidFill>
                  <a:srgbClr val="FF0000"/>
                </a:solidFill>
                <a:latin typeface="Times New Roman" panose="02020603050405020304" pitchFamily="18" charset="0"/>
                <a:ea typeface="SimSun" panose="02010600030101010101" pitchFamily="2" charset="-122"/>
              </a:rPr>
              <a:t>1</a:t>
            </a:r>
            <a:r>
              <a:rPr kumimoji="1" lang="en-US" altLang="zh-CN" sz="1800" b="0">
                <a:solidFill>
                  <a:srgbClr val="FF0000"/>
                </a:solidFill>
                <a:latin typeface="Times New Roman" panose="02020603050405020304" pitchFamily="18" charset="0"/>
                <a:ea typeface="SimSun" panose="02010600030101010101" pitchFamily="2" charset="-122"/>
              </a:rPr>
              <a:t>, </a:t>
            </a:r>
            <a:r>
              <a:rPr kumimoji="1" lang="en-US" altLang="zh-CN" sz="1800" b="0" i="1">
                <a:solidFill>
                  <a:srgbClr val="FF0000"/>
                </a:solidFill>
                <a:latin typeface="Times New Roman" panose="02020603050405020304" pitchFamily="18" charset="0"/>
                <a:ea typeface="SimSun" panose="02010600030101010101" pitchFamily="2" charset="-122"/>
              </a:rPr>
              <a:t>k</a:t>
            </a:r>
            <a:r>
              <a:rPr kumimoji="1" lang="en-US" altLang="zh-CN" sz="1800" b="0">
                <a:solidFill>
                  <a:srgbClr val="FF0000"/>
                </a:solidFill>
                <a:latin typeface="Times New Roman" panose="02020603050405020304" pitchFamily="18" charset="0"/>
                <a:ea typeface="SimSun" panose="02010600030101010101" pitchFamily="2" charset="-122"/>
              </a:rPr>
              <a:t> = </a:t>
            </a:r>
            <a:r>
              <a:rPr kumimoji="1" lang="en-US" altLang="zh-CN" sz="1800" b="0" i="1">
                <a:solidFill>
                  <a:srgbClr val="FF0000"/>
                </a:solidFill>
                <a:latin typeface="Times New Roman" panose="02020603050405020304" pitchFamily="18" charset="0"/>
                <a:ea typeface="SimSun" panose="02010600030101010101" pitchFamily="2" charset="-122"/>
              </a:rPr>
              <a:t>k-w</a:t>
            </a:r>
            <a:r>
              <a:rPr kumimoji="1" lang="en-US" altLang="zh-CN" sz="1800" b="0" i="1" baseline="-25000">
                <a:solidFill>
                  <a:srgbClr val="FF0000"/>
                </a:solidFill>
                <a:latin typeface="Times New Roman" panose="02020603050405020304" pitchFamily="18" charset="0"/>
                <a:ea typeface="SimSun" panose="02010600030101010101" pitchFamily="2" charset="-122"/>
              </a:rPr>
              <a:t>i</a:t>
            </a:r>
            <a:endParaRPr kumimoji="1" lang="en-US" altLang="zh-CN" sz="2000" b="0">
              <a:solidFill>
                <a:srgbClr val="FF0000"/>
              </a:solidFill>
              <a:latin typeface="Times New Roman" panose="02020603050405020304" pitchFamily="18" charset="0"/>
              <a:ea typeface="SimSun" panose="02010600030101010101" pitchFamily="2" charset="-122"/>
            </a:endParaRPr>
          </a:p>
          <a:p>
            <a:pPr lvl="1">
              <a:lnSpc>
                <a:spcPct val="90000"/>
              </a:lnSpc>
              <a:spcBef>
                <a:spcPct val="20000"/>
              </a:spcBef>
            </a:pPr>
            <a:r>
              <a:rPr kumimoji="1" lang="en-US" altLang="zh-CN" sz="1800" b="0">
                <a:latin typeface="Times New Roman" panose="02020603050405020304" pitchFamily="18" charset="0"/>
                <a:ea typeface="SimSun" panose="02010600030101010101" pitchFamily="2" charset="-122"/>
              </a:rPr>
              <a:t>else</a:t>
            </a:r>
            <a:r>
              <a:rPr kumimoji="1" lang="en-US" altLang="zh-CN" sz="1800" b="0" i="1">
                <a:latin typeface="Times New Roman" panose="02020603050405020304" pitchFamily="18" charset="0"/>
                <a:ea typeface="SimSun" panose="02010600030101010101" pitchFamily="2" charset="-122"/>
              </a:rPr>
              <a:t> </a:t>
            </a:r>
          </a:p>
          <a:p>
            <a:pPr lvl="1">
              <a:lnSpc>
                <a:spcPct val="90000"/>
              </a:lnSpc>
              <a:spcBef>
                <a:spcPct val="20000"/>
              </a:spcBef>
            </a:pPr>
            <a:r>
              <a:rPr kumimoji="1" lang="en-US" altLang="zh-CN" sz="1800" b="0" i="1">
                <a:latin typeface="Times New Roman" panose="02020603050405020304" pitchFamily="18" charset="0"/>
                <a:ea typeface="SimSun" panose="02010600030101010101" pitchFamily="2" charset="-122"/>
              </a:rPr>
              <a:t>	</a:t>
            </a:r>
            <a:r>
              <a:rPr kumimoji="1" lang="en-US" altLang="zh-CN" sz="1800" i="1">
                <a:latin typeface="Times New Roman" panose="02020603050405020304" pitchFamily="18" charset="0"/>
                <a:ea typeface="SimSun" panose="02010600030101010101" pitchFamily="2" charset="-122"/>
              </a:rPr>
              <a:t>i </a:t>
            </a:r>
            <a:r>
              <a:rPr kumimoji="1" lang="en-US" altLang="zh-CN" sz="1800">
                <a:latin typeface="Times New Roman" panose="02020603050405020304" pitchFamily="18" charset="0"/>
                <a:ea typeface="SimSun" panose="02010600030101010101" pitchFamily="2" charset="-122"/>
              </a:rPr>
              <a:t>= </a:t>
            </a:r>
            <a:r>
              <a:rPr kumimoji="1" lang="en-US" altLang="zh-CN" sz="1800" i="1">
                <a:latin typeface="Times New Roman" panose="02020603050405020304" pitchFamily="18" charset="0"/>
                <a:ea typeface="SimSun" panose="02010600030101010101" pitchFamily="2" charset="-122"/>
              </a:rPr>
              <a:t>i</a:t>
            </a:r>
            <a:r>
              <a:rPr kumimoji="1" lang="en-US" altLang="zh-CN" sz="180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i="1">
                <a:latin typeface="Times New Roman" panose="02020603050405020304" pitchFamily="18" charset="0"/>
                <a:ea typeface="SimSun" panose="02010600030101010101" pitchFamily="2" charset="-122"/>
              </a:rPr>
              <a:t>1</a:t>
            </a:r>
            <a:endParaRPr kumimoji="1" lang="en-US" altLang="zh-CN" sz="1800" i="1" baseline="-25000">
              <a:latin typeface="Times New Roman" panose="02020603050405020304" pitchFamily="18" charset="0"/>
              <a:ea typeface="SimSun" panose="02010600030101010101" pitchFamily="2" charset="-122"/>
            </a:endParaRPr>
          </a:p>
        </p:txBody>
      </p:sp>
      <p:sp>
        <p:nvSpPr>
          <p:cNvPr id="40979" name="Text Box 57">
            <a:extLst>
              <a:ext uri="{FF2B5EF4-FFF2-40B4-BE49-F238E27FC236}">
                <a16:creationId xmlns:a16="http://schemas.microsoft.com/office/drawing/2014/main" id="{8306CEBD-DE49-4A71-8133-62162F9D992D}"/>
              </a:ext>
            </a:extLst>
          </p:cNvPr>
          <p:cNvSpPr txBox="1">
            <a:spLocks noChangeArrowheads="1"/>
          </p:cNvSpPr>
          <p:nvPr/>
        </p:nvSpPr>
        <p:spPr bwMode="auto">
          <a:xfrm>
            <a:off x="50292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40980" name="Text Box 58">
            <a:extLst>
              <a:ext uri="{FF2B5EF4-FFF2-40B4-BE49-F238E27FC236}">
                <a16:creationId xmlns:a16="http://schemas.microsoft.com/office/drawing/2014/main" id="{CD4D62EC-C55F-417E-9AB7-14102AE496B0}"/>
              </a:ext>
            </a:extLst>
          </p:cNvPr>
          <p:cNvSpPr txBox="1">
            <a:spLocks noChangeArrowheads="1"/>
          </p:cNvSpPr>
          <p:nvPr/>
        </p:nvSpPr>
        <p:spPr bwMode="auto">
          <a:xfrm>
            <a:off x="58674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40981" name="Text Box 59">
            <a:extLst>
              <a:ext uri="{FF2B5EF4-FFF2-40B4-BE49-F238E27FC236}">
                <a16:creationId xmlns:a16="http://schemas.microsoft.com/office/drawing/2014/main" id="{212D2693-42E3-4A81-A8C9-B9C253AD774E}"/>
              </a:ext>
            </a:extLst>
          </p:cNvPr>
          <p:cNvSpPr txBox="1">
            <a:spLocks noChangeArrowheads="1"/>
          </p:cNvSpPr>
          <p:nvPr/>
        </p:nvSpPr>
        <p:spPr bwMode="auto">
          <a:xfrm>
            <a:off x="25146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0982" name="Text Box 60">
            <a:extLst>
              <a:ext uri="{FF2B5EF4-FFF2-40B4-BE49-F238E27FC236}">
                <a16:creationId xmlns:a16="http://schemas.microsoft.com/office/drawing/2014/main" id="{93517D12-21E9-414B-8FF7-EF9753A8B39C}"/>
              </a:ext>
            </a:extLst>
          </p:cNvPr>
          <p:cNvSpPr txBox="1">
            <a:spLocks noChangeArrowheads="1"/>
          </p:cNvSpPr>
          <p:nvPr/>
        </p:nvSpPr>
        <p:spPr bwMode="auto">
          <a:xfrm>
            <a:off x="33528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0983" name="Text Box 61">
            <a:extLst>
              <a:ext uri="{FF2B5EF4-FFF2-40B4-BE49-F238E27FC236}">
                <a16:creationId xmlns:a16="http://schemas.microsoft.com/office/drawing/2014/main" id="{7D80D87D-EC58-4004-94B1-64D608A1C3EE}"/>
              </a:ext>
            </a:extLst>
          </p:cNvPr>
          <p:cNvSpPr txBox="1">
            <a:spLocks noChangeArrowheads="1"/>
          </p:cNvSpPr>
          <p:nvPr/>
        </p:nvSpPr>
        <p:spPr bwMode="auto">
          <a:xfrm>
            <a:off x="41910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0984" name="Text Box 62">
            <a:extLst>
              <a:ext uri="{FF2B5EF4-FFF2-40B4-BE49-F238E27FC236}">
                <a16:creationId xmlns:a16="http://schemas.microsoft.com/office/drawing/2014/main" id="{A6961245-86FE-4E2B-8229-319654F05B28}"/>
              </a:ext>
            </a:extLst>
          </p:cNvPr>
          <p:cNvSpPr txBox="1">
            <a:spLocks noChangeArrowheads="1"/>
          </p:cNvSpPr>
          <p:nvPr/>
        </p:nvSpPr>
        <p:spPr bwMode="auto">
          <a:xfrm>
            <a:off x="50292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40985" name="Rectangle 63">
            <a:extLst>
              <a:ext uri="{FF2B5EF4-FFF2-40B4-BE49-F238E27FC236}">
                <a16:creationId xmlns:a16="http://schemas.microsoft.com/office/drawing/2014/main" id="{83CA76BE-7984-4616-B3FC-B9E806F640FF}"/>
              </a:ext>
            </a:extLst>
          </p:cNvPr>
          <p:cNvSpPr>
            <a:spLocks noChangeArrowheads="1"/>
          </p:cNvSpPr>
          <p:nvPr/>
        </p:nvSpPr>
        <p:spPr bwMode="auto">
          <a:xfrm>
            <a:off x="7239000" y="609600"/>
            <a:ext cx="1676400" cy="1752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40986" name="Text Box 64">
            <a:extLst>
              <a:ext uri="{FF2B5EF4-FFF2-40B4-BE49-F238E27FC236}">
                <a16:creationId xmlns:a16="http://schemas.microsoft.com/office/drawing/2014/main" id="{953F48E0-1441-4E0A-9056-A32AE2E07C4E}"/>
              </a:ext>
            </a:extLst>
          </p:cNvPr>
          <p:cNvSpPr txBox="1">
            <a:spLocks noChangeArrowheads="1"/>
          </p:cNvSpPr>
          <p:nvPr/>
        </p:nvSpPr>
        <p:spPr bwMode="auto">
          <a:xfrm>
            <a:off x="58674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211010" name="Text Box 66">
            <a:extLst>
              <a:ext uri="{FF2B5EF4-FFF2-40B4-BE49-F238E27FC236}">
                <a16:creationId xmlns:a16="http://schemas.microsoft.com/office/drawing/2014/main" id="{F5ED1BDC-F0D4-47A2-923B-65A5B788887E}"/>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solidFill>
                  <a:srgbClr val="FF0000"/>
                </a:solidFill>
                <a:latin typeface="Times New Roman" panose="02020603050405020304" pitchFamily="18" charset="0"/>
                <a:ea typeface="SimSun" panose="02010600030101010101" pitchFamily="2" charset="-122"/>
              </a:rPr>
              <a:t>7</a:t>
            </a:r>
          </a:p>
        </p:txBody>
      </p:sp>
      <p:sp>
        <p:nvSpPr>
          <p:cNvPr id="211011" name="Oval 67">
            <a:extLst>
              <a:ext uri="{FF2B5EF4-FFF2-40B4-BE49-F238E27FC236}">
                <a16:creationId xmlns:a16="http://schemas.microsoft.com/office/drawing/2014/main" id="{704FF4B6-4817-4331-8A56-ECD2FE174F58}"/>
              </a:ext>
            </a:extLst>
          </p:cNvPr>
          <p:cNvSpPr>
            <a:spLocks noChangeArrowheads="1"/>
          </p:cNvSpPr>
          <p:nvPr/>
        </p:nvSpPr>
        <p:spPr bwMode="auto">
          <a:xfrm>
            <a:off x="966788" y="3048000"/>
            <a:ext cx="457200" cy="4572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11012" name="Line 68">
            <a:extLst>
              <a:ext uri="{FF2B5EF4-FFF2-40B4-BE49-F238E27FC236}">
                <a16:creationId xmlns:a16="http://schemas.microsoft.com/office/drawing/2014/main" id="{9900D6E3-5918-4517-85C5-B3E85E1260A2}"/>
              </a:ext>
            </a:extLst>
          </p:cNvPr>
          <p:cNvSpPr>
            <a:spLocks noChangeShapeType="1"/>
          </p:cNvSpPr>
          <p:nvPr/>
        </p:nvSpPr>
        <p:spPr bwMode="auto">
          <a:xfrm flipH="1" flipV="1">
            <a:off x="3657600" y="2819400"/>
            <a:ext cx="220980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1013" name="Oval 69">
            <a:extLst>
              <a:ext uri="{FF2B5EF4-FFF2-40B4-BE49-F238E27FC236}">
                <a16:creationId xmlns:a16="http://schemas.microsoft.com/office/drawing/2014/main" id="{98B7BB22-01F9-4ABD-BC89-AC3A7DF5D86A}"/>
              </a:ext>
            </a:extLst>
          </p:cNvPr>
          <p:cNvSpPr>
            <a:spLocks noChangeArrowheads="1"/>
          </p:cNvSpPr>
          <p:nvPr/>
        </p:nvSpPr>
        <p:spPr bwMode="auto">
          <a:xfrm>
            <a:off x="5759450" y="2559050"/>
            <a:ext cx="533400" cy="9906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40991" name="Rectangle 70">
            <a:extLst>
              <a:ext uri="{FF2B5EF4-FFF2-40B4-BE49-F238E27FC236}">
                <a16:creationId xmlns:a16="http://schemas.microsoft.com/office/drawing/2014/main" id="{56493FCC-8305-4D7C-8E65-5FAB530AEC05}"/>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Finding the Items (4)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1013"/>
                                        </p:tgtEl>
                                        <p:attrNameLst>
                                          <p:attrName>style.visibility</p:attrName>
                                        </p:attrNameLst>
                                      </p:cBhvr>
                                      <p:to>
                                        <p:strVal val="visible"/>
                                      </p:to>
                                    </p:set>
                                  </p:childTnLst>
                                  <p:subTnLst>
                                    <p:set>
                                      <p:cBhvr override="childStyle">
                                        <p:cTn dur="1" fill="hold" display="0" masterRel="nextClick" afterEffect="1"/>
                                        <p:tgtEl>
                                          <p:spTgt spid="211013"/>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11010"/>
                                        </p:tgtEl>
                                        <p:attrNameLst>
                                          <p:attrName>style.visibility</p:attrName>
                                        </p:attrNameLst>
                                      </p:cBhvr>
                                      <p:to>
                                        <p:strVal val="visible"/>
                                      </p:to>
                                    </p:set>
                                    <p:anim calcmode="lin" valueType="num">
                                      <p:cBhvr additive="base">
                                        <p:cTn id="11" dur="500" fill="hold"/>
                                        <p:tgtEl>
                                          <p:spTgt spid="211010"/>
                                        </p:tgtEl>
                                        <p:attrNameLst>
                                          <p:attrName>ppt_x</p:attrName>
                                        </p:attrNameLst>
                                      </p:cBhvr>
                                      <p:tavLst>
                                        <p:tav tm="0">
                                          <p:val>
                                            <p:strVal val="#ppt_x"/>
                                          </p:val>
                                        </p:tav>
                                        <p:tav tm="100000">
                                          <p:val>
                                            <p:strVal val="#ppt_x"/>
                                          </p:val>
                                        </p:tav>
                                      </p:tavLst>
                                    </p:anim>
                                    <p:anim calcmode="lin" valueType="num">
                                      <p:cBhvr additive="base">
                                        <p:cTn id="12" dur="500" fill="hold"/>
                                        <p:tgtEl>
                                          <p:spTgt spid="211010"/>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11011"/>
                                        </p:tgtEl>
                                        <p:attrNameLst>
                                          <p:attrName>style.visibility</p:attrName>
                                        </p:attrNameLst>
                                      </p:cBhvr>
                                      <p:to>
                                        <p:strVal val="visible"/>
                                      </p:to>
                                    </p:set>
                                    <p:anim calcmode="lin" valueType="num">
                                      <p:cBhvr additive="base">
                                        <p:cTn id="17" dur="500" fill="hold"/>
                                        <p:tgtEl>
                                          <p:spTgt spid="211011"/>
                                        </p:tgtEl>
                                        <p:attrNameLst>
                                          <p:attrName>ppt_x</p:attrName>
                                        </p:attrNameLst>
                                      </p:cBhvr>
                                      <p:tavLst>
                                        <p:tav tm="0">
                                          <p:val>
                                            <p:strVal val="0-#ppt_w/2"/>
                                          </p:val>
                                        </p:tav>
                                        <p:tav tm="100000">
                                          <p:val>
                                            <p:strVal val="#ppt_x"/>
                                          </p:val>
                                        </p:tav>
                                      </p:tavLst>
                                    </p:anim>
                                    <p:anim calcmode="lin" valueType="num">
                                      <p:cBhvr additive="base">
                                        <p:cTn id="18" dur="500" fill="hold"/>
                                        <p:tgtEl>
                                          <p:spTgt spid="211011"/>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11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010" grpId="0" autoUpdateAnimBg="0"/>
      <p:bldP spid="211011" grpId="0" animBg="1"/>
      <p:bldP spid="21101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Line 3">
            <a:extLst>
              <a:ext uri="{FF2B5EF4-FFF2-40B4-BE49-F238E27FC236}">
                <a16:creationId xmlns:a16="http://schemas.microsoft.com/office/drawing/2014/main" id="{ACEBB400-4FCE-4D71-B4DD-8504C9637455}"/>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987" name="Text Box 4">
            <a:extLst>
              <a:ext uri="{FF2B5EF4-FFF2-40B4-BE49-F238E27FC236}">
                <a16:creationId xmlns:a16="http://schemas.microsoft.com/office/drawing/2014/main" id="{6CC05217-DF1A-4AFE-A681-B5AE74C7626C}"/>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41988" name="Group 5">
            <a:extLst>
              <a:ext uri="{FF2B5EF4-FFF2-40B4-BE49-F238E27FC236}">
                <a16:creationId xmlns:a16="http://schemas.microsoft.com/office/drawing/2014/main" id="{26BAF17D-EA0E-4C55-9903-D6332CE8DDD1}"/>
              </a:ext>
            </a:extLst>
          </p:cNvPr>
          <p:cNvGrpSpPr>
            <a:grpSpLocks/>
          </p:cNvGrpSpPr>
          <p:nvPr/>
        </p:nvGrpSpPr>
        <p:grpSpPr bwMode="auto">
          <a:xfrm>
            <a:off x="1035050" y="1676400"/>
            <a:ext cx="5441950" cy="2743200"/>
            <a:chOff x="652" y="768"/>
            <a:chExt cx="3428" cy="1728"/>
          </a:xfrm>
        </p:grpSpPr>
        <p:sp>
          <p:nvSpPr>
            <p:cNvPr id="42017" name="Text Box 6">
              <a:extLst>
                <a:ext uri="{FF2B5EF4-FFF2-40B4-BE49-F238E27FC236}">
                  <a16:creationId xmlns:a16="http://schemas.microsoft.com/office/drawing/2014/main" id="{A46CC2E8-EBDE-4C68-A0C5-0AA5164CA030}"/>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18" name="Text Box 7">
              <a:extLst>
                <a:ext uri="{FF2B5EF4-FFF2-40B4-BE49-F238E27FC236}">
                  <a16:creationId xmlns:a16="http://schemas.microsoft.com/office/drawing/2014/main" id="{76385123-1F5F-437E-9ADC-547B11663059}"/>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19" name="Text Box 8">
              <a:extLst>
                <a:ext uri="{FF2B5EF4-FFF2-40B4-BE49-F238E27FC236}">
                  <a16:creationId xmlns:a16="http://schemas.microsoft.com/office/drawing/2014/main" id="{0DC85B11-639F-4588-8665-15D6552B5235}"/>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20" name="Text Box 9">
              <a:extLst>
                <a:ext uri="{FF2B5EF4-FFF2-40B4-BE49-F238E27FC236}">
                  <a16:creationId xmlns:a16="http://schemas.microsoft.com/office/drawing/2014/main" id="{F64CFAEC-1BE5-4E4F-9973-EE8B324F6F64}"/>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21" name="Text Box 10">
              <a:extLst>
                <a:ext uri="{FF2B5EF4-FFF2-40B4-BE49-F238E27FC236}">
                  <a16:creationId xmlns:a16="http://schemas.microsoft.com/office/drawing/2014/main" id="{D5F7993D-BB7D-4789-8017-7F408E2A34E5}"/>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42022" name="Group 11">
              <a:extLst>
                <a:ext uri="{FF2B5EF4-FFF2-40B4-BE49-F238E27FC236}">
                  <a16:creationId xmlns:a16="http://schemas.microsoft.com/office/drawing/2014/main" id="{D5DC2859-4BCD-4339-90CD-20B672654DCB}"/>
                </a:ext>
              </a:extLst>
            </p:cNvPr>
            <p:cNvGrpSpPr>
              <a:grpSpLocks/>
            </p:cNvGrpSpPr>
            <p:nvPr/>
          </p:nvGrpSpPr>
          <p:grpSpPr bwMode="auto">
            <a:xfrm>
              <a:off x="652" y="768"/>
              <a:ext cx="3428" cy="1728"/>
              <a:chOff x="652" y="768"/>
              <a:chExt cx="3428" cy="1728"/>
            </a:xfrm>
          </p:grpSpPr>
          <p:sp>
            <p:nvSpPr>
              <p:cNvPr id="42023" name="Line 12">
                <a:extLst>
                  <a:ext uri="{FF2B5EF4-FFF2-40B4-BE49-F238E27FC236}">
                    <a16:creationId xmlns:a16="http://schemas.microsoft.com/office/drawing/2014/main" id="{91A87524-FB69-4981-9A9D-6F43064F2F5D}"/>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4" name="Line 13">
                <a:extLst>
                  <a:ext uri="{FF2B5EF4-FFF2-40B4-BE49-F238E27FC236}">
                    <a16:creationId xmlns:a16="http://schemas.microsoft.com/office/drawing/2014/main" id="{FDA5591B-24FF-4685-908E-C5958F14B884}"/>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5" name="Line 14">
                <a:extLst>
                  <a:ext uri="{FF2B5EF4-FFF2-40B4-BE49-F238E27FC236}">
                    <a16:creationId xmlns:a16="http://schemas.microsoft.com/office/drawing/2014/main" id="{64C5AD88-62D7-4DF6-AFE0-A6D1245C44EF}"/>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6" name="Line 15">
                <a:extLst>
                  <a:ext uri="{FF2B5EF4-FFF2-40B4-BE49-F238E27FC236}">
                    <a16:creationId xmlns:a16="http://schemas.microsoft.com/office/drawing/2014/main" id="{C785CF57-CA71-40DF-92E8-C47160C3EE76}"/>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7" name="Line 16">
                <a:extLst>
                  <a:ext uri="{FF2B5EF4-FFF2-40B4-BE49-F238E27FC236}">
                    <a16:creationId xmlns:a16="http://schemas.microsoft.com/office/drawing/2014/main" id="{920DC66C-F837-4F31-A2B7-98F786A33418}"/>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8" name="Line 17">
                <a:extLst>
                  <a:ext uri="{FF2B5EF4-FFF2-40B4-BE49-F238E27FC236}">
                    <a16:creationId xmlns:a16="http://schemas.microsoft.com/office/drawing/2014/main" id="{30ACD9F5-F816-463A-9185-3996D9985E97}"/>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9" name="Line 18">
                <a:extLst>
                  <a:ext uri="{FF2B5EF4-FFF2-40B4-BE49-F238E27FC236}">
                    <a16:creationId xmlns:a16="http://schemas.microsoft.com/office/drawing/2014/main" id="{8866A75B-0ACF-4B2F-827D-202DD716A1D1}"/>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0" name="Text Box 19">
                <a:extLst>
                  <a:ext uri="{FF2B5EF4-FFF2-40B4-BE49-F238E27FC236}">
                    <a16:creationId xmlns:a16="http://schemas.microsoft.com/office/drawing/2014/main" id="{62E139D4-784E-40DD-9FE2-3BCE9DFE9648}"/>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31" name="Text Box 20">
                <a:extLst>
                  <a:ext uri="{FF2B5EF4-FFF2-40B4-BE49-F238E27FC236}">
                    <a16:creationId xmlns:a16="http://schemas.microsoft.com/office/drawing/2014/main" id="{C065BA9D-1E54-4048-B0EC-C5E4FB4CD1C2}"/>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32" name="Text Box 21">
                <a:extLst>
                  <a:ext uri="{FF2B5EF4-FFF2-40B4-BE49-F238E27FC236}">
                    <a16:creationId xmlns:a16="http://schemas.microsoft.com/office/drawing/2014/main" id="{CADA99CD-CBCC-4D32-AA49-51EC7C3B1661}"/>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33" name="Text Box 22">
                <a:extLst>
                  <a:ext uri="{FF2B5EF4-FFF2-40B4-BE49-F238E27FC236}">
                    <a16:creationId xmlns:a16="http://schemas.microsoft.com/office/drawing/2014/main" id="{DA3B2BAC-CEF4-4AF0-AB02-703665EF7E8C}"/>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34" name="Text Box 23">
                <a:extLst>
                  <a:ext uri="{FF2B5EF4-FFF2-40B4-BE49-F238E27FC236}">
                    <a16:creationId xmlns:a16="http://schemas.microsoft.com/office/drawing/2014/main" id="{2F156F19-0950-4872-96AF-EB59EF00DBAA}"/>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35" name="Text Box 24">
                <a:extLst>
                  <a:ext uri="{FF2B5EF4-FFF2-40B4-BE49-F238E27FC236}">
                    <a16:creationId xmlns:a16="http://schemas.microsoft.com/office/drawing/2014/main" id="{B6F58FE7-2237-43DD-AC25-EFA0FEDC922E}"/>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36" name="Line 25">
                <a:extLst>
                  <a:ext uri="{FF2B5EF4-FFF2-40B4-BE49-F238E27FC236}">
                    <a16:creationId xmlns:a16="http://schemas.microsoft.com/office/drawing/2014/main" id="{91578EE2-6593-4514-8341-52E49E462AAA}"/>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7" name="Line 26">
                <a:extLst>
                  <a:ext uri="{FF2B5EF4-FFF2-40B4-BE49-F238E27FC236}">
                    <a16:creationId xmlns:a16="http://schemas.microsoft.com/office/drawing/2014/main" id="{086C152E-17C8-45D6-B514-37900C514990}"/>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8" name="Line 27">
                <a:extLst>
                  <a:ext uri="{FF2B5EF4-FFF2-40B4-BE49-F238E27FC236}">
                    <a16:creationId xmlns:a16="http://schemas.microsoft.com/office/drawing/2014/main" id="{34E813F7-1CF4-42C5-B827-A871A116F7B6}"/>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9" name="Line 28">
                <a:extLst>
                  <a:ext uri="{FF2B5EF4-FFF2-40B4-BE49-F238E27FC236}">
                    <a16:creationId xmlns:a16="http://schemas.microsoft.com/office/drawing/2014/main" id="{B699E2C3-4806-4B2A-B2A1-D087F161A326}"/>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40" name="Line 29">
                <a:extLst>
                  <a:ext uri="{FF2B5EF4-FFF2-40B4-BE49-F238E27FC236}">
                    <a16:creationId xmlns:a16="http://schemas.microsoft.com/office/drawing/2014/main" id="{969999B2-9EF3-4C87-8D9B-358BEE7ADF74}"/>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41" name="Line 30">
                <a:extLst>
                  <a:ext uri="{FF2B5EF4-FFF2-40B4-BE49-F238E27FC236}">
                    <a16:creationId xmlns:a16="http://schemas.microsoft.com/office/drawing/2014/main" id="{29925950-5FAF-4341-AB35-D4C2D3480B35}"/>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42" name="Text Box 31">
                <a:extLst>
                  <a:ext uri="{FF2B5EF4-FFF2-40B4-BE49-F238E27FC236}">
                    <a16:creationId xmlns:a16="http://schemas.microsoft.com/office/drawing/2014/main" id="{A397B4D7-D2BF-4335-9F81-A4F1B25D6888}"/>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43" name="Text Box 32">
                <a:extLst>
                  <a:ext uri="{FF2B5EF4-FFF2-40B4-BE49-F238E27FC236}">
                    <a16:creationId xmlns:a16="http://schemas.microsoft.com/office/drawing/2014/main" id="{6A58AE2C-BC44-4419-B1C7-EC840A4B3AC5}"/>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42044" name="Text Box 33">
                <a:extLst>
                  <a:ext uri="{FF2B5EF4-FFF2-40B4-BE49-F238E27FC236}">
                    <a16:creationId xmlns:a16="http://schemas.microsoft.com/office/drawing/2014/main" id="{584C3490-CB9D-4363-AC53-057AC2A9DF67}"/>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42045" name="Text Box 34">
                <a:extLst>
                  <a:ext uri="{FF2B5EF4-FFF2-40B4-BE49-F238E27FC236}">
                    <a16:creationId xmlns:a16="http://schemas.microsoft.com/office/drawing/2014/main" id="{88C6C0B0-C763-4FB4-983E-EAB4C3CAAEAC}"/>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2046" name="Text Box 35">
                <a:extLst>
                  <a:ext uri="{FF2B5EF4-FFF2-40B4-BE49-F238E27FC236}">
                    <a16:creationId xmlns:a16="http://schemas.microsoft.com/office/drawing/2014/main" id="{F1EE6470-B3C3-4894-A38F-0F90E08EA03E}"/>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2047" name="Text Box 36">
                <a:extLst>
                  <a:ext uri="{FF2B5EF4-FFF2-40B4-BE49-F238E27FC236}">
                    <a16:creationId xmlns:a16="http://schemas.microsoft.com/office/drawing/2014/main" id="{6FAE0918-2D9D-45B6-835F-0BDD3DAE30CD}"/>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42048" name="Text Box 37">
                <a:extLst>
                  <a:ext uri="{FF2B5EF4-FFF2-40B4-BE49-F238E27FC236}">
                    <a16:creationId xmlns:a16="http://schemas.microsoft.com/office/drawing/2014/main" id="{699E6235-8A17-4F92-A2E7-F66DED4785FF}"/>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49" name="Text Box 38">
                <a:extLst>
                  <a:ext uri="{FF2B5EF4-FFF2-40B4-BE49-F238E27FC236}">
                    <a16:creationId xmlns:a16="http://schemas.microsoft.com/office/drawing/2014/main" id="{1F773667-BD40-49DA-B2D1-0E6DD6DE8F71}"/>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42050" name="Text Box 39">
                <a:extLst>
                  <a:ext uri="{FF2B5EF4-FFF2-40B4-BE49-F238E27FC236}">
                    <a16:creationId xmlns:a16="http://schemas.microsoft.com/office/drawing/2014/main" id="{531E27BD-9729-497E-873A-49998DBB2DBF}"/>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42051" name="Text Box 40">
                <a:extLst>
                  <a:ext uri="{FF2B5EF4-FFF2-40B4-BE49-F238E27FC236}">
                    <a16:creationId xmlns:a16="http://schemas.microsoft.com/office/drawing/2014/main" id="{951EF6CA-BD0A-4967-AFD8-9986625BCD1E}"/>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2052" name="Text Box 41">
                <a:extLst>
                  <a:ext uri="{FF2B5EF4-FFF2-40B4-BE49-F238E27FC236}">
                    <a16:creationId xmlns:a16="http://schemas.microsoft.com/office/drawing/2014/main" id="{6433BC6E-90C4-4C81-84F9-16CD6F4F154F}"/>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2053" name="Text Box 42">
                <a:extLst>
                  <a:ext uri="{FF2B5EF4-FFF2-40B4-BE49-F238E27FC236}">
                    <a16:creationId xmlns:a16="http://schemas.microsoft.com/office/drawing/2014/main" id="{A14C1DF0-0649-4989-A628-CB2805E74FB0}"/>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41989" name="Text Box 43">
            <a:extLst>
              <a:ext uri="{FF2B5EF4-FFF2-40B4-BE49-F238E27FC236}">
                <a16:creationId xmlns:a16="http://schemas.microsoft.com/office/drawing/2014/main" id="{B1B00891-5D25-4BD6-AF46-8183F9B35279}"/>
              </a:ext>
            </a:extLst>
          </p:cNvPr>
          <p:cNvSpPr txBox="1">
            <a:spLocks noChangeArrowheads="1"/>
          </p:cNvSpPr>
          <p:nvPr/>
        </p:nvSpPr>
        <p:spPr bwMode="auto">
          <a:xfrm>
            <a:off x="6607175" y="1752600"/>
            <a:ext cx="1774825" cy="290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400" b="0">
                <a:solidFill>
                  <a:srgbClr val="FF0000"/>
                </a:solidFill>
                <a:latin typeface="Times New Roman" panose="02020603050405020304" pitchFamily="18" charset="0"/>
                <a:ea typeface="SimSun" panose="02010600030101010101" pitchFamily="2" charset="-122"/>
              </a:rPr>
              <a:t>i=1</a:t>
            </a:r>
          </a:p>
          <a:p>
            <a:pPr>
              <a:lnSpc>
                <a:spcPct val="110000"/>
              </a:lnSpc>
            </a:pPr>
            <a:r>
              <a:rPr lang="en-US" altLang="zh-CN" sz="2400" b="0">
                <a:solidFill>
                  <a:srgbClr val="FF0000"/>
                </a:solidFill>
                <a:latin typeface="Times New Roman" panose="02020603050405020304" pitchFamily="18" charset="0"/>
                <a:ea typeface="SimSun" panose="02010600030101010101" pitchFamily="2" charset="-122"/>
              </a:rPr>
              <a:t>k= 2</a:t>
            </a:r>
          </a:p>
          <a:p>
            <a:pPr>
              <a:lnSpc>
                <a:spcPct val="110000"/>
              </a:lnSpc>
            </a:pPr>
            <a:r>
              <a:rPr lang="en-US" altLang="zh-CN" sz="2400" b="0">
                <a:latin typeface="Times New Roman" panose="02020603050405020304" pitchFamily="18" charset="0"/>
                <a:ea typeface="SimSun" panose="02010600030101010101" pitchFamily="2" charset="-122"/>
              </a:rPr>
              <a:t>b</a:t>
            </a:r>
            <a:r>
              <a:rPr lang="en-US" altLang="zh-CN" sz="2400" b="0" baseline="-25000">
                <a:latin typeface="Times New Roman" panose="02020603050405020304" pitchFamily="18" charset="0"/>
                <a:ea typeface="SimSun" panose="02010600030101010101" pitchFamily="2" charset="-122"/>
              </a:rPr>
              <a:t>i</a:t>
            </a:r>
            <a:r>
              <a:rPr lang="en-US" altLang="zh-CN" sz="2400" b="0">
                <a:latin typeface="Times New Roman" panose="02020603050405020304" pitchFamily="18" charset="0"/>
                <a:ea typeface="SimSun" panose="02010600030101010101" pitchFamily="2" charset="-122"/>
              </a:rPr>
              <a:t>=3</a:t>
            </a:r>
          </a:p>
          <a:p>
            <a:pPr>
              <a:lnSpc>
                <a:spcPct val="110000"/>
              </a:lnSpc>
            </a:pPr>
            <a:r>
              <a:rPr lang="en-US" altLang="zh-CN" sz="2400" b="0">
                <a:latin typeface="Times New Roman" panose="02020603050405020304" pitchFamily="18" charset="0"/>
                <a:ea typeface="SimSun" panose="02010600030101010101" pitchFamily="2" charset="-122"/>
              </a:rPr>
              <a:t>w</a:t>
            </a:r>
            <a:r>
              <a:rPr lang="en-US" altLang="zh-CN" sz="2400" b="0" baseline="-25000">
                <a:latin typeface="Times New Roman" panose="02020603050405020304" pitchFamily="18" charset="0"/>
                <a:ea typeface="SimSun" panose="02010600030101010101" pitchFamily="2" charset="-122"/>
              </a:rPr>
              <a:t>i</a:t>
            </a:r>
            <a:r>
              <a:rPr lang="en-US" altLang="zh-CN" sz="2400" b="0">
                <a:latin typeface="Times New Roman" panose="02020603050405020304" pitchFamily="18" charset="0"/>
                <a:ea typeface="SimSun" panose="02010600030101010101" pitchFamily="2" charset="-122"/>
              </a:rPr>
              <a:t>=2</a:t>
            </a:r>
          </a:p>
          <a:p>
            <a:pPr>
              <a:lnSpc>
                <a:spcPct val="110000"/>
              </a:lnSpc>
            </a:pPr>
            <a:r>
              <a:rPr kumimoji="1" lang="en-US" altLang="zh-CN" sz="2400" b="0" i="1">
                <a:solidFill>
                  <a:srgbClr val="FF0000"/>
                </a:solidFill>
                <a:latin typeface="Times New Roman" panose="02020603050405020304" pitchFamily="18" charset="0"/>
                <a:ea typeface="SimSun" panose="02010600030101010101" pitchFamily="2" charset="-122"/>
              </a:rPr>
              <a:t>V[i,k</a:t>
            </a:r>
            <a:r>
              <a:rPr kumimoji="1" lang="en-US" altLang="zh-CN" sz="2400" b="0">
                <a:solidFill>
                  <a:srgbClr val="FF0000"/>
                </a:solidFill>
                <a:latin typeface="Times New Roman" panose="02020603050405020304" pitchFamily="18" charset="0"/>
                <a:ea typeface="SimSun" panose="02010600030101010101" pitchFamily="2" charset="-122"/>
              </a:rPr>
              <a:t>] </a:t>
            </a:r>
            <a:r>
              <a:rPr lang="en-US" altLang="zh-CN" sz="2400" b="0">
                <a:solidFill>
                  <a:srgbClr val="FF0000"/>
                </a:solidFill>
                <a:latin typeface="Times New Roman" panose="02020603050405020304" pitchFamily="18" charset="0"/>
                <a:ea typeface="SimSun" panose="02010600030101010101" pitchFamily="2" charset="-122"/>
              </a:rPr>
              <a:t>=</a:t>
            </a:r>
            <a:r>
              <a:rPr kumimoji="1" lang="en-US" altLang="zh-CN" sz="2400" b="0">
                <a:solidFill>
                  <a:srgbClr val="FF0000"/>
                </a:solidFill>
                <a:latin typeface="Times New Roman" panose="02020603050405020304" pitchFamily="18" charset="0"/>
                <a:ea typeface="SimSun" panose="02010600030101010101" pitchFamily="2" charset="-122"/>
                <a:sym typeface="Symbol" panose="05050102010706020507" pitchFamily="18" charset="2"/>
              </a:rPr>
              <a:t> 3</a:t>
            </a:r>
          </a:p>
          <a:p>
            <a:pPr>
              <a:lnSpc>
                <a:spcPct val="110000"/>
              </a:lnSpc>
            </a:pPr>
            <a:r>
              <a:rPr kumimoji="1" lang="en-US" altLang="zh-CN" sz="2400" b="0" i="1">
                <a:solidFill>
                  <a:srgbClr val="FF0000"/>
                </a:solidFill>
                <a:latin typeface="Times New Roman" panose="02020603050405020304" pitchFamily="18" charset="0"/>
                <a:ea typeface="SimSun" panose="02010600030101010101" pitchFamily="2" charset="-122"/>
              </a:rPr>
              <a:t>V[i</a:t>
            </a:r>
            <a:r>
              <a:rPr kumimoji="1" lang="en-US" altLang="zh-CN" sz="2400" b="0" i="1">
                <a:solidFill>
                  <a:srgbClr val="FF0000"/>
                </a:solidFill>
                <a:latin typeface="Times New Roman" panose="02020603050405020304" pitchFamily="18" charset="0"/>
                <a:ea typeface="SimSun" panose="02010600030101010101" pitchFamily="2" charset="-122"/>
                <a:sym typeface="Symbol" panose="05050102010706020507" pitchFamily="18" charset="2"/>
              </a:rPr>
              <a:t></a:t>
            </a:r>
            <a:r>
              <a:rPr kumimoji="1" lang="en-US" altLang="zh-CN" sz="2400" b="0" i="1">
                <a:solidFill>
                  <a:srgbClr val="FF0000"/>
                </a:solidFill>
                <a:latin typeface="Times New Roman" panose="02020603050405020304" pitchFamily="18" charset="0"/>
                <a:ea typeface="SimSun" panose="02010600030101010101" pitchFamily="2" charset="-122"/>
              </a:rPr>
              <a:t>1,k</a:t>
            </a:r>
            <a:r>
              <a:rPr kumimoji="1" lang="en-US" altLang="zh-CN" sz="2400" b="0">
                <a:solidFill>
                  <a:srgbClr val="FF0000"/>
                </a:solidFill>
                <a:latin typeface="Times New Roman" panose="02020603050405020304" pitchFamily="18" charset="0"/>
                <a:ea typeface="SimSun" panose="02010600030101010101" pitchFamily="2" charset="-122"/>
              </a:rPr>
              <a:t>] </a:t>
            </a:r>
            <a:r>
              <a:rPr lang="en-US" altLang="zh-CN" sz="2400" b="0">
                <a:solidFill>
                  <a:srgbClr val="FF0000"/>
                </a:solidFill>
                <a:latin typeface="Times New Roman" panose="02020603050405020304" pitchFamily="18" charset="0"/>
                <a:ea typeface="SimSun" panose="02010600030101010101" pitchFamily="2" charset="-122"/>
              </a:rPr>
              <a:t>=0</a:t>
            </a:r>
          </a:p>
          <a:p>
            <a:pPr>
              <a:lnSpc>
                <a:spcPct val="110000"/>
              </a:lnSpc>
            </a:pPr>
            <a:r>
              <a:rPr lang="en-US" altLang="zh-CN" sz="2400" b="0">
                <a:latin typeface="Times New Roman" panose="02020603050405020304" pitchFamily="18" charset="0"/>
                <a:ea typeface="SimSun" panose="02010600030101010101" pitchFamily="2" charset="-122"/>
              </a:rPr>
              <a:t>k </a:t>
            </a:r>
            <a:r>
              <a:rPr lang="en-US" altLang="zh-CN" sz="2400" b="0">
                <a:latin typeface="Times New Roman" panose="02020603050405020304" pitchFamily="18" charset="0"/>
                <a:ea typeface="SimSun" panose="02010600030101010101" pitchFamily="2" charset="-122"/>
                <a:sym typeface="Symbol" panose="05050102010706020507" pitchFamily="18" charset="2"/>
              </a:rPr>
              <a:t></a:t>
            </a:r>
            <a:r>
              <a:rPr lang="en-US" altLang="zh-CN" sz="2400" b="0">
                <a:latin typeface="Times New Roman" panose="02020603050405020304" pitchFamily="18" charset="0"/>
                <a:ea typeface="SimSun" panose="02010600030101010101" pitchFamily="2" charset="-122"/>
              </a:rPr>
              <a:t> w</a:t>
            </a:r>
            <a:r>
              <a:rPr lang="en-US" altLang="zh-CN" sz="2400" b="0" baseline="-25000">
                <a:latin typeface="Times New Roman" panose="02020603050405020304" pitchFamily="18" charset="0"/>
                <a:ea typeface="SimSun" panose="02010600030101010101" pitchFamily="2" charset="-122"/>
              </a:rPr>
              <a:t>i</a:t>
            </a:r>
            <a:r>
              <a:rPr lang="en-US" altLang="zh-CN" sz="2400" b="0">
                <a:latin typeface="Times New Roman" panose="02020603050405020304" pitchFamily="18" charset="0"/>
                <a:ea typeface="SimSun" panose="02010600030101010101" pitchFamily="2" charset="-122"/>
              </a:rPr>
              <a:t>=0</a:t>
            </a:r>
          </a:p>
        </p:txBody>
      </p:sp>
      <p:sp>
        <p:nvSpPr>
          <p:cNvPr id="41990" name="Text Box 44">
            <a:extLst>
              <a:ext uri="{FF2B5EF4-FFF2-40B4-BE49-F238E27FC236}">
                <a16:creationId xmlns:a16="http://schemas.microsoft.com/office/drawing/2014/main" id="{44FE0290-470C-4740-8461-D5CD6A7D5A3F}"/>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1991" name="Text Box 45">
            <a:extLst>
              <a:ext uri="{FF2B5EF4-FFF2-40B4-BE49-F238E27FC236}">
                <a16:creationId xmlns:a16="http://schemas.microsoft.com/office/drawing/2014/main" id="{5C514D9A-DD2B-480F-8B49-6DA1A30E157D}"/>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1992" name="Text Box 46">
            <a:extLst>
              <a:ext uri="{FF2B5EF4-FFF2-40B4-BE49-F238E27FC236}">
                <a16:creationId xmlns:a16="http://schemas.microsoft.com/office/drawing/2014/main" id="{69639C8E-B36E-4749-B1D4-E82F051ADC8A}"/>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1993" name="Text Box 47">
            <a:extLst>
              <a:ext uri="{FF2B5EF4-FFF2-40B4-BE49-F238E27FC236}">
                <a16:creationId xmlns:a16="http://schemas.microsoft.com/office/drawing/2014/main" id="{0711DA60-463A-424A-9ED7-6758F291CBF8}"/>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1994" name="Text Box 48">
            <a:extLst>
              <a:ext uri="{FF2B5EF4-FFF2-40B4-BE49-F238E27FC236}">
                <a16:creationId xmlns:a16="http://schemas.microsoft.com/office/drawing/2014/main" id="{23956502-EC63-483A-8127-EA96704BAB19}"/>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1995" name="Text Box 49">
            <a:extLst>
              <a:ext uri="{FF2B5EF4-FFF2-40B4-BE49-F238E27FC236}">
                <a16:creationId xmlns:a16="http://schemas.microsoft.com/office/drawing/2014/main" id="{D600C61C-DFB0-4376-9B03-7A3E95814D7F}"/>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1996" name="Text Box 50">
            <a:extLst>
              <a:ext uri="{FF2B5EF4-FFF2-40B4-BE49-F238E27FC236}">
                <a16:creationId xmlns:a16="http://schemas.microsoft.com/office/drawing/2014/main" id="{DBA71EB1-C64C-490C-A9F0-D325B045BCB4}"/>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1997" name="Text Box 51">
            <a:extLst>
              <a:ext uri="{FF2B5EF4-FFF2-40B4-BE49-F238E27FC236}">
                <a16:creationId xmlns:a16="http://schemas.microsoft.com/office/drawing/2014/main" id="{2C9573D9-2CEF-4D0F-A0BF-9769443916A0}"/>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1998" name="Text Box 52">
            <a:extLst>
              <a:ext uri="{FF2B5EF4-FFF2-40B4-BE49-F238E27FC236}">
                <a16:creationId xmlns:a16="http://schemas.microsoft.com/office/drawing/2014/main" id="{E7D4D642-3F3B-4A79-8AE8-C326A487B970}"/>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solidFill>
                  <a:srgbClr val="FF0000"/>
                </a:solidFill>
                <a:latin typeface="Times New Roman" panose="02020603050405020304" pitchFamily="18" charset="0"/>
                <a:ea typeface="SimSun" panose="02010600030101010101" pitchFamily="2" charset="-122"/>
              </a:rPr>
              <a:t>7</a:t>
            </a:r>
          </a:p>
        </p:txBody>
      </p:sp>
      <p:sp>
        <p:nvSpPr>
          <p:cNvPr id="41999" name="Text Box 53">
            <a:extLst>
              <a:ext uri="{FF2B5EF4-FFF2-40B4-BE49-F238E27FC236}">
                <a16:creationId xmlns:a16="http://schemas.microsoft.com/office/drawing/2014/main" id="{ECC20FE2-DC9B-438E-BF3B-B12100057DEF}"/>
              </a:ext>
            </a:extLst>
          </p:cNvPr>
          <p:cNvSpPr txBox="1">
            <a:spLocks noChangeArrowheads="1"/>
          </p:cNvSpPr>
          <p:nvPr/>
        </p:nvSpPr>
        <p:spPr bwMode="auto">
          <a:xfrm>
            <a:off x="25146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00" name="Text Box 54">
            <a:extLst>
              <a:ext uri="{FF2B5EF4-FFF2-40B4-BE49-F238E27FC236}">
                <a16:creationId xmlns:a16="http://schemas.microsoft.com/office/drawing/2014/main" id="{09E3DAAC-35C6-4E20-9C80-CA991EA6CF52}"/>
              </a:ext>
            </a:extLst>
          </p:cNvPr>
          <p:cNvSpPr txBox="1">
            <a:spLocks noChangeArrowheads="1"/>
          </p:cNvSpPr>
          <p:nvPr/>
        </p:nvSpPr>
        <p:spPr bwMode="auto">
          <a:xfrm>
            <a:off x="33528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2001" name="Text Box 55">
            <a:extLst>
              <a:ext uri="{FF2B5EF4-FFF2-40B4-BE49-F238E27FC236}">
                <a16:creationId xmlns:a16="http://schemas.microsoft.com/office/drawing/2014/main" id="{6641E777-99BB-41E1-ACB5-6E2417F84544}"/>
              </a:ext>
            </a:extLst>
          </p:cNvPr>
          <p:cNvSpPr txBox="1">
            <a:spLocks noChangeArrowheads="1"/>
          </p:cNvSpPr>
          <p:nvPr/>
        </p:nvSpPr>
        <p:spPr bwMode="auto">
          <a:xfrm>
            <a:off x="41910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2002" name="Text Box 56">
            <a:extLst>
              <a:ext uri="{FF2B5EF4-FFF2-40B4-BE49-F238E27FC236}">
                <a16:creationId xmlns:a16="http://schemas.microsoft.com/office/drawing/2014/main" id="{279471FE-5C7B-4DB6-965A-4FEB4F97A139}"/>
              </a:ext>
            </a:extLst>
          </p:cNvPr>
          <p:cNvSpPr txBox="1">
            <a:spLocks noChangeArrowheads="1"/>
          </p:cNvSpPr>
          <p:nvPr/>
        </p:nvSpPr>
        <p:spPr bwMode="auto">
          <a:xfrm>
            <a:off x="1752600" y="4556125"/>
            <a:ext cx="6934200"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i=n, k=W</a:t>
            </a:r>
          </a:p>
          <a:p>
            <a:pPr>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while i,k &gt; 0</a:t>
            </a:r>
          </a:p>
          <a:p>
            <a:pPr lvl="1">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if </a:t>
            </a:r>
            <a:r>
              <a:rPr kumimoji="1" lang="en-US" altLang="zh-CN" sz="2000" b="0" i="1">
                <a:latin typeface="Times New Roman" panose="02020603050405020304" pitchFamily="18" charset="0"/>
                <a:ea typeface="SimSun" panose="02010600030101010101" pitchFamily="2" charset="-122"/>
              </a:rPr>
              <a:t>V[i,k</a:t>
            </a:r>
            <a:r>
              <a:rPr kumimoji="1" lang="en-US" altLang="zh-CN" sz="2000" b="0">
                <a:latin typeface="Times New Roman" panose="02020603050405020304" pitchFamily="18" charset="0"/>
                <a:ea typeface="SimSun" panose="02010600030101010101" pitchFamily="2" charset="-122"/>
              </a:rPr>
              <a:t>] </a:t>
            </a:r>
            <a:r>
              <a:rPr kumimoji="1" lang="en-US" altLang="zh-CN" sz="2000" b="0">
                <a:latin typeface="Times New Roman" panose="02020603050405020304" pitchFamily="18" charset="0"/>
                <a:ea typeface="SimSun" panose="02010600030101010101" pitchFamily="2" charset="-122"/>
                <a:sym typeface="Symbol" panose="05050102010706020507" pitchFamily="18" charset="2"/>
              </a:rPr>
              <a:t> </a:t>
            </a:r>
            <a:r>
              <a:rPr kumimoji="1" lang="en-US" altLang="zh-CN" sz="2000" b="0" i="1">
                <a:latin typeface="Times New Roman" panose="02020603050405020304" pitchFamily="18" charset="0"/>
                <a:ea typeface="SimSun" panose="02010600030101010101" pitchFamily="2" charset="-122"/>
              </a:rPr>
              <a:t>V[i</a:t>
            </a:r>
            <a:r>
              <a:rPr kumimoji="1" lang="en-US" altLang="zh-CN" sz="20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2000" b="0" i="1">
                <a:latin typeface="Times New Roman" panose="02020603050405020304" pitchFamily="18" charset="0"/>
                <a:ea typeface="SimSun" panose="02010600030101010101" pitchFamily="2" charset="-122"/>
              </a:rPr>
              <a:t>1,k</a:t>
            </a:r>
            <a:r>
              <a:rPr kumimoji="1" lang="en-US" altLang="zh-CN" sz="2000" b="0">
                <a:latin typeface="Times New Roman" panose="02020603050405020304" pitchFamily="18" charset="0"/>
                <a:ea typeface="SimSun" panose="02010600030101010101" pitchFamily="2" charset="-122"/>
              </a:rPr>
              <a:t>] then </a:t>
            </a:r>
          </a:p>
          <a:p>
            <a:pPr lvl="1">
              <a:lnSpc>
                <a:spcPct val="90000"/>
              </a:lnSpc>
              <a:spcBef>
                <a:spcPct val="20000"/>
              </a:spcBef>
              <a:buClr>
                <a:schemeClr val="accent1"/>
              </a:buClr>
              <a:buSzPct val="70000"/>
              <a:buFont typeface="Monotype Sorts" pitchFamily="80" charset="2"/>
              <a:buNone/>
            </a:pPr>
            <a:r>
              <a:rPr kumimoji="1" lang="en-US" altLang="zh-CN" sz="1800" b="0">
                <a:solidFill>
                  <a:schemeClr val="accent1"/>
                </a:solidFill>
                <a:latin typeface="Times New Roman" panose="02020603050405020304" pitchFamily="18" charset="0"/>
                <a:ea typeface="SimSun" panose="02010600030101010101" pitchFamily="2" charset="-122"/>
              </a:rPr>
              <a:t>	</a:t>
            </a:r>
            <a:r>
              <a:rPr kumimoji="1" lang="en-US" altLang="zh-CN" sz="1800" b="0">
                <a:solidFill>
                  <a:srgbClr val="FF0000"/>
                </a:solidFill>
                <a:latin typeface="Times New Roman" panose="02020603050405020304" pitchFamily="18" charset="0"/>
                <a:ea typeface="SimSun" panose="02010600030101010101" pitchFamily="2" charset="-122"/>
              </a:rPr>
              <a:t>mark the </a:t>
            </a:r>
            <a:r>
              <a:rPr kumimoji="1" lang="en-US" altLang="zh-CN" sz="1800" b="0" i="1">
                <a:solidFill>
                  <a:srgbClr val="FF0000"/>
                </a:solidFill>
                <a:latin typeface="Times New Roman" panose="02020603050405020304" pitchFamily="18" charset="0"/>
                <a:ea typeface="SimSun" panose="02010600030101010101" pitchFamily="2" charset="-122"/>
              </a:rPr>
              <a:t>i</a:t>
            </a:r>
            <a:r>
              <a:rPr kumimoji="1" lang="en-US" altLang="zh-CN" sz="1800" b="0" baseline="30000">
                <a:solidFill>
                  <a:srgbClr val="FF0000"/>
                </a:solidFill>
                <a:latin typeface="Times New Roman" panose="02020603050405020304" pitchFamily="18" charset="0"/>
                <a:ea typeface="SimSun" panose="02010600030101010101" pitchFamily="2" charset="-122"/>
              </a:rPr>
              <a:t>th</a:t>
            </a:r>
            <a:r>
              <a:rPr kumimoji="1" lang="en-US" altLang="zh-CN" sz="1800" b="0">
                <a:solidFill>
                  <a:srgbClr val="FF0000"/>
                </a:solidFill>
                <a:latin typeface="Times New Roman" panose="02020603050405020304" pitchFamily="18" charset="0"/>
                <a:ea typeface="SimSun" panose="02010600030101010101" pitchFamily="2" charset="-122"/>
              </a:rPr>
              <a:t> item as in the knapsack</a:t>
            </a:r>
          </a:p>
          <a:p>
            <a:pPr lvl="1">
              <a:lnSpc>
                <a:spcPct val="90000"/>
              </a:lnSpc>
              <a:spcBef>
                <a:spcPct val="20000"/>
              </a:spcBef>
              <a:buClr>
                <a:schemeClr val="accent1"/>
              </a:buClr>
              <a:buSzPct val="70000"/>
              <a:buFont typeface="Monotype Sorts" pitchFamily="80" charset="2"/>
              <a:buNone/>
            </a:pPr>
            <a:r>
              <a:rPr kumimoji="1" lang="en-US" altLang="zh-CN" sz="1800" b="0">
                <a:solidFill>
                  <a:srgbClr val="FF0000"/>
                </a:solidFill>
                <a:latin typeface="Times New Roman" panose="02020603050405020304" pitchFamily="18" charset="0"/>
                <a:ea typeface="SimSun" panose="02010600030101010101" pitchFamily="2" charset="-122"/>
              </a:rPr>
              <a:t>	</a:t>
            </a:r>
            <a:r>
              <a:rPr kumimoji="1" lang="en-US" altLang="zh-CN" sz="1800" b="0" i="1">
                <a:solidFill>
                  <a:srgbClr val="FF0000"/>
                </a:solidFill>
                <a:latin typeface="Times New Roman" panose="02020603050405020304" pitchFamily="18" charset="0"/>
                <a:ea typeface="SimSun" panose="02010600030101010101" pitchFamily="2" charset="-122"/>
              </a:rPr>
              <a:t>i </a:t>
            </a:r>
            <a:r>
              <a:rPr kumimoji="1" lang="en-US" altLang="zh-CN" sz="1800" b="0">
                <a:solidFill>
                  <a:srgbClr val="FF0000"/>
                </a:solidFill>
                <a:latin typeface="Times New Roman" panose="02020603050405020304" pitchFamily="18" charset="0"/>
                <a:ea typeface="SimSun" panose="02010600030101010101" pitchFamily="2" charset="-122"/>
              </a:rPr>
              <a:t>= </a:t>
            </a:r>
            <a:r>
              <a:rPr kumimoji="1" lang="en-US" altLang="zh-CN" sz="1800" b="0" i="1">
                <a:solidFill>
                  <a:srgbClr val="FF0000"/>
                </a:solidFill>
                <a:latin typeface="Times New Roman" panose="02020603050405020304" pitchFamily="18" charset="0"/>
                <a:ea typeface="SimSun" panose="02010600030101010101" pitchFamily="2" charset="-122"/>
              </a:rPr>
              <a:t>i</a:t>
            </a:r>
            <a:r>
              <a:rPr kumimoji="1" lang="en-US" altLang="zh-CN" sz="1800" b="0" i="1">
                <a:solidFill>
                  <a:srgbClr val="FF0000"/>
                </a:solidFill>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b="0" i="1">
                <a:solidFill>
                  <a:srgbClr val="FF0000"/>
                </a:solidFill>
                <a:latin typeface="Times New Roman" panose="02020603050405020304" pitchFamily="18" charset="0"/>
                <a:ea typeface="SimSun" panose="02010600030101010101" pitchFamily="2" charset="-122"/>
              </a:rPr>
              <a:t>1</a:t>
            </a:r>
            <a:r>
              <a:rPr kumimoji="1" lang="en-US" altLang="zh-CN" sz="1800" b="0">
                <a:solidFill>
                  <a:srgbClr val="FF0000"/>
                </a:solidFill>
                <a:latin typeface="Times New Roman" panose="02020603050405020304" pitchFamily="18" charset="0"/>
                <a:ea typeface="SimSun" panose="02010600030101010101" pitchFamily="2" charset="-122"/>
              </a:rPr>
              <a:t>, </a:t>
            </a:r>
            <a:r>
              <a:rPr kumimoji="1" lang="en-US" altLang="zh-CN" sz="1800" b="0" i="1">
                <a:solidFill>
                  <a:srgbClr val="FF0000"/>
                </a:solidFill>
                <a:latin typeface="Times New Roman" panose="02020603050405020304" pitchFamily="18" charset="0"/>
                <a:ea typeface="SimSun" panose="02010600030101010101" pitchFamily="2" charset="-122"/>
              </a:rPr>
              <a:t>k</a:t>
            </a:r>
            <a:r>
              <a:rPr kumimoji="1" lang="en-US" altLang="zh-CN" sz="1800" b="0">
                <a:solidFill>
                  <a:srgbClr val="FF0000"/>
                </a:solidFill>
                <a:latin typeface="Times New Roman" panose="02020603050405020304" pitchFamily="18" charset="0"/>
                <a:ea typeface="SimSun" panose="02010600030101010101" pitchFamily="2" charset="-122"/>
              </a:rPr>
              <a:t> = </a:t>
            </a:r>
            <a:r>
              <a:rPr kumimoji="1" lang="en-US" altLang="zh-CN" sz="1800" b="0" i="1">
                <a:solidFill>
                  <a:srgbClr val="FF0000"/>
                </a:solidFill>
                <a:latin typeface="Times New Roman" panose="02020603050405020304" pitchFamily="18" charset="0"/>
                <a:ea typeface="SimSun" panose="02010600030101010101" pitchFamily="2" charset="-122"/>
              </a:rPr>
              <a:t>k-w</a:t>
            </a:r>
            <a:r>
              <a:rPr kumimoji="1" lang="en-US" altLang="zh-CN" sz="1800" b="0" i="1" baseline="-25000">
                <a:solidFill>
                  <a:srgbClr val="FF0000"/>
                </a:solidFill>
                <a:latin typeface="Times New Roman" panose="02020603050405020304" pitchFamily="18" charset="0"/>
                <a:ea typeface="SimSun" panose="02010600030101010101" pitchFamily="2" charset="-122"/>
              </a:rPr>
              <a:t>i</a:t>
            </a:r>
            <a:endParaRPr kumimoji="1" lang="en-US" altLang="zh-CN" sz="2000" b="0">
              <a:solidFill>
                <a:srgbClr val="FF0000"/>
              </a:solidFill>
              <a:latin typeface="Times New Roman" panose="02020603050405020304" pitchFamily="18" charset="0"/>
              <a:ea typeface="SimSun" panose="02010600030101010101" pitchFamily="2" charset="-122"/>
            </a:endParaRPr>
          </a:p>
          <a:p>
            <a:pPr lvl="1">
              <a:lnSpc>
                <a:spcPct val="90000"/>
              </a:lnSpc>
              <a:spcBef>
                <a:spcPct val="20000"/>
              </a:spcBef>
            </a:pPr>
            <a:r>
              <a:rPr kumimoji="1" lang="en-US" altLang="zh-CN" sz="1800" b="0">
                <a:latin typeface="Times New Roman" panose="02020603050405020304" pitchFamily="18" charset="0"/>
                <a:ea typeface="SimSun" panose="02010600030101010101" pitchFamily="2" charset="-122"/>
              </a:rPr>
              <a:t>else</a:t>
            </a:r>
            <a:r>
              <a:rPr kumimoji="1" lang="en-US" altLang="zh-CN" sz="1800" b="0" i="1">
                <a:latin typeface="Times New Roman" panose="02020603050405020304" pitchFamily="18" charset="0"/>
                <a:ea typeface="SimSun" panose="02010600030101010101" pitchFamily="2" charset="-122"/>
              </a:rPr>
              <a:t> </a:t>
            </a:r>
          </a:p>
          <a:p>
            <a:pPr lvl="1">
              <a:lnSpc>
                <a:spcPct val="90000"/>
              </a:lnSpc>
              <a:spcBef>
                <a:spcPct val="20000"/>
              </a:spcBef>
            </a:pPr>
            <a:r>
              <a:rPr kumimoji="1" lang="en-US" altLang="zh-CN" sz="1800" b="0" i="1">
                <a:latin typeface="Times New Roman" panose="02020603050405020304" pitchFamily="18" charset="0"/>
                <a:ea typeface="SimSun" panose="02010600030101010101" pitchFamily="2" charset="-122"/>
              </a:rPr>
              <a:t>	</a:t>
            </a:r>
            <a:r>
              <a:rPr kumimoji="1" lang="en-US" altLang="zh-CN" sz="1800" i="1">
                <a:latin typeface="Times New Roman" panose="02020603050405020304" pitchFamily="18" charset="0"/>
                <a:ea typeface="SimSun" panose="02010600030101010101" pitchFamily="2" charset="-122"/>
              </a:rPr>
              <a:t>i </a:t>
            </a:r>
            <a:r>
              <a:rPr kumimoji="1" lang="en-US" altLang="zh-CN" sz="1800">
                <a:latin typeface="Times New Roman" panose="02020603050405020304" pitchFamily="18" charset="0"/>
                <a:ea typeface="SimSun" panose="02010600030101010101" pitchFamily="2" charset="-122"/>
              </a:rPr>
              <a:t>= </a:t>
            </a:r>
            <a:r>
              <a:rPr kumimoji="1" lang="en-US" altLang="zh-CN" sz="1800" i="1">
                <a:latin typeface="Times New Roman" panose="02020603050405020304" pitchFamily="18" charset="0"/>
                <a:ea typeface="SimSun" panose="02010600030101010101" pitchFamily="2" charset="-122"/>
              </a:rPr>
              <a:t>i</a:t>
            </a:r>
            <a:r>
              <a:rPr kumimoji="1" lang="en-US" altLang="zh-CN" sz="180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i="1">
                <a:latin typeface="Times New Roman" panose="02020603050405020304" pitchFamily="18" charset="0"/>
                <a:ea typeface="SimSun" panose="02010600030101010101" pitchFamily="2" charset="-122"/>
              </a:rPr>
              <a:t>1</a:t>
            </a:r>
            <a:endParaRPr kumimoji="1" lang="en-US" altLang="zh-CN" sz="1800" i="1" baseline="-25000">
              <a:latin typeface="Times New Roman" panose="02020603050405020304" pitchFamily="18" charset="0"/>
              <a:ea typeface="SimSun" panose="02010600030101010101" pitchFamily="2" charset="-122"/>
            </a:endParaRPr>
          </a:p>
        </p:txBody>
      </p:sp>
      <p:sp>
        <p:nvSpPr>
          <p:cNvPr id="42003" name="Text Box 57">
            <a:extLst>
              <a:ext uri="{FF2B5EF4-FFF2-40B4-BE49-F238E27FC236}">
                <a16:creationId xmlns:a16="http://schemas.microsoft.com/office/drawing/2014/main" id="{8ABED309-31FD-43E4-BC03-F3AB9E8BA2C6}"/>
              </a:ext>
            </a:extLst>
          </p:cNvPr>
          <p:cNvSpPr txBox="1">
            <a:spLocks noChangeArrowheads="1"/>
          </p:cNvSpPr>
          <p:nvPr/>
        </p:nvSpPr>
        <p:spPr bwMode="auto">
          <a:xfrm>
            <a:off x="50292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42004" name="Text Box 58">
            <a:extLst>
              <a:ext uri="{FF2B5EF4-FFF2-40B4-BE49-F238E27FC236}">
                <a16:creationId xmlns:a16="http://schemas.microsoft.com/office/drawing/2014/main" id="{0C741222-FF1B-4827-918A-D785A7702B0C}"/>
              </a:ext>
            </a:extLst>
          </p:cNvPr>
          <p:cNvSpPr txBox="1">
            <a:spLocks noChangeArrowheads="1"/>
          </p:cNvSpPr>
          <p:nvPr/>
        </p:nvSpPr>
        <p:spPr bwMode="auto">
          <a:xfrm>
            <a:off x="58674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42005" name="Text Box 59">
            <a:extLst>
              <a:ext uri="{FF2B5EF4-FFF2-40B4-BE49-F238E27FC236}">
                <a16:creationId xmlns:a16="http://schemas.microsoft.com/office/drawing/2014/main" id="{2F8631B5-3F9B-4BE3-8AF5-EC78EA9DA795}"/>
              </a:ext>
            </a:extLst>
          </p:cNvPr>
          <p:cNvSpPr txBox="1">
            <a:spLocks noChangeArrowheads="1"/>
          </p:cNvSpPr>
          <p:nvPr/>
        </p:nvSpPr>
        <p:spPr bwMode="auto">
          <a:xfrm>
            <a:off x="25146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2006" name="Text Box 60">
            <a:extLst>
              <a:ext uri="{FF2B5EF4-FFF2-40B4-BE49-F238E27FC236}">
                <a16:creationId xmlns:a16="http://schemas.microsoft.com/office/drawing/2014/main" id="{77E4D923-00FE-4314-8355-642E220BED47}"/>
              </a:ext>
            </a:extLst>
          </p:cNvPr>
          <p:cNvSpPr txBox="1">
            <a:spLocks noChangeArrowheads="1"/>
          </p:cNvSpPr>
          <p:nvPr/>
        </p:nvSpPr>
        <p:spPr bwMode="auto">
          <a:xfrm>
            <a:off x="33528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2007" name="Text Box 61">
            <a:extLst>
              <a:ext uri="{FF2B5EF4-FFF2-40B4-BE49-F238E27FC236}">
                <a16:creationId xmlns:a16="http://schemas.microsoft.com/office/drawing/2014/main" id="{7BAD4E1F-2478-43AD-AC31-B1402CE6BC1E}"/>
              </a:ext>
            </a:extLst>
          </p:cNvPr>
          <p:cNvSpPr txBox="1">
            <a:spLocks noChangeArrowheads="1"/>
          </p:cNvSpPr>
          <p:nvPr/>
        </p:nvSpPr>
        <p:spPr bwMode="auto">
          <a:xfrm>
            <a:off x="41910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2008" name="Text Box 62">
            <a:extLst>
              <a:ext uri="{FF2B5EF4-FFF2-40B4-BE49-F238E27FC236}">
                <a16:creationId xmlns:a16="http://schemas.microsoft.com/office/drawing/2014/main" id="{59BDB4A7-2FA4-4EBF-A38B-4683874DF8BB}"/>
              </a:ext>
            </a:extLst>
          </p:cNvPr>
          <p:cNvSpPr txBox="1">
            <a:spLocks noChangeArrowheads="1"/>
          </p:cNvSpPr>
          <p:nvPr/>
        </p:nvSpPr>
        <p:spPr bwMode="auto">
          <a:xfrm>
            <a:off x="50292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42009" name="Rectangle 63">
            <a:extLst>
              <a:ext uri="{FF2B5EF4-FFF2-40B4-BE49-F238E27FC236}">
                <a16:creationId xmlns:a16="http://schemas.microsoft.com/office/drawing/2014/main" id="{D64D4F1D-EE86-4BD1-9AC9-C4DA12A43B0C}"/>
              </a:ext>
            </a:extLst>
          </p:cNvPr>
          <p:cNvSpPr>
            <a:spLocks noChangeArrowheads="1"/>
          </p:cNvSpPr>
          <p:nvPr/>
        </p:nvSpPr>
        <p:spPr bwMode="auto">
          <a:xfrm>
            <a:off x="7239000" y="609600"/>
            <a:ext cx="1676400" cy="1752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42010" name="Text Box 64">
            <a:extLst>
              <a:ext uri="{FF2B5EF4-FFF2-40B4-BE49-F238E27FC236}">
                <a16:creationId xmlns:a16="http://schemas.microsoft.com/office/drawing/2014/main" id="{B4B30195-335C-4D02-BAC5-9ADA7B5C0908}"/>
              </a:ext>
            </a:extLst>
          </p:cNvPr>
          <p:cNvSpPr txBox="1">
            <a:spLocks noChangeArrowheads="1"/>
          </p:cNvSpPr>
          <p:nvPr/>
        </p:nvSpPr>
        <p:spPr bwMode="auto">
          <a:xfrm>
            <a:off x="58674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212033" name="Text Box 65">
            <a:extLst>
              <a:ext uri="{FF2B5EF4-FFF2-40B4-BE49-F238E27FC236}">
                <a16:creationId xmlns:a16="http://schemas.microsoft.com/office/drawing/2014/main" id="{15019732-5126-4D25-A30E-BAE443BC92F9}"/>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solidFill>
                  <a:srgbClr val="FF0000"/>
                </a:solidFill>
                <a:latin typeface="Times New Roman" panose="02020603050405020304" pitchFamily="18" charset="0"/>
                <a:ea typeface="SimSun" panose="02010600030101010101" pitchFamily="2" charset="-122"/>
              </a:rPr>
              <a:t>3</a:t>
            </a:r>
          </a:p>
        </p:txBody>
      </p:sp>
      <p:sp>
        <p:nvSpPr>
          <p:cNvPr id="212034" name="Oval 66">
            <a:extLst>
              <a:ext uri="{FF2B5EF4-FFF2-40B4-BE49-F238E27FC236}">
                <a16:creationId xmlns:a16="http://schemas.microsoft.com/office/drawing/2014/main" id="{3EE62FF3-A4E7-47F3-9C0A-C079B56D7015}"/>
              </a:ext>
            </a:extLst>
          </p:cNvPr>
          <p:cNvSpPr>
            <a:spLocks noChangeArrowheads="1"/>
          </p:cNvSpPr>
          <p:nvPr/>
        </p:nvSpPr>
        <p:spPr bwMode="auto">
          <a:xfrm>
            <a:off x="966788" y="2590800"/>
            <a:ext cx="457200" cy="4572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12036" name="Oval 68">
            <a:extLst>
              <a:ext uri="{FF2B5EF4-FFF2-40B4-BE49-F238E27FC236}">
                <a16:creationId xmlns:a16="http://schemas.microsoft.com/office/drawing/2014/main" id="{5FD897D5-F54E-4040-B8EC-AB32C99688FE}"/>
              </a:ext>
            </a:extLst>
          </p:cNvPr>
          <p:cNvSpPr>
            <a:spLocks noChangeArrowheads="1"/>
          </p:cNvSpPr>
          <p:nvPr/>
        </p:nvSpPr>
        <p:spPr bwMode="auto">
          <a:xfrm>
            <a:off x="3236913" y="2109788"/>
            <a:ext cx="533400" cy="9906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42014" name="Oval 69">
            <a:extLst>
              <a:ext uri="{FF2B5EF4-FFF2-40B4-BE49-F238E27FC236}">
                <a16:creationId xmlns:a16="http://schemas.microsoft.com/office/drawing/2014/main" id="{3917289A-6DD5-45AD-A401-A44F0D7C9BDB}"/>
              </a:ext>
            </a:extLst>
          </p:cNvPr>
          <p:cNvSpPr>
            <a:spLocks noChangeArrowheads="1"/>
          </p:cNvSpPr>
          <p:nvPr/>
        </p:nvSpPr>
        <p:spPr bwMode="auto">
          <a:xfrm>
            <a:off x="966788" y="3048000"/>
            <a:ext cx="457200" cy="4572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12038" name="Line 70">
            <a:extLst>
              <a:ext uri="{FF2B5EF4-FFF2-40B4-BE49-F238E27FC236}">
                <a16:creationId xmlns:a16="http://schemas.microsoft.com/office/drawing/2014/main" id="{E2C7E3B2-AA5A-4E8A-B600-A9AD49A25FA6}"/>
              </a:ext>
            </a:extLst>
          </p:cNvPr>
          <p:cNvSpPr>
            <a:spLocks noChangeShapeType="1"/>
          </p:cNvSpPr>
          <p:nvPr/>
        </p:nvSpPr>
        <p:spPr bwMode="auto">
          <a:xfrm flipV="1">
            <a:off x="3810000" y="23622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6" name="Rectangle 71">
            <a:extLst>
              <a:ext uri="{FF2B5EF4-FFF2-40B4-BE49-F238E27FC236}">
                <a16:creationId xmlns:a16="http://schemas.microsoft.com/office/drawing/2014/main" id="{43280F6C-A4C6-42C8-B410-927A0BC7A6BE}"/>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Finding the Items (5)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2036"/>
                                        </p:tgtEl>
                                        <p:attrNameLst>
                                          <p:attrName>style.visibility</p:attrName>
                                        </p:attrNameLst>
                                      </p:cBhvr>
                                      <p:to>
                                        <p:strVal val="visible"/>
                                      </p:to>
                                    </p:set>
                                  </p:childTnLst>
                                  <p:subTnLst>
                                    <p:set>
                                      <p:cBhvr override="childStyle">
                                        <p:cTn dur="1" fill="hold" display="0" masterRel="nextClick" afterEffect="1"/>
                                        <p:tgtEl>
                                          <p:spTgt spid="212036"/>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12033"/>
                                        </p:tgtEl>
                                        <p:attrNameLst>
                                          <p:attrName>style.visibility</p:attrName>
                                        </p:attrNameLst>
                                      </p:cBhvr>
                                      <p:to>
                                        <p:strVal val="visible"/>
                                      </p:to>
                                    </p:set>
                                    <p:anim calcmode="lin" valueType="num">
                                      <p:cBhvr additive="base">
                                        <p:cTn id="11" dur="500" fill="hold"/>
                                        <p:tgtEl>
                                          <p:spTgt spid="212033"/>
                                        </p:tgtEl>
                                        <p:attrNameLst>
                                          <p:attrName>ppt_x</p:attrName>
                                        </p:attrNameLst>
                                      </p:cBhvr>
                                      <p:tavLst>
                                        <p:tav tm="0">
                                          <p:val>
                                            <p:strVal val="#ppt_x"/>
                                          </p:val>
                                        </p:tav>
                                        <p:tav tm="100000">
                                          <p:val>
                                            <p:strVal val="#ppt_x"/>
                                          </p:val>
                                        </p:tav>
                                      </p:tavLst>
                                    </p:anim>
                                    <p:anim calcmode="lin" valueType="num">
                                      <p:cBhvr additive="base">
                                        <p:cTn id="12" dur="500" fill="hold"/>
                                        <p:tgtEl>
                                          <p:spTgt spid="212033"/>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12034"/>
                                        </p:tgtEl>
                                        <p:attrNameLst>
                                          <p:attrName>style.visibility</p:attrName>
                                        </p:attrNameLst>
                                      </p:cBhvr>
                                      <p:to>
                                        <p:strVal val="visible"/>
                                      </p:to>
                                    </p:set>
                                    <p:anim calcmode="lin" valueType="num">
                                      <p:cBhvr additive="base">
                                        <p:cTn id="17" dur="500" fill="hold"/>
                                        <p:tgtEl>
                                          <p:spTgt spid="212034"/>
                                        </p:tgtEl>
                                        <p:attrNameLst>
                                          <p:attrName>ppt_x</p:attrName>
                                        </p:attrNameLst>
                                      </p:cBhvr>
                                      <p:tavLst>
                                        <p:tav tm="0">
                                          <p:val>
                                            <p:strVal val="0-#ppt_w/2"/>
                                          </p:val>
                                        </p:tav>
                                        <p:tav tm="100000">
                                          <p:val>
                                            <p:strVal val="#ppt_x"/>
                                          </p:val>
                                        </p:tav>
                                      </p:tavLst>
                                    </p:anim>
                                    <p:anim calcmode="lin" valueType="num">
                                      <p:cBhvr additive="base">
                                        <p:cTn id="18" dur="500" fill="hold"/>
                                        <p:tgtEl>
                                          <p:spTgt spid="212034"/>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120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033" grpId="0" autoUpdateAnimBg="0"/>
      <p:bldP spid="212034" grpId="0" animBg="1"/>
      <p:bldP spid="21203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Line 3">
            <a:extLst>
              <a:ext uri="{FF2B5EF4-FFF2-40B4-BE49-F238E27FC236}">
                <a16:creationId xmlns:a16="http://schemas.microsoft.com/office/drawing/2014/main" id="{0306D760-BB0D-40EC-8C61-DFB608B46335}"/>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011" name="Text Box 4">
            <a:extLst>
              <a:ext uri="{FF2B5EF4-FFF2-40B4-BE49-F238E27FC236}">
                <a16:creationId xmlns:a16="http://schemas.microsoft.com/office/drawing/2014/main" id="{0C27DA12-FED3-4F6E-B0DC-C80AEDDDEA26}"/>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dirty="0">
                <a:latin typeface="Times New Roman" panose="02020603050405020304" pitchFamily="18" charset="0"/>
                <a:ea typeface="SimSun" panose="02010600030101010101" pitchFamily="2" charset="-122"/>
              </a:rPr>
              <a:t>Items:</a:t>
            </a:r>
          </a:p>
          <a:p>
            <a:r>
              <a:rPr lang="en-US" altLang="zh-CN" sz="2800" b="0" dirty="0">
                <a:latin typeface="Times New Roman" panose="02020603050405020304" pitchFamily="18" charset="0"/>
                <a:ea typeface="SimSun" panose="02010600030101010101" pitchFamily="2" charset="-122"/>
              </a:rPr>
              <a:t>1: (2,3)</a:t>
            </a:r>
          </a:p>
          <a:p>
            <a:r>
              <a:rPr lang="en-US" altLang="zh-CN" sz="2800" b="0" dirty="0">
                <a:latin typeface="Times New Roman" panose="02020603050405020304" pitchFamily="18" charset="0"/>
                <a:ea typeface="SimSun" panose="02010600030101010101" pitchFamily="2" charset="-122"/>
              </a:rPr>
              <a:t>2: (3,4)</a:t>
            </a:r>
          </a:p>
          <a:p>
            <a:r>
              <a:rPr lang="en-US" altLang="zh-CN" sz="2800" b="0" dirty="0">
                <a:latin typeface="Times New Roman" panose="02020603050405020304" pitchFamily="18" charset="0"/>
                <a:ea typeface="SimSun" panose="02010600030101010101" pitchFamily="2" charset="-122"/>
              </a:rPr>
              <a:t>3: (4,5) </a:t>
            </a:r>
          </a:p>
          <a:p>
            <a:r>
              <a:rPr lang="en-US" altLang="zh-CN" sz="2800" b="0" dirty="0">
                <a:latin typeface="Times New Roman" panose="02020603050405020304" pitchFamily="18" charset="0"/>
                <a:ea typeface="SimSun" panose="02010600030101010101" pitchFamily="2" charset="-122"/>
              </a:rPr>
              <a:t>4: (5,6)</a:t>
            </a:r>
            <a:endParaRPr lang="en-US" altLang="zh-CN" sz="2400" b="0" dirty="0">
              <a:latin typeface="Times New Roman" panose="02020603050405020304" pitchFamily="18" charset="0"/>
              <a:ea typeface="SimSun" panose="02010600030101010101" pitchFamily="2" charset="-122"/>
            </a:endParaRPr>
          </a:p>
        </p:txBody>
      </p:sp>
      <p:grpSp>
        <p:nvGrpSpPr>
          <p:cNvPr id="43012" name="Group 5">
            <a:extLst>
              <a:ext uri="{FF2B5EF4-FFF2-40B4-BE49-F238E27FC236}">
                <a16:creationId xmlns:a16="http://schemas.microsoft.com/office/drawing/2014/main" id="{710EC49F-EFA3-4E28-9BCE-8103AED1F17A}"/>
              </a:ext>
            </a:extLst>
          </p:cNvPr>
          <p:cNvGrpSpPr>
            <a:grpSpLocks/>
          </p:cNvGrpSpPr>
          <p:nvPr/>
        </p:nvGrpSpPr>
        <p:grpSpPr bwMode="auto">
          <a:xfrm>
            <a:off x="1035050" y="1676400"/>
            <a:ext cx="5441950" cy="2743200"/>
            <a:chOff x="652" y="768"/>
            <a:chExt cx="3428" cy="1728"/>
          </a:xfrm>
        </p:grpSpPr>
        <p:sp>
          <p:nvSpPr>
            <p:cNvPr id="43039" name="Text Box 6">
              <a:extLst>
                <a:ext uri="{FF2B5EF4-FFF2-40B4-BE49-F238E27FC236}">
                  <a16:creationId xmlns:a16="http://schemas.microsoft.com/office/drawing/2014/main" id="{429373F1-E6D2-4F62-8AF0-0FBE3C33DE18}"/>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40" name="Text Box 7">
              <a:extLst>
                <a:ext uri="{FF2B5EF4-FFF2-40B4-BE49-F238E27FC236}">
                  <a16:creationId xmlns:a16="http://schemas.microsoft.com/office/drawing/2014/main" id="{30D015BE-7DC2-49CE-9067-8799947AFC7C}"/>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41" name="Text Box 8">
              <a:extLst>
                <a:ext uri="{FF2B5EF4-FFF2-40B4-BE49-F238E27FC236}">
                  <a16:creationId xmlns:a16="http://schemas.microsoft.com/office/drawing/2014/main" id="{C2E255BB-FEDD-4C70-9F63-35A062B47388}"/>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42" name="Text Box 9">
              <a:extLst>
                <a:ext uri="{FF2B5EF4-FFF2-40B4-BE49-F238E27FC236}">
                  <a16:creationId xmlns:a16="http://schemas.microsoft.com/office/drawing/2014/main" id="{E88438B0-9176-4F64-819F-93278185C4D0}"/>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43" name="Text Box 10">
              <a:extLst>
                <a:ext uri="{FF2B5EF4-FFF2-40B4-BE49-F238E27FC236}">
                  <a16:creationId xmlns:a16="http://schemas.microsoft.com/office/drawing/2014/main" id="{D97C7FBB-E552-4086-B77E-1FAB78503EE1}"/>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43044" name="Group 11">
              <a:extLst>
                <a:ext uri="{FF2B5EF4-FFF2-40B4-BE49-F238E27FC236}">
                  <a16:creationId xmlns:a16="http://schemas.microsoft.com/office/drawing/2014/main" id="{496230CB-E4E4-4230-8593-072A2246ED90}"/>
                </a:ext>
              </a:extLst>
            </p:cNvPr>
            <p:cNvGrpSpPr>
              <a:grpSpLocks/>
            </p:cNvGrpSpPr>
            <p:nvPr/>
          </p:nvGrpSpPr>
          <p:grpSpPr bwMode="auto">
            <a:xfrm>
              <a:off x="652" y="768"/>
              <a:ext cx="3428" cy="1728"/>
              <a:chOff x="652" y="768"/>
              <a:chExt cx="3428" cy="1728"/>
            </a:xfrm>
          </p:grpSpPr>
          <p:sp>
            <p:nvSpPr>
              <p:cNvPr id="43045" name="Line 12">
                <a:extLst>
                  <a:ext uri="{FF2B5EF4-FFF2-40B4-BE49-F238E27FC236}">
                    <a16:creationId xmlns:a16="http://schemas.microsoft.com/office/drawing/2014/main" id="{1EF9C37B-28A4-40B9-95F4-18B7584783D7}"/>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46" name="Line 13">
                <a:extLst>
                  <a:ext uri="{FF2B5EF4-FFF2-40B4-BE49-F238E27FC236}">
                    <a16:creationId xmlns:a16="http://schemas.microsoft.com/office/drawing/2014/main" id="{DB588203-7551-4FE8-8345-FCA07BA376A8}"/>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47" name="Line 14">
                <a:extLst>
                  <a:ext uri="{FF2B5EF4-FFF2-40B4-BE49-F238E27FC236}">
                    <a16:creationId xmlns:a16="http://schemas.microsoft.com/office/drawing/2014/main" id="{5BBF6972-96F6-483A-BBF7-9C1DEA98056E}"/>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48" name="Line 15">
                <a:extLst>
                  <a:ext uri="{FF2B5EF4-FFF2-40B4-BE49-F238E27FC236}">
                    <a16:creationId xmlns:a16="http://schemas.microsoft.com/office/drawing/2014/main" id="{82328C08-F6CD-4A02-9F30-C5A6380028D8}"/>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49" name="Line 16">
                <a:extLst>
                  <a:ext uri="{FF2B5EF4-FFF2-40B4-BE49-F238E27FC236}">
                    <a16:creationId xmlns:a16="http://schemas.microsoft.com/office/drawing/2014/main" id="{27F21116-DFFD-4FAF-8BCC-97D23FFD5E0F}"/>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50" name="Line 17">
                <a:extLst>
                  <a:ext uri="{FF2B5EF4-FFF2-40B4-BE49-F238E27FC236}">
                    <a16:creationId xmlns:a16="http://schemas.microsoft.com/office/drawing/2014/main" id="{B35E3930-B1CA-45F4-96E4-7A3B79072802}"/>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51" name="Line 18">
                <a:extLst>
                  <a:ext uri="{FF2B5EF4-FFF2-40B4-BE49-F238E27FC236}">
                    <a16:creationId xmlns:a16="http://schemas.microsoft.com/office/drawing/2014/main" id="{DA5B3ACF-0268-4960-B56F-696FE04FA289}"/>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52" name="Text Box 19">
                <a:extLst>
                  <a:ext uri="{FF2B5EF4-FFF2-40B4-BE49-F238E27FC236}">
                    <a16:creationId xmlns:a16="http://schemas.microsoft.com/office/drawing/2014/main" id="{4F0AB4C5-B345-42A0-9FEB-E1881D4514D1}"/>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53" name="Text Box 20">
                <a:extLst>
                  <a:ext uri="{FF2B5EF4-FFF2-40B4-BE49-F238E27FC236}">
                    <a16:creationId xmlns:a16="http://schemas.microsoft.com/office/drawing/2014/main" id="{FF1CDEAB-B90C-449C-A33D-64A950995F5A}"/>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54" name="Text Box 21">
                <a:extLst>
                  <a:ext uri="{FF2B5EF4-FFF2-40B4-BE49-F238E27FC236}">
                    <a16:creationId xmlns:a16="http://schemas.microsoft.com/office/drawing/2014/main" id="{4F323900-815B-4798-9DDF-06ED7377185D}"/>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55" name="Text Box 22">
                <a:extLst>
                  <a:ext uri="{FF2B5EF4-FFF2-40B4-BE49-F238E27FC236}">
                    <a16:creationId xmlns:a16="http://schemas.microsoft.com/office/drawing/2014/main" id="{658E4547-F729-4917-A104-CAA2E333AFE0}"/>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56" name="Text Box 23">
                <a:extLst>
                  <a:ext uri="{FF2B5EF4-FFF2-40B4-BE49-F238E27FC236}">
                    <a16:creationId xmlns:a16="http://schemas.microsoft.com/office/drawing/2014/main" id="{07F2C0E2-9523-46F8-BC8E-3DA6E818AC48}"/>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57" name="Text Box 24">
                <a:extLst>
                  <a:ext uri="{FF2B5EF4-FFF2-40B4-BE49-F238E27FC236}">
                    <a16:creationId xmlns:a16="http://schemas.microsoft.com/office/drawing/2014/main" id="{137DA5A1-D0C9-434A-AF1B-6E1CC9FAC732}"/>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58" name="Line 25">
                <a:extLst>
                  <a:ext uri="{FF2B5EF4-FFF2-40B4-BE49-F238E27FC236}">
                    <a16:creationId xmlns:a16="http://schemas.microsoft.com/office/drawing/2014/main" id="{BF156FE0-2202-4E2D-9E51-30E07D655046}"/>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59" name="Line 26">
                <a:extLst>
                  <a:ext uri="{FF2B5EF4-FFF2-40B4-BE49-F238E27FC236}">
                    <a16:creationId xmlns:a16="http://schemas.microsoft.com/office/drawing/2014/main" id="{6799C45F-1E8E-4803-B0F7-4394C68B5A72}"/>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60" name="Line 27">
                <a:extLst>
                  <a:ext uri="{FF2B5EF4-FFF2-40B4-BE49-F238E27FC236}">
                    <a16:creationId xmlns:a16="http://schemas.microsoft.com/office/drawing/2014/main" id="{E4F4A7D1-5428-4B9A-8E90-8AD0E3E0B98E}"/>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61" name="Line 28">
                <a:extLst>
                  <a:ext uri="{FF2B5EF4-FFF2-40B4-BE49-F238E27FC236}">
                    <a16:creationId xmlns:a16="http://schemas.microsoft.com/office/drawing/2014/main" id="{CFFD722B-A81A-4265-BEA0-3CFEA58A2ECC}"/>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62" name="Line 29">
                <a:extLst>
                  <a:ext uri="{FF2B5EF4-FFF2-40B4-BE49-F238E27FC236}">
                    <a16:creationId xmlns:a16="http://schemas.microsoft.com/office/drawing/2014/main" id="{DD03CF27-8BF3-4246-A2AA-824462D2FAF7}"/>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63" name="Line 30">
                <a:extLst>
                  <a:ext uri="{FF2B5EF4-FFF2-40B4-BE49-F238E27FC236}">
                    <a16:creationId xmlns:a16="http://schemas.microsoft.com/office/drawing/2014/main" id="{C767DF67-023F-4BF9-A41C-106D092945D9}"/>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64" name="Text Box 31">
                <a:extLst>
                  <a:ext uri="{FF2B5EF4-FFF2-40B4-BE49-F238E27FC236}">
                    <a16:creationId xmlns:a16="http://schemas.microsoft.com/office/drawing/2014/main" id="{9DE5E7CF-A433-4E4E-80E9-DC47B515CEE9}"/>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65" name="Text Box 32">
                <a:extLst>
                  <a:ext uri="{FF2B5EF4-FFF2-40B4-BE49-F238E27FC236}">
                    <a16:creationId xmlns:a16="http://schemas.microsoft.com/office/drawing/2014/main" id="{2FF97EDD-FAC1-4368-AA55-3DD1E8A0D0E8}"/>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43066" name="Text Box 33">
                <a:extLst>
                  <a:ext uri="{FF2B5EF4-FFF2-40B4-BE49-F238E27FC236}">
                    <a16:creationId xmlns:a16="http://schemas.microsoft.com/office/drawing/2014/main" id="{95DAABAC-A458-47CB-B118-FAED7FD44F08}"/>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43067" name="Text Box 34">
                <a:extLst>
                  <a:ext uri="{FF2B5EF4-FFF2-40B4-BE49-F238E27FC236}">
                    <a16:creationId xmlns:a16="http://schemas.microsoft.com/office/drawing/2014/main" id="{C75BE2B4-EBFD-4CBA-8B84-10CEE7BC301B}"/>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3068" name="Text Box 35">
                <a:extLst>
                  <a:ext uri="{FF2B5EF4-FFF2-40B4-BE49-F238E27FC236}">
                    <a16:creationId xmlns:a16="http://schemas.microsoft.com/office/drawing/2014/main" id="{FE249FBF-F29B-433F-9DB6-DCECB504CC5B}"/>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3069" name="Text Box 36">
                <a:extLst>
                  <a:ext uri="{FF2B5EF4-FFF2-40B4-BE49-F238E27FC236}">
                    <a16:creationId xmlns:a16="http://schemas.microsoft.com/office/drawing/2014/main" id="{D75F67EF-1F2F-4F9A-AD28-543B86A44002}"/>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43070" name="Text Box 37">
                <a:extLst>
                  <a:ext uri="{FF2B5EF4-FFF2-40B4-BE49-F238E27FC236}">
                    <a16:creationId xmlns:a16="http://schemas.microsoft.com/office/drawing/2014/main" id="{67B1446A-0B64-4203-B93B-254777B45452}"/>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71" name="Text Box 38">
                <a:extLst>
                  <a:ext uri="{FF2B5EF4-FFF2-40B4-BE49-F238E27FC236}">
                    <a16:creationId xmlns:a16="http://schemas.microsoft.com/office/drawing/2014/main" id="{BE6BB34E-653E-4F53-BB44-48E1F0AE9101}"/>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43072" name="Text Box 39">
                <a:extLst>
                  <a:ext uri="{FF2B5EF4-FFF2-40B4-BE49-F238E27FC236}">
                    <a16:creationId xmlns:a16="http://schemas.microsoft.com/office/drawing/2014/main" id="{A51AED14-96CA-4A89-BFED-218431D04841}"/>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43073" name="Text Box 40">
                <a:extLst>
                  <a:ext uri="{FF2B5EF4-FFF2-40B4-BE49-F238E27FC236}">
                    <a16:creationId xmlns:a16="http://schemas.microsoft.com/office/drawing/2014/main" id="{F8C08816-866C-4691-B60B-BB7812EF2116}"/>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3074" name="Text Box 41">
                <a:extLst>
                  <a:ext uri="{FF2B5EF4-FFF2-40B4-BE49-F238E27FC236}">
                    <a16:creationId xmlns:a16="http://schemas.microsoft.com/office/drawing/2014/main" id="{40C15D0C-0F2D-43D5-8468-988E974D7CEC}"/>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3075" name="Text Box 42">
                <a:extLst>
                  <a:ext uri="{FF2B5EF4-FFF2-40B4-BE49-F238E27FC236}">
                    <a16:creationId xmlns:a16="http://schemas.microsoft.com/office/drawing/2014/main" id="{A3B5D765-412B-4B78-AD52-97BE1A1A03C7}"/>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43013" name="Text Box 44">
            <a:extLst>
              <a:ext uri="{FF2B5EF4-FFF2-40B4-BE49-F238E27FC236}">
                <a16:creationId xmlns:a16="http://schemas.microsoft.com/office/drawing/2014/main" id="{9C457872-D63C-4AFA-BF3B-778095A09099}"/>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solidFill>
                  <a:srgbClr val="FF0000"/>
                </a:solidFill>
                <a:latin typeface="Times New Roman" panose="02020603050405020304" pitchFamily="18" charset="0"/>
                <a:ea typeface="SimSun" panose="02010600030101010101" pitchFamily="2" charset="-122"/>
              </a:rPr>
              <a:t>3</a:t>
            </a:r>
          </a:p>
        </p:txBody>
      </p:sp>
      <p:sp>
        <p:nvSpPr>
          <p:cNvPr id="43014" name="Text Box 45">
            <a:extLst>
              <a:ext uri="{FF2B5EF4-FFF2-40B4-BE49-F238E27FC236}">
                <a16:creationId xmlns:a16="http://schemas.microsoft.com/office/drawing/2014/main" id="{1987E494-721C-46C4-ABC8-54FE2A4F59BE}"/>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3015" name="Text Box 46">
            <a:extLst>
              <a:ext uri="{FF2B5EF4-FFF2-40B4-BE49-F238E27FC236}">
                <a16:creationId xmlns:a16="http://schemas.microsoft.com/office/drawing/2014/main" id="{B5382696-572B-4794-A194-E463BCEC1849}"/>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3016" name="Text Box 47">
            <a:extLst>
              <a:ext uri="{FF2B5EF4-FFF2-40B4-BE49-F238E27FC236}">
                <a16:creationId xmlns:a16="http://schemas.microsoft.com/office/drawing/2014/main" id="{0F6FC096-B9AC-4203-85F5-B4D9DE055013}"/>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3017" name="Text Box 48">
            <a:extLst>
              <a:ext uri="{FF2B5EF4-FFF2-40B4-BE49-F238E27FC236}">
                <a16:creationId xmlns:a16="http://schemas.microsoft.com/office/drawing/2014/main" id="{561B10C4-67EB-4BBF-934B-9AEEA3034183}"/>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18" name="Text Box 49">
            <a:extLst>
              <a:ext uri="{FF2B5EF4-FFF2-40B4-BE49-F238E27FC236}">
                <a16:creationId xmlns:a16="http://schemas.microsoft.com/office/drawing/2014/main" id="{B17817BB-B394-4700-A18E-ACFD0E153E42}"/>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3019" name="Text Box 50">
            <a:extLst>
              <a:ext uri="{FF2B5EF4-FFF2-40B4-BE49-F238E27FC236}">
                <a16:creationId xmlns:a16="http://schemas.microsoft.com/office/drawing/2014/main" id="{A1031EA8-828D-4DCD-A771-05AA7DD8200C}"/>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3020" name="Text Box 51">
            <a:extLst>
              <a:ext uri="{FF2B5EF4-FFF2-40B4-BE49-F238E27FC236}">
                <a16:creationId xmlns:a16="http://schemas.microsoft.com/office/drawing/2014/main" id="{D294FF55-F100-4CFC-8313-4E0DEF727497}"/>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3021" name="Text Box 52">
            <a:extLst>
              <a:ext uri="{FF2B5EF4-FFF2-40B4-BE49-F238E27FC236}">
                <a16:creationId xmlns:a16="http://schemas.microsoft.com/office/drawing/2014/main" id="{ADE755AF-C795-460D-8D1E-0AF1E55049AC}"/>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solidFill>
                  <a:srgbClr val="FF0000"/>
                </a:solidFill>
                <a:latin typeface="Times New Roman" panose="02020603050405020304" pitchFamily="18" charset="0"/>
                <a:ea typeface="SimSun" panose="02010600030101010101" pitchFamily="2" charset="-122"/>
              </a:rPr>
              <a:t>7</a:t>
            </a:r>
          </a:p>
        </p:txBody>
      </p:sp>
      <p:sp>
        <p:nvSpPr>
          <p:cNvPr id="43022" name="Text Box 53">
            <a:extLst>
              <a:ext uri="{FF2B5EF4-FFF2-40B4-BE49-F238E27FC236}">
                <a16:creationId xmlns:a16="http://schemas.microsoft.com/office/drawing/2014/main" id="{BBCB1801-CD06-42A8-B411-75306C8EA165}"/>
              </a:ext>
            </a:extLst>
          </p:cNvPr>
          <p:cNvSpPr txBox="1">
            <a:spLocks noChangeArrowheads="1"/>
          </p:cNvSpPr>
          <p:nvPr/>
        </p:nvSpPr>
        <p:spPr bwMode="auto">
          <a:xfrm>
            <a:off x="25146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23" name="Text Box 54">
            <a:extLst>
              <a:ext uri="{FF2B5EF4-FFF2-40B4-BE49-F238E27FC236}">
                <a16:creationId xmlns:a16="http://schemas.microsoft.com/office/drawing/2014/main" id="{C03DB803-843D-47D4-A481-DD6FCF71BF3E}"/>
              </a:ext>
            </a:extLst>
          </p:cNvPr>
          <p:cNvSpPr txBox="1">
            <a:spLocks noChangeArrowheads="1"/>
          </p:cNvSpPr>
          <p:nvPr/>
        </p:nvSpPr>
        <p:spPr bwMode="auto">
          <a:xfrm>
            <a:off x="33528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3024" name="Text Box 55">
            <a:extLst>
              <a:ext uri="{FF2B5EF4-FFF2-40B4-BE49-F238E27FC236}">
                <a16:creationId xmlns:a16="http://schemas.microsoft.com/office/drawing/2014/main" id="{6930B464-D6A0-4C92-B99C-2F934D563421}"/>
              </a:ext>
            </a:extLst>
          </p:cNvPr>
          <p:cNvSpPr txBox="1">
            <a:spLocks noChangeArrowheads="1"/>
          </p:cNvSpPr>
          <p:nvPr/>
        </p:nvSpPr>
        <p:spPr bwMode="auto">
          <a:xfrm>
            <a:off x="41910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3025" name="Text Box 56">
            <a:extLst>
              <a:ext uri="{FF2B5EF4-FFF2-40B4-BE49-F238E27FC236}">
                <a16:creationId xmlns:a16="http://schemas.microsoft.com/office/drawing/2014/main" id="{3F80B613-A9E7-453D-AB44-D21861122B69}"/>
              </a:ext>
            </a:extLst>
          </p:cNvPr>
          <p:cNvSpPr txBox="1">
            <a:spLocks noChangeArrowheads="1"/>
          </p:cNvSpPr>
          <p:nvPr/>
        </p:nvSpPr>
        <p:spPr bwMode="auto">
          <a:xfrm>
            <a:off x="1752600" y="4556125"/>
            <a:ext cx="6934200"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i=n, k=W</a:t>
            </a:r>
          </a:p>
          <a:p>
            <a:pPr>
              <a:lnSpc>
                <a:spcPct val="90000"/>
              </a:lnSpc>
              <a:spcBef>
                <a:spcPct val="20000"/>
              </a:spcBef>
              <a:buClr>
                <a:schemeClr val="accent1"/>
              </a:buClr>
              <a:buSzPct val="70000"/>
              <a:buFont typeface="Monotype Sorts" pitchFamily="80" charset="2"/>
              <a:buNone/>
            </a:pPr>
            <a:r>
              <a:rPr kumimoji="1" lang="en-US" altLang="zh-CN" sz="2000" b="0">
                <a:solidFill>
                  <a:srgbClr val="FF0000"/>
                </a:solidFill>
                <a:latin typeface="Times New Roman" panose="02020603050405020304" pitchFamily="18" charset="0"/>
                <a:ea typeface="SimSun" panose="02010600030101010101" pitchFamily="2" charset="-122"/>
              </a:rPr>
              <a:t>while i,k &gt; 0</a:t>
            </a:r>
          </a:p>
          <a:p>
            <a:pPr lvl="1">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if </a:t>
            </a:r>
            <a:r>
              <a:rPr kumimoji="1" lang="en-US" altLang="zh-CN" sz="2000" b="0" i="1">
                <a:latin typeface="Times New Roman" panose="02020603050405020304" pitchFamily="18" charset="0"/>
                <a:ea typeface="SimSun" panose="02010600030101010101" pitchFamily="2" charset="-122"/>
              </a:rPr>
              <a:t>V[i,k</a:t>
            </a:r>
            <a:r>
              <a:rPr kumimoji="1" lang="en-US" altLang="zh-CN" sz="2000" b="0">
                <a:latin typeface="Times New Roman" panose="02020603050405020304" pitchFamily="18" charset="0"/>
                <a:ea typeface="SimSun" panose="02010600030101010101" pitchFamily="2" charset="-122"/>
              </a:rPr>
              <a:t>] </a:t>
            </a:r>
            <a:r>
              <a:rPr kumimoji="1" lang="en-US" altLang="zh-CN" sz="2000" b="0">
                <a:latin typeface="Times New Roman" panose="02020603050405020304" pitchFamily="18" charset="0"/>
                <a:ea typeface="SimSun" panose="02010600030101010101" pitchFamily="2" charset="-122"/>
                <a:sym typeface="Symbol" panose="05050102010706020507" pitchFamily="18" charset="2"/>
              </a:rPr>
              <a:t> </a:t>
            </a:r>
            <a:r>
              <a:rPr kumimoji="1" lang="en-US" altLang="zh-CN" sz="2000" b="0" i="1">
                <a:latin typeface="Times New Roman" panose="02020603050405020304" pitchFamily="18" charset="0"/>
                <a:ea typeface="SimSun" panose="02010600030101010101" pitchFamily="2" charset="-122"/>
              </a:rPr>
              <a:t>V[i</a:t>
            </a:r>
            <a:r>
              <a:rPr kumimoji="1" lang="en-US" altLang="zh-CN" sz="20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2000" b="0" i="1">
                <a:latin typeface="Times New Roman" panose="02020603050405020304" pitchFamily="18" charset="0"/>
                <a:ea typeface="SimSun" panose="02010600030101010101" pitchFamily="2" charset="-122"/>
              </a:rPr>
              <a:t>1,k</a:t>
            </a:r>
            <a:r>
              <a:rPr kumimoji="1" lang="en-US" altLang="zh-CN" sz="2000" b="0">
                <a:latin typeface="Times New Roman" panose="02020603050405020304" pitchFamily="18" charset="0"/>
                <a:ea typeface="SimSun" panose="02010600030101010101" pitchFamily="2" charset="-122"/>
              </a:rPr>
              <a:t>] then </a:t>
            </a:r>
          </a:p>
          <a:p>
            <a:pPr lvl="1">
              <a:lnSpc>
                <a:spcPct val="90000"/>
              </a:lnSpc>
              <a:spcBef>
                <a:spcPct val="20000"/>
              </a:spcBef>
              <a:buClr>
                <a:schemeClr val="accent1"/>
              </a:buClr>
              <a:buSzPct val="70000"/>
              <a:buFont typeface="Monotype Sorts" pitchFamily="80" charset="2"/>
              <a:buNone/>
            </a:pPr>
            <a:r>
              <a:rPr kumimoji="1" lang="en-US" altLang="zh-CN" sz="1800" b="0">
                <a:solidFill>
                  <a:schemeClr val="accent1"/>
                </a:solidFill>
                <a:latin typeface="Times New Roman" panose="02020603050405020304" pitchFamily="18" charset="0"/>
                <a:ea typeface="SimSun" panose="02010600030101010101" pitchFamily="2" charset="-122"/>
              </a:rPr>
              <a:t>	</a:t>
            </a:r>
            <a:r>
              <a:rPr kumimoji="1" lang="en-US" altLang="zh-CN" sz="1800" b="0">
                <a:latin typeface="Times New Roman" panose="02020603050405020304" pitchFamily="18" charset="0"/>
                <a:ea typeface="SimSun" panose="02010600030101010101" pitchFamily="2" charset="-122"/>
              </a:rPr>
              <a:t>mark the </a:t>
            </a:r>
            <a:r>
              <a:rPr kumimoji="1" lang="en-US" altLang="zh-CN" sz="1800" b="0" i="1">
                <a:latin typeface="Times New Roman" panose="02020603050405020304" pitchFamily="18" charset="0"/>
                <a:ea typeface="SimSun" panose="02010600030101010101" pitchFamily="2" charset="-122"/>
              </a:rPr>
              <a:t>n</a:t>
            </a:r>
            <a:r>
              <a:rPr kumimoji="1" lang="en-US" altLang="zh-CN" sz="1800" b="0" baseline="30000">
                <a:latin typeface="Times New Roman" panose="02020603050405020304" pitchFamily="18" charset="0"/>
                <a:ea typeface="SimSun" panose="02010600030101010101" pitchFamily="2" charset="-122"/>
              </a:rPr>
              <a:t>th</a:t>
            </a:r>
            <a:r>
              <a:rPr kumimoji="1" lang="en-US" altLang="zh-CN" sz="1800" b="0">
                <a:latin typeface="Times New Roman" panose="02020603050405020304" pitchFamily="18" charset="0"/>
                <a:ea typeface="SimSun" panose="02010600030101010101" pitchFamily="2" charset="-122"/>
              </a:rPr>
              <a:t> item as in the knapsack</a:t>
            </a:r>
          </a:p>
          <a:p>
            <a:pPr lvl="1">
              <a:lnSpc>
                <a:spcPct val="90000"/>
              </a:lnSpc>
              <a:spcBef>
                <a:spcPct val="20000"/>
              </a:spcBef>
              <a:buClr>
                <a:schemeClr val="accent1"/>
              </a:buClr>
              <a:buSzPct val="70000"/>
              <a:buFont typeface="Monotype Sorts" pitchFamily="80" charset="2"/>
              <a:buNone/>
            </a:pP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i </a:t>
            </a: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i</a:t>
            </a:r>
            <a:r>
              <a:rPr kumimoji="1" lang="en-US" altLang="zh-CN" sz="18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b="0" i="1">
                <a:latin typeface="Times New Roman" panose="02020603050405020304" pitchFamily="18" charset="0"/>
                <a:ea typeface="SimSun" panose="02010600030101010101" pitchFamily="2" charset="-122"/>
              </a:rPr>
              <a:t>1</a:t>
            </a: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k</a:t>
            </a:r>
            <a:r>
              <a:rPr kumimoji="1" lang="en-US" altLang="zh-CN" sz="1800" b="0">
                <a:latin typeface="Times New Roman" panose="02020603050405020304" pitchFamily="18" charset="0"/>
                <a:ea typeface="SimSun" panose="02010600030101010101" pitchFamily="2" charset="-122"/>
              </a:rPr>
              <a:t> = </a:t>
            </a:r>
            <a:r>
              <a:rPr kumimoji="1" lang="en-US" altLang="zh-CN" sz="1800" b="0" i="1">
                <a:latin typeface="Times New Roman" panose="02020603050405020304" pitchFamily="18" charset="0"/>
                <a:ea typeface="SimSun" panose="02010600030101010101" pitchFamily="2" charset="-122"/>
              </a:rPr>
              <a:t>k-w</a:t>
            </a:r>
            <a:r>
              <a:rPr kumimoji="1" lang="en-US" altLang="zh-CN" sz="1800" b="0" i="1" baseline="-25000">
                <a:latin typeface="Times New Roman" panose="02020603050405020304" pitchFamily="18" charset="0"/>
                <a:ea typeface="SimSun" panose="02010600030101010101" pitchFamily="2" charset="-122"/>
              </a:rPr>
              <a:t>i</a:t>
            </a:r>
            <a:endParaRPr kumimoji="1" lang="en-US" altLang="zh-CN" sz="2000" b="0">
              <a:latin typeface="Times New Roman" panose="02020603050405020304" pitchFamily="18" charset="0"/>
              <a:ea typeface="SimSun" panose="02010600030101010101" pitchFamily="2" charset="-122"/>
            </a:endParaRPr>
          </a:p>
          <a:p>
            <a:pPr lvl="1">
              <a:lnSpc>
                <a:spcPct val="90000"/>
              </a:lnSpc>
              <a:spcBef>
                <a:spcPct val="20000"/>
              </a:spcBef>
            </a:pPr>
            <a:r>
              <a:rPr kumimoji="1" lang="en-US" altLang="zh-CN" sz="1800" b="0">
                <a:latin typeface="Times New Roman" panose="02020603050405020304" pitchFamily="18" charset="0"/>
                <a:ea typeface="SimSun" panose="02010600030101010101" pitchFamily="2" charset="-122"/>
              </a:rPr>
              <a:t>else</a:t>
            </a:r>
            <a:r>
              <a:rPr kumimoji="1" lang="en-US" altLang="zh-CN" sz="1800" b="0" i="1">
                <a:latin typeface="Times New Roman" panose="02020603050405020304" pitchFamily="18" charset="0"/>
                <a:ea typeface="SimSun" panose="02010600030101010101" pitchFamily="2" charset="-122"/>
              </a:rPr>
              <a:t> </a:t>
            </a:r>
          </a:p>
          <a:p>
            <a:pPr lvl="1">
              <a:lnSpc>
                <a:spcPct val="90000"/>
              </a:lnSpc>
              <a:spcBef>
                <a:spcPct val="20000"/>
              </a:spcBef>
            </a:pPr>
            <a:r>
              <a:rPr kumimoji="1" lang="en-US" altLang="zh-CN" sz="1800" b="0" i="1">
                <a:latin typeface="Times New Roman" panose="02020603050405020304" pitchFamily="18" charset="0"/>
                <a:ea typeface="SimSun" panose="02010600030101010101" pitchFamily="2" charset="-122"/>
              </a:rPr>
              <a:t>	i </a:t>
            </a: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i</a:t>
            </a:r>
            <a:r>
              <a:rPr kumimoji="1" lang="en-US" altLang="zh-CN" sz="18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b="0" i="1">
                <a:latin typeface="Times New Roman" panose="02020603050405020304" pitchFamily="18" charset="0"/>
                <a:ea typeface="SimSun" panose="02010600030101010101" pitchFamily="2" charset="-122"/>
              </a:rPr>
              <a:t>1</a:t>
            </a:r>
            <a:endParaRPr kumimoji="1" lang="en-US" altLang="zh-CN" sz="1800" b="0" i="1" baseline="-25000">
              <a:latin typeface="Times New Roman" panose="02020603050405020304" pitchFamily="18" charset="0"/>
              <a:ea typeface="SimSun" panose="02010600030101010101" pitchFamily="2" charset="-122"/>
            </a:endParaRPr>
          </a:p>
        </p:txBody>
      </p:sp>
      <p:sp>
        <p:nvSpPr>
          <p:cNvPr id="43026" name="Text Box 57">
            <a:extLst>
              <a:ext uri="{FF2B5EF4-FFF2-40B4-BE49-F238E27FC236}">
                <a16:creationId xmlns:a16="http://schemas.microsoft.com/office/drawing/2014/main" id="{1A920621-C8D9-47AD-A463-BA167BE5BA7F}"/>
              </a:ext>
            </a:extLst>
          </p:cNvPr>
          <p:cNvSpPr txBox="1">
            <a:spLocks noChangeArrowheads="1"/>
          </p:cNvSpPr>
          <p:nvPr/>
        </p:nvSpPr>
        <p:spPr bwMode="auto">
          <a:xfrm>
            <a:off x="50292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43027" name="Text Box 60">
            <a:extLst>
              <a:ext uri="{FF2B5EF4-FFF2-40B4-BE49-F238E27FC236}">
                <a16:creationId xmlns:a16="http://schemas.microsoft.com/office/drawing/2014/main" id="{A9D37BB9-4BDD-4DFB-B66C-933B92437910}"/>
              </a:ext>
            </a:extLst>
          </p:cNvPr>
          <p:cNvSpPr txBox="1">
            <a:spLocks noChangeArrowheads="1"/>
          </p:cNvSpPr>
          <p:nvPr/>
        </p:nvSpPr>
        <p:spPr bwMode="auto">
          <a:xfrm>
            <a:off x="58674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43028" name="Text Box 61">
            <a:extLst>
              <a:ext uri="{FF2B5EF4-FFF2-40B4-BE49-F238E27FC236}">
                <a16:creationId xmlns:a16="http://schemas.microsoft.com/office/drawing/2014/main" id="{6E06EB2D-2BE7-43A1-92C3-D21BE2A1EDB0}"/>
              </a:ext>
            </a:extLst>
          </p:cNvPr>
          <p:cNvSpPr txBox="1">
            <a:spLocks noChangeArrowheads="1"/>
          </p:cNvSpPr>
          <p:nvPr/>
        </p:nvSpPr>
        <p:spPr bwMode="auto">
          <a:xfrm>
            <a:off x="25146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3029" name="Text Box 62">
            <a:extLst>
              <a:ext uri="{FF2B5EF4-FFF2-40B4-BE49-F238E27FC236}">
                <a16:creationId xmlns:a16="http://schemas.microsoft.com/office/drawing/2014/main" id="{77B0A4CE-A471-417E-A76B-C3611CC418E6}"/>
              </a:ext>
            </a:extLst>
          </p:cNvPr>
          <p:cNvSpPr txBox="1">
            <a:spLocks noChangeArrowheads="1"/>
          </p:cNvSpPr>
          <p:nvPr/>
        </p:nvSpPr>
        <p:spPr bwMode="auto">
          <a:xfrm>
            <a:off x="33528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3030" name="Text Box 63">
            <a:extLst>
              <a:ext uri="{FF2B5EF4-FFF2-40B4-BE49-F238E27FC236}">
                <a16:creationId xmlns:a16="http://schemas.microsoft.com/office/drawing/2014/main" id="{DF1C730B-04BF-42C8-81C2-F17362546C79}"/>
              </a:ext>
            </a:extLst>
          </p:cNvPr>
          <p:cNvSpPr txBox="1">
            <a:spLocks noChangeArrowheads="1"/>
          </p:cNvSpPr>
          <p:nvPr/>
        </p:nvSpPr>
        <p:spPr bwMode="auto">
          <a:xfrm>
            <a:off x="41910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3031" name="Text Box 64">
            <a:extLst>
              <a:ext uri="{FF2B5EF4-FFF2-40B4-BE49-F238E27FC236}">
                <a16:creationId xmlns:a16="http://schemas.microsoft.com/office/drawing/2014/main" id="{A9D714FE-C6AE-4EE6-898E-0724ACCA9DC4}"/>
              </a:ext>
            </a:extLst>
          </p:cNvPr>
          <p:cNvSpPr txBox="1">
            <a:spLocks noChangeArrowheads="1"/>
          </p:cNvSpPr>
          <p:nvPr/>
        </p:nvSpPr>
        <p:spPr bwMode="auto">
          <a:xfrm>
            <a:off x="50292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43032" name="Rectangle 65">
            <a:extLst>
              <a:ext uri="{FF2B5EF4-FFF2-40B4-BE49-F238E27FC236}">
                <a16:creationId xmlns:a16="http://schemas.microsoft.com/office/drawing/2014/main" id="{3F98BE63-4A27-405A-9E81-6CB99BFBEAF2}"/>
              </a:ext>
            </a:extLst>
          </p:cNvPr>
          <p:cNvSpPr>
            <a:spLocks noChangeArrowheads="1"/>
          </p:cNvSpPr>
          <p:nvPr/>
        </p:nvSpPr>
        <p:spPr bwMode="auto">
          <a:xfrm>
            <a:off x="7239000" y="609600"/>
            <a:ext cx="1676400" cy="1752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43033" name="Text Box 66">
            <a:extLst>
              <a:ext uri="{FF2B5EF4-FFF2-40B4-BE49-F238E27FC236}">
                <a16:creationId xmlns:a16="http://schemas.microsoft.com/office/drawing/2014/main" id="{9C889F27-07F2-42CD-A79E-81C963A2566C}"/>
              </a:ext>
            </a:extLst>
          </p:cNvPr>
          <p:cNvSpPr txBox="1">
            <a:spLocks noChangeArrowheads="1"/>
          </p:cNvSpPr>
          <p:nvPr/>
        </p:nvSpPr>
        <p:spPr bwMode="auto">
          <a:xfrm>
            <a:off x="58674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43034" name="Text Box 67">
            <a:extLst>
              <a:ext uri="{FF2B5EF4-FFF2-40B4-BE49-F238E27FC236}">
                <a16:creationId xmlns:a16="http://schemas.microsoft.com/office/drawing/2014/main" id="{5A728DFA-EA30-4639-BB64-B8DD5B90587A}"/>
              </a:ext>
            </a:extLst>
          </p:cNvPr>
          <p:cNvSpPr txBox="1">
            <a:spLocks noChangeArrowheads="1"/>
          </p:cNvSpPr>
          <p:nvPr/>
        </p:nvSpPr>
        <p:spPr bwMode="auto">
          <a:xfrm>
            <a:off x="6607175" y="1752600"/>
            <a:ext cx="177482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en-US" altLang="zh-CN" sz="2400" b="0">
                <a:solidFill>
                  <a:srgbClr val="FF0000"/>
                </a:solidFill>
                <a:latin typeface="Times New Roman" panose="02020603050405020304" pitchFamily="18" charset="0"/>
                <a:ea typeface="SimSun" panose="02010600030101010101" pitchFamily="2" charset="-122"/>
              </a:rPr>
              <a:t>i=0</a:t>
            </a:r>
          </a:p>
          <a:p>
            <a:pPr>
              <a:lnSpc>
                <a:spcPct val="110000"/>
              </a:lnSpc>
            </a:pPr>
            <a:r>
              <a:rPr lang="en-US" altLang="zh-CN" sz="2400" b="0">
                <a:solidFill>
                  <a:srgbClr val="FF0000"/>
                </a:solidFill>
                <a:latin typeface="Times New Roman" panose="02020603050405020304" pitchFamily="18" charset="0"/>
                <a:ea typeface="SimSun" panose="02010600030101010101" pitchFamily="2" charset="-122"/>
              </a:rPr>
              <a:t>k= 0</a:t>
            </a:r>
          </a:p>
          <a:p>
            <a:pPr>
              <a:lnSpc>
                <a:spcPct val="110000"/>
              </a:lnSpc>
            </a:pPr>
            <a:endParaRPr lang="zh-CN" altLang="en-US" sz="2400" b="0">
              <a:latin typeface="Times New Roman" panose="02020603050405020304" pitchFamily="18" charset="0"/>
              <a:ea typeface="SimSun" panose="02010600030101010101" pitchFamily="2" charset="-122"/>
            </a:endParaRPr>
          </a:p>
        </p:txBody>
      </p:sp>
      <p:sp>
        <p:nvSpPr>
          <p:cNvPr id="43035" name="Oval 68">
            <a:extLst>
              <a:ext uri="{FF2B5EF4-FFF2-40B4-BE49-F238E27FC236}">
                <a16:creationId xmlns:a16="http://schemas.microsoft.com/office/drawing/2014/main" id="{8A3FC8D0-13D1-4649-8699-5F51730D4032}"/>
              </a:ext>
            </a:extLst>
          </p:cNvPr>
          <p:cNvSpPr>
            <a:spLocks noChangeArrowheads="1"/>
          </p:cNvSpPr>
          <p:nvPr/>
        </p:nvSpPr>
        <p:spPr bwMode="auto">
          <a:xfrm>
            <a:off x="966788" y="2590800"/>
            <a:ext cx="457200" cy="4572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43036" name="Oval 69">
            <a:extLst>
              <a:ext uri="{FF2B5EF4-FFF2-40B4-BE49-F238E27FC236}">
                <a16:creationId xmlns:a16="http://schemas.microsoft.com/office/drawing/2014/main" id="{A569C45D-6CF7-49F1-9BE1-B9D1AA83C640}"/>
              </a:ext>
            </a:extLst>
          </p:cNvPr>
          <p:cNvSpPr>
            <a:spLocks noChangeArrowheads="1"/>
          </p:cNvSpPr>
          <p:nvPr/>
        </p:nvSpPr>
        <p:spPr bwMode="auto">
          <a:xfrm>
            <a:off x="966788" y="3048000"/>
            <a:ext cx="457200" cy="4572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07942" name="Text Box 70">
            <a:extLst>
              <a:ext uri="{FF2B5EF4-FFF2-40B4-BE49-F238E27FC236}">
                <a16:creationId xmlns:a16="http://schemas.microsoft.com/office/drawing/2014/main" id="{818B9CCB-C177-4DD2-B917-09B13F424BB0}"/>
              </a:ext>
            </a:extLst>
          </p:cNvPr>
          <p:cNvSpPr txBox="1">
            <a:spLocks noChangeArrowheads="1"/>
          </p:cNvSpPr>
          <p:nvPr/>
        </p:nvSpPr>
        <p:spPr bwMode="auto">
          <a:xfrm>
            <a:off x="7010400" y="3429000"/>
            <a:ext cx="19812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zh-CN" sz="2400" b="0">
                <a:solidFill>
                  <a:srgbClr val="FF0000"/>
                </a:solidFill>
                <a:latin typeface="Times New Roman" panose="02020603050405020304" pitchFamily="18" charset="0"/>
                <a:ea typeface="SimSun" panose="02010600030101010101" pitchFamily="2" charset="-122"/>
              </a:rPr>
              <a:t>The optimal knapsack should contain {1, 2}</a:t>
            </a:r>
          </a:p>
        </p:txBody>
      </p:sp>
      <p:sp>
        <p:nvSpPr>
          <p:cNvPr id="43038" name="Rectangle 71">
            <a:extLst>
              <a:ext uri="{FF2B5EF4-FFF2-40B4-BE49-F238E27FC236}">
                <a16:creationId xmlns:a16="http://schemas.microsoft.com/office/drawing/2014/main" id="{4F4BBDAB-8CC4-433F-A6E4-4CDC4BA70918}"/>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Finding the Items (6)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7942"/>
                                        </p:tgtEl>
                                        <p:attrNameLst>
                                          <p:attrName>style.visibility</p:attrName>
                                        </p:attrNameLst>
                                      </p:cBhvr>
                                      <p:to>
                                        <p:strVal val="visible"/>
                                      </p:to>
                                    </p:set>
                                    <p:anim calcmode="lin" valueType="num">
                                      <p:cBhvr additive="base">
                                        <p:cTn id="7" dur="500" fill="hold"/>
                                        <p:tgtEl>
                                          <p:spTgt spid="207942"/>
                                        </p:tgtEl>
                                        <p:attrNameLst>
                                          <p:attrName>ppt_x</p:attrName>
                                        </p:attrNameLst>
                                      </p:cBhvr>
                                      <p:tavLst>
                                        <p:tav tm="0">
                                          <p:val>
                                            <p:strVal val="#ppt_x"/>
                                          </p:val>
                                        </p:tav>
                                        <p:tav tm="100000">
                                          <p:val>
                                            <p:strVal val="#ppt_x"/>
                                          </p:val>
                                        </p:tav>
                                      </p:tavLst>
                                    </p:anim>
                                    <p:anim calcmode="lin" valueType="num">
                                      <p:cBhvr additive="base">
                                        <p:cTn id="8" dur="500" fill="hold"/>
                                        <p:tgtEl>
                                          <p:spTgt spid="2079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42"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Line 3">
            <a:extLst>
              <a:ext uri="{FF2B5EF4-FFF2-40B4-BE49-F238E27FC236}">
                <a16:creationId xmlns:a16="http://schemas.microsoft.com/office/drawing/2014/main" id="{236E5D92-F551-42F5-B9EE-FB53EA52BE14}"/>
              </a:ext>
            </a:extLst>
          </p:cNvPr>
          <p:cNvSpPr>
            <a:spLocks noChangeShapeType="1"/>
          </p:cNvSpPr>
          <p:nvPr/>
        </p:nvSpPr>
        <p:spPr bwMode="auto">
          <a:xfrm>
            <a:off x="4648200" y="1524000"/>
            <a:ext cx="0" cy="3657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035" name="Text Box 4">
            <a:extLst>
              <a:ext uri="{FF2B5EF4-FFF2-40B4-BE49-F238E27FC236}">
                <a16:creationId xmlns:a16="http://schemas.microsoft.com/office/drawing/2014/main" id="{547A2161-CC8C-4BD6-AB5F-ACB3E2F14A8F}"/>
              </a:ext>
            </a:extLst>
          </p:cNvPr>
          <p:cNvSpPr txBox="1">
            <a:spLocks noChangeArrowheads="1"/>
          </p:cNvSpPr>
          <p:nvPr/>
        </p:nvSpPr>
        <p:spPr bwMode="auto">
          <a:xfrm>
            <a:off x="7543800" y="76200"/>
            <a:ext cx="1320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800" b="0">
                <a:latin typeface="Times New Roman" panose="02020603050405020304" pitchFamily="18" charset="0"/>
                <a:ea typeface="SimSun" panose="02010600030101010101" pitchFamily="2" charset="-122"/>
              </a:rPr>
              <a:t>Items:</a:t>
            </a:r>
          </a:p>
          <a:p>
            <a:r>
              <a:rPr lang="en-US" altLang="zh-CN" sz="2800" b="0">
                <a:latin typeface="Times New Roman" panose="02020603050405020304" pitchFamily="18" charset="0"/>
                <a:ea typeface="SimSun" panose="02010600030101010101" pitchFamily="2" charset="-122"/>
              </a:rPr>
              <a:t>1: (2,3)</a:t>
            </a:r>
          </a:p>
          <a:p>
            <a:r>
              <a:rPr lang="en-US" altLang="zh-CN" sz="2800" b="0">
                <a:latin typeface="Times New Roman" panose="02020603050405020304" pitchFamily="18" charset="0"/>
                <a:ea typeface="SimSun" panose="02010600030101010101" pitchFamily="2" charset="-122"/>
              </a:rPr>
              <a:t>2: (3,4)</a:t>
            </a:r>
          </a:p>
          <a:p>
            <a:r>
              <a:rPr lang="en-US" altLang="zh-CN" sz="2800" b="0">
                <a:latin typeface="Times New Roman" panose="02020603050405020304" pitchFamily="18" charset="0"/>
                <a:ea typeface="SimSun" panose="02010600030101010101" pitchFamily="2" charset="-122"/>
              </a:rPr>
              <a:t>3: (4,5) </a:t>
            </a:r>
          </a:p>
          <a:p>
            <a:r>
              <a:rPr lang="en-US" altLang="zh-CN" sz="2800" b="0">
                <a:latin typeface="Times New Roman" panose="02020603050405020304" pitchFamily="18" charset="0"/>
                <a:ea typeface="SimSun" panose="02010600030101010101" pitchFamily="2" charset="-122"/>
              </a:rPr>
              <a:t>4: (5,6)</a:t>
            </a:r>
            <a:endParaRPr lang="en-US" altLang="zh-CN" sz="2400" b="0">
              <a:latin typeface="Times New Roman" panose="02020603050405020304" pitchFamily="18" charset="0"/>
              <a:ea typeface="SimSun" panose="02010600030101010101" pitchFamily="2" charset="-122"/>
            </a:endParaRPr>
          </a:p>
        </p:txBody>
      </p:sp>
      <p:grpSp>
        <p:nvGrpSpPr>
          <p:cNvPr id="44036" name="Group 5">
            <a:extLst>
              <a:ext uri="{FF2B5EF4-FFF2-40B4-BE49-F238E27FC236}">
                <a16:creationId xmlns:a16="http://schemas.microsoft.com/office/drawing/2014/main" id="{C55AAEA7-B5CF-45DE-B535-5F6F388005BF}"/>
              </a:ext>
            </a:extLst>
          </p:cNvPr>
          <p:cNvGrpSpPr>
            <a:grpSpLocks/>
          </p:cNvGrpSpPr>
          <p:nvPr/>
        </p:nvGrpSpPr>
        <p:grpSpPr bwMode="auto">
          <a:xfrm>
            <a:off x="1035050" y="1676400"/>
            <a:ext cx="5441950" cy="2743200"/>
            <a:chOff x="652" y="768"/>
            <a:chExt cx="3428" cy="1728"/>
          </a:xfrm>
        </p:grpSpPr>
        <p:sp>
          <p:nvSpPr>
            <p:cNvPr id="44072" name="Text Box 6">
              <a:extLst>
                <a:ext uri="{FF2B5EF4-FFF2-40B4-BE49-F238E27FC236}">
                  <a16:creationId xmlns:a16="http://schemas.microsoft.com/office/drawing/2014/main" id="{29F9BD5B-7640-46AF-A329-E465FFB90592}"/>
                </a:ext>
              </a:extLst>
            </p:cNvPr>
            <p:cNvSpPr txBox="1">
              <a:spLocks noChangeArrowheads="1"/>
            </p:cNvSpPr>
            <p:nvPr/>
          </p:nvSpPr>
          <p:spPr bwMode="auto">
            <a:xfrm>
              <a:off x="158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73" name="Text Box 7">
              <a:extLst>
                <a:ext uri="{FF2B5EF4-FFF2-40B4-BE49-F238E27FC236}">
                  <a16:creationId xmlns:a16="http://schemas.microsoft.com/office/drawing/2014/main" id="{0DF37C99-573A-480D-A73A-58C06A49FA06}"/>
                </a:ext>
              </a:extLst>
            </p:cNvPr>
            <p:cNvSpPr txBox="1">
              <a:spLocks noChangeArrowheads="1"/>
            </p:cNvSpPr>
            <p:nvPr/>
          </p:nvSpPr>
          <p:spPr bwMode="auto">
            <a:xfrm>
              <a:off x="1104"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74" name="Text Box 8">
              <a:extLst>
                <a:ext uri="{FF2B5EF4-FFF2-40B4-BE49-F238E27FC236}">
                  <a16:creationId xmlns:a16="http://schemas.microsoft.com/office/drawing/2014/main" id="{6465D30F-6AD6-40D6-AE0F-D35FB0C66133}"/>
                </a:ext>
              </a:extLst>
            </p:cNvPr>
            <p:cNvSpPr txBox="1">
              <a:spLocks noChangeArrowheads="1"/>
            </p:cNvSpPr>
            <p:nvPr/>
          </p:nvSpPr>
          <p:spPr bwMode="auto">
            <a:xfrm>
              <a:off x="1104"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75" name="Text Box 9">
              <a:extLst>
                <a:ext uri="{FF2B5EF4-FFF2-40B4-BE49-F238E27FC236}">
                  <a16:creationId xmlns:a16="http://schemas.microsoft.com/office/drawing/2014/main" id="{4B47D25B-5982-4CB3-A68D-BCF6F87AD41A}"/>
                </a:ext>
              </a:extLst>
            </p:cNvPr>
            <p:cNvSpPr txBox="1">
              <a:spLocks noChangeArrowheads="1"/>
            </p:cNvSpPr>
            <p:nvPr/>
          </p:nvSpPr>
          <p:spPr bwMode="auto">
            <a:xfrm>
              <a:off x="1104"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76" name="Text Box 10">
              <a:extLst>
                <a:ext uri="{FF2B5EF4-FFF2-40B4-BE49-F238E27FC236}">
                  <a16:creationId xmlns:a16="http://schemas.microsoft.com/office/drawing/2014/main" id="{CD40368D-5105-49A3-8848-0CB79DB94BDE}"/>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grpSp>
          <p:nvGrpSpPr>
            <p:cNvPr id="44077" name="Group 11">
              <a:extLst>
                <a:ext uri="{FF2B5EF4-FFF2-40B4-BE49-F238E27FC236}">
                  <a16:creationId xmlns:a16="http://schemas.microsoft.com/office/drawing/2014/main" id="{A271BD00-3C9E-4060-9E49-ACDC09EDA8AE}"/>
                </a:ext>
              </a:extLst>
            </p:cNvPr>
            <p:cNvGrpSpPr>
              <a:grpSpLocks/>
            </p:cNvGrpSpPr>
            <p:nvPr/>
          </p:nvGrpSpPr>
          <p:grpSpPr bwMode="auto">
            <a:xfrm>
              <a:off x="652" y="768"/>
              <a:ext cx="3428" cy="1728"/>
              <a:chOff x="652" y="768"/>
              <a:chExt cx="3428" cy="1728"/>
            </a:xfrm>
          </p:grpSpPr>
          <p:sp>
            <p:nvSpPr>
              <p:cNvPr id="44078" name="Line 12">
                <a:extLst>
                  <a:ext uri="{FF2B5EF4-FFF2-40B4-BE49-F238E27FC236}">
                    <a16:creationId xmlns:a16="http://schemas.microsoft.com/office/drawing/2014/main" id="{FD64627C-C4E8-4C3E-AAE5-B097C484737A}"/>
                  </a:ext>
                </a:extLst>
              </p:cNvPr>
              <p:cNvSpPr>
                <a:spLocks noChangeShapeType="1"/>
              </p:cNvSpPr>
              <p:nvPr/>
            </p:nvSpPr>
            <p:spPr bwMode="auto">
              <a:xfrm>
                <a:off x="96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9" name="Line 13">
                <a:extLst>
                  <a:ext uri="{FF2B5EF4-FFF2-40B4-BE49-F238E27FC236}">
                    <a16:creationId xmlns:a16="http://schemas.microsoft.com/office/drawing/2014/main" id="{CC689E7A-8113-4879-A542-6A852245C734}"/>
                  </a:ext>
                </a:extLst>
              </p:cNvPr>
              <p:cNvSpPr>
                <a:spLocks noChangeShapeType="1"/>
              </p:cNvSpPr>
              <p:nvPr/>
            </p:nvSpPr>
            <p:spPr bwMode="auto">
              <a:xfrm>
                <a:off x="960" y="105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0" name="Line 14">
                <a:extLst>
                  <a:ext uri="{FF2B5EF4-FFF2-40B4-BE49-F238E27FC236}">
                    <a16:creationId xmlns:a16="http://schemas.microsoft.com/office/drawing/2014/main" id="{DFBB7D73-7B57-438B-9A0F-9A8022E10B1F}"/>
                  </a:ext>
                </a:extLst>
              </p:cNvPr>
              <p:cNvSpPr>
                <a:spLocks noChangeShapeType="1"/>
              </p:cNvSpPr>
              <p:nvPr/>
            </p:nvSpPr>
            <p:spPr bwMode="auto">
              <a:xfrm>
                <a:off x="144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1" name="Line 15">
                <a:extLst>
                  <a:ext uri="{FF2B5EF4-FFF2-40B4-BE49-F238E27FC236}">
                    <a16:creationId xmlns:a16="http://schemas.microsoft.com/office/drawing/2014/main" id="{04FA0F31-6CF4-41D4-AF28-55DAC2DF5CC8}"/>
                  </a:ext>
                </a:extLst>
              </p:cNvPr>
              <p:cNvSpPr>
                <a:spLocks noChangeShapeType="1"/>
              </p:cNvSpPr>
              <p:nvPr/>
            </p:nvSpPr>
            <p:spPr bwMode="auto">
              <a:xfrm>
                <a:off x="1968"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2" name="Line 16">
                <a:extLst>
                  <a:ext uri="{FF2B5EF4-FFF2-40B4-BE49-F238E27FC236}">
                    <a16:creationId xmlns:a16="http://schemas.microsoft.com/office/drawing/2014/main" id="{5B48BE72-0D91-4356-81A8-34569738FBE9}"/>
                  </a:ext>
                </a:extLst>
              </p:cNvPr>
              <p:cNvSpPr>
                <a:spLocks noChangeShapeType="1"/>
              </p:cNvSpPr>
              <p:nvPr/>
            </p:nvSpPr>
            <p:spPr bwMode="auto">
              <a:xfrm>
                <a:off x="2496"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3" name="Line 17">
                <a:extLst>
                  <a:ext uri="{FF2B5EF4-FFF2-40B4-BE49-F238E27FC236}">
                    <a16:creationId xmlns:a16="http://schemas.microsoft.com/office/drawing/2014/main" id="{057FC6B5-234D-4DDE-AEB8-104B59774AFE}"/>
                  </a:ext>
                </a:extLst>
              </p:cNvPr>
              <p:cNvSpPr>
                <a:spLocks noChangeShapeType="1"/>
              </p:cNvSpPr>
              <p:nvPr/>
            </p:nvSpPr>
            <p:spPr bwMode="auto">
              <a:xfrm>
                <a:off x="3024"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4" name="Line 18">
                <a:extLst>
                  <a:ext uri="{FF2B5EF4-FFF2-40B4-BE49-F238E27FC236}">
                    <a16:creationId xmlns:a16="http://schemas.microsoft.com/office/drawing/2014/main" id="{F9D541AE-85D7-4803-80BC-65792C239E0D}"/>
                  </a:ext>
                </a:extLst>
              </p:cNvPr>
              <p:cNvSpPr>
                <a:spLocks noChangeShapeType="1"/>
              </p:cNvSpPr>
              <p:nvPr/>
            </p:nvSpPr>
            <p:spPr bwMode="auto">
              <a:xfrm>
                <a:off x="3552"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5" name="Text Box 19">
                <a:extLst>
                  <a:ext uri="{FF2B5EF4-FFF2-40B4-BE49-F238E27FC236}">
                    <a16:creationId xmlns:a16="http://schemas.microsoft.com/office/drawing/2014/main" id="{CBA6D377-EDE1-4DF1-B270-3F661FE227D9}"/>
                  </a:ext>
                </a:extLst>
              </p:cNvPr>
              <p:cNvSpPr txBox="1">
                <a:spLocks noChangeArrowheads="1"/>
              </p:cNvSpPr>
              <p:nvPr/>
            </p:nvSpPr>
            <p:spPr bwMode="auto">
              <a:xfrm>
                <a:off x="110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86" name="Text Box 20">
                <a:extLst>
                  <a:ext uri="{FF2B5EF4-FFF2-40B4-BE49-F238E27FC236}">
                    <a16:creationId xmlns:a16="http://schemas.microsoft.com/office/drawing/2014/main" id="{52ADBDEE-C9B4-4EF9-B3F1-09C0AAFBF5C0}"/>
                  </a:ext>
                </a:extLst>
              </p:cNvPr>
              <p:cNvSpPr txBox="1">
                <a:spLocks noChangeArrowheads="1"/>
              </p:cNvSpPr>
              <p:nvPr/>
            </p:nvSpPr>
            <p:spPr bwMode="auto">
              <a:xfrm>
                <a:off x="1584"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87" name="Text Box 21">
                <a:extLst>
                  <a:ext uri="{FF2B5EF4-FFF2-40B4-BE49-F238E27FC236}">
                    <a16:creationId xmlns:a16="http://schemas.microsoft.com/office/drawing/2014/main" id="{A423CF4D-2168-43D7-93F1-406879B02FA6}"/>
                  </a:ext>
                </a:extLst>
              </p:cNvPr>
              <p:cNvSpPr txBox="1">
                <a:spLocks noChangeArrowheads="1"/>
              </p:cNvSpPr>
              <p:nvPr/>
            </p:nvSpPr>
            <p:spPr bwMode="auto">
              <a:xfrm>
                <a:off x="211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88" name="Text Box 22">
                <a:extLst>
                  <a:ext uri="{FF2B5EF4-FFF2-40B4-BE49-F238E27FC236}">
                    <a16:creationId xmlns:a16="http://schemas.microsoft.com/office/drawing/2014/main" id="{DA77CEDB-0DEA-462C-97E9-7E3CE9D76BBD}"/>
                  </a:ext>
                </a:extLst>
              </p:cNvPr>
              <p:cNvSpPr txBox="1">
                <a:spLocks noChangeArrowheads="1"/>
              </p:cNvSpPr>
              <p:nvPr/>
            </p:nvSpPr>
            <p:spPr bwMode="auto">
              <a:xfrm>
                <a:off x="2640"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89" name="Text Box 23">
                <a:extLst>
                  <a:ext uri="{FF2B5EF4-FFF2-40B4-BE49-F238E27FC236}">
                    <a16:creationId xmlns:a16="http://schemas.microsoft.com/office/drawing/2014/main" id="{8C3A01BA-0473-409E-8731-BCDE2B52B3C7}"/>
                  </a:ext>
                </a:extLst>
              </p:cNvPr>
              <p:cNvSpPr txBox="1">
                <a:spLocks noChangeArrowheads="1"/>
              </p:cNvSpPr>
              <p:nvPr/>
            </p:nvSpPr>
            <p:spPr bwMode="auto">
              <a:xfrm>
                <a:off x="3696"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90" name="Text Box 24">
                <a:extLst>
                  <a:ext uri="{FF2B5EF4-FFF2-40B4-BE49-F238E27FC236}">
                    <a16:creationId xmlns:a16="http://schemas.microsoft.com/office/drawing/2014/main" id="{80537EB2-3E55-475B-A152-3EB3839A19A7}"/>
                  </a:ext>
                </a:extLst>
              </p:cNvPr>
              <p:cNvSpPr txBox="1">
                <a:spLocks noChangeArrowheads="1"/>
              </p:cNvSpPr>
              <p:nvPr/>
            </p:nvSpPr>
            <p:spPr bwMode="auto">
              <a:xfrm>
                <a:off x="316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91" name="Line 25">
                <a:extLst>
                  <a:ext uri="{FF2B5EF4-FFF2-40B4-BE49-F238E27FC236}">
                    <a16:creationId xmlns:a16="http://schemas.microsoft.com/office/drawing/2014/main" id="{5EC7FC75-B1F0-442D-9AE0-1061716FAC69}"/>
                  </a:ext>
                </a:extLst>
              </p:cNvPr>
              <p:cNvSpPr>
                <a:spLocks noChangeShapeType="1"/>
              </p:cNvSpPr>
              <p:nvPr/>
            </p:nvSpPr>
            <p:spPr bwMode="auto">
              <a:xfrm>
                <a:off x="4080" y="1056"/>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92" name="Line 26">
                <a:extLst>
                  <a:ext uri="{FF2B5EF4-FFF2-40B4-BE49-F238E27FC236}">
                    <a16:creationId xmlns:a16="http://schemas.microsoft.com/office/drawing/2014/main" id="{8482BB65-2BD9-4098-B146-3417B1F1C593}"/>
                  </a:ext>
                </a:extLst>
              </p:cNvPr>
              <p:cNvSpPr>
                <a:spLocks noChangeShapeType="1"/>
              </p:cNvSpPr>
              <p:nvPr/>
            </p:nvSpPr>
            <p:spPr bwMode="auto">
              <a:xfrm>
                <a:off x="960" y="1344"/>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93" name="Line 27">
                <a:extLst>
                  <a:ext uri="{FF2B5EF4-FFF2-40B4-BE49-F238E27FC236}">
                    <a16:creationId xmlns:a16="http://schemas.microsoft.com/office/drawing/2014/main" id="{A32605B8-A46A-4279-AF77-D6391DA063F0}"/>
                  </a:ext>
                </a:extLst>
              </p:cNvPr>
              <p:cNvSpPr>
                <a:spLocks noChangeShapeType="1"/>
              </p:cNvSpPr>
              <p:nvPr/>
            </p:nvSpPr>
            <p:spPr bwMode="auto">
              <a:xfrm>
                <a:off x="960" y="1632"/>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94" name="Line 28">
                <a:extLst>
                  <a:ext uri="{FF2B5EF4-FFF2-40B4-BE49-F238E27FC236}">
                    <a16:creationId xmlns:a16="http://schemas.microsoft.com/office/drawing/2014/main" id="{6F68A137-60B7-4C33-A56B-9A02E464D8EB}"/>
                  </a:ext>
                </a:extLst>
              </p:cNvPr>
              <p:cNvSpPr>
                <a:spLocks noChangeShapeType="1"/>
              </p:cNvSpPr>
              <p:nvPr/>
            </p:nvSpPr>
            <p:spPr bwMode="auto">
              <a:xfrm>
                <a:off x="960" y="1920"/>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95" name="Line 29">
                <a:extLst>
                  <a:ext uri="{FF2B5EF4-FFF2-40B4-BE49-F238E27FC236}">
                    <a16:creationId xmlns:a16="http://schemas.microsoft.com/office/drawing/2014/main" id="{7AEF007F-DE1E-4EBA-8B49-68363530F28E}"/>
                  </a:ext>
                </a:extLst>
              </p:cNvPr>
              <p:cNvSpPr>
                <a:spLocks noChangeShapeType="1"/>
              </p:cNvSpPr>
              <p:nvPr/>
            </p:nvSpPr>
            <p:spPr bwMode="auto">
              <a:xfrm>
                <a:off x="960" y="2208"/>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96" name="Line 30">
                <a:extLst>
                  <a:ext uri="{FF2B5EF4-FFF2-40B4-BE49-F238E27FC236}">
                    <a16:creationId xmlns:a16="http://schemas.microsoft.com/office/drawing/2014/main" id="{8E7BB3B6-3871-4E08-B320-5C298AF48554}"/>
                  </a:ext>
                </a:extLst>
              </p:cNvPr>
              <p:cNvSpPr>
                <a:spLocks noChangeShapeType="1"/>
              </p:cNvSpPr>
              <p:nvPr/>
            </p:nvSpPr>
            <p:spPr bwMode="auto">
              <a:xfrm>
                <a:off x="960" y="2496"/>
                <a:ext cx="3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97" name="Text Box 31">
                <a:extLst>
                  <a:ext uri="{FF2B5EF4-FFF2-40B4-BE49-F238E27FC236}">
                    <a16:creationId xmlns:a16="http://schemas.microsoft.com/office/drawing/2014/main" id="{DBCAA642-F6AB-40C5-B32C-A11687B3B70F}"/>
                  </a:ext>
                </a:extLst>
              </p:cNvPr>
              <p:cNvSpPr txBox="1">
                <a:spLocks noChangeArrowheads="1"/>
              </p:cNvSpPr>
              <p:nvPr/>
            </p:nvSpPr>
            <p:spPr bwMode="auto">
              <a:xfrm>
                <a:off x="652"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98" name="Text Box 32">
                <a:extLst>
                  <a:ext uri="{FF2B5EF4-FFF2-40B4-BE49-F238E27FC236}">
                    <a16:creationId xmlns:a16="http://schemas.microsoft.com/office/drawing/2014/main" id="{2B0461A5-A220-4BF4-8DDF-46A4204F98C8}"/>
                  </a:ext>
                </a:extLst>
              </p:cNvPr>
              <p:cNvSpPr txBox="1">
                <a:spLocks noChangeArrowheads="1"/>
              </p:cNvSpPr>
              <p:nvPr/>
            </p:nvSpPr>
            <p:spPr bwMode="auto">
              <a:xfrm>
                <a:off x="652" y="134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44099" name="Text Box 33">
                <a:extLst>
                  <a:ext uri="{FF2B5EF4-FFF2-40B4-BE49-F238E27FC236}">
                    <a16:creationId xmlns:a16="http://schemas.microsoft.com/office/drawing/2014/main" id="{ACDAD66F-8EA7-4E7B-A3C7-B702B9E4E331}"/>
                  </a:ext>
                </a:extLst>
              </p:cNvPr>
              <p:cNvSpPr txBox="1">
                <a:spLocks noChangeArrowheads="1"/>
              </p:cNvSpPr>
              <p:nvPr/>
            </p:nvSpPr>
            <p:spPr bwMode="auto">
              <a:xfrm>
                <a:off x="652"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44100" name="Text Box 34">
                <a:extLst>
                  <a:ext uri="{FF2B5EF4-FFF2-40B4-BE49-F238E27FC236}">
                    <a16:creationId xmlns:a16="http://schemas.microsoft.com/office/drawing/2014/main" id="{49D0E9D7-D971-4C21-B242-4C2E51A68074}"/>
                  </a:ext>
                </a:extLst>
              </p:cNvPr>
              <p:cNvSpPr txBox="1">
                <a:spLocks noChangeArrowheads="1"/>
              </p:cNvSpPr>
              <p:nvPr/>
            </p:nvSpPr>
            <p:spPr bwMode="auto">
              <a:xfrm>
                <a:off x="652" y="19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4101" name="Text Box 35">
                <a:extLst>
                  <a:ext uri="{FF2B5EF4-FFF2-40B4-BE49-F238E27FC236}">
                    <a16:creationId xmlns:a16="http://schemas.microsoft.com/office/drawing/2014/main" id="{E418FE28-0EEA-4FAF-A292-793C2AFEE787}"/>
                  </a:ext>
                </a:extLst>
              </p:cNvPr>
              <p:cNvSpPr txBox="1">
                <a:spLocks noChangeArrowheads="1"/>
              </p:cNvSpPr>
              <p:nvPr/>
            </p:nvSpPr>
            <p:spPr bwMode="auto">
              <a:xfrm>
                <a:off x="3168"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4102" name="Text Box 36">
                <a:extLst>
                  <a:ext uri="{FF2B5EF4-FFF2-40B4-BE49-F238E27FC236}">
                    <a16:creationId xmlns:a16="http://schemas.microsoft.com/office/drawing/2014/main" id="{1040FB61-8B7B-4331-9B15-B5656479D563}"/>
                  </a:ext>
                </a:extLst>
              </p:cNvPr>
              <p:cNvSpPr txBox="1">
                <a:spLocks noChangeArrowheads="1"/>
              </p:cNvSpPr>
              <p:nvPr/>
            </p:nvSpPr>
            <p:spPr bwMode="auto">
              <a:xfrm>
                <a:off x="3696"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44103" name="Text Box 37">
                <a:extLst>
                  <a:ext uri="{FF2B5EF4-FFF2-40B4-BE49-F238E27FC236}">
                    <a16:creationId xmlns:a16="http://schemas.microsoft.com/office/drawing/2014/main" id="{32E29402-EA84-44BE-A70A-62967ECFD9D1}"/>
                  </a:ext>
                </a:extLst>
              </p:cNvPr>
              <p:cNvSpPr txBox="1">
                <a:spLocks noChangeArrowheads="1"/>
              </p:cNvSpPr>
              <p:nvPr/>
            </p:nvSpPr>
            <p:spPr bwMode="auto">
              <a:xfrm>
                <a:off x="110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104" name="Text Box 38">
                <a:extLst>
                  <a:ext uri="{FF2B5EF4-FFF2-40B4-BE49-F238E27FC236}">
                    <a16:creationId xmlns:a16="http://schemas.microsoft.com/office/drawing/2014/main" id="{65B3E7B2-5EE9-4C15-BEB3-C3DF1BE706EE}"/>
                  </a:ext>
                </a:extLst>
              </p:cNvPr>
              <p:cNvSpPr txBox="1">
                <a:spLocks noChangeArrowheads="1"/>
              </p:cNvSpPr>
              <p:nvPr/>
            </p:nvSpPr>
            <p:spPr bwMode="auto">
              <a:xfrm>
                <a:off x="1584"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1</a:t>
                </a:r>
              </a:p>
            </p:txBody>
          </p:sp>
          <p:sp>
            <p:nvSpPr>
              <p:cNvPr id="44105" name="Text Box 39">
                <a:extLst>
                  <a:ext uri="{FF2B5EF4-FFF2-40B4-BE49-F238E27FC236}">
                    <a16:creationId xmlns:a16="http://schemas.microsoft.com/office/drawing/2014/main" id="{ADB2C39E-2877-49EC-8ABD-5AC3AE90A9BC}"/>
                  </a:ext>
                </a:extLst>
              </p:cNvPr>
              <p:cNvSpPr txBox="1">
                <a:spLocks noChangeArrowheads="1"/>
              </p:cNvSpPr>
              <p:nvPr/>
            </p:nvSpPr>
            <p:spPr bwMode="auto">
              <a:xfrm>
                <a:off x="2112"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2</a:t>
                </a:r>
              </a:p>
            </p:txBody>
          </p:sp>
          <p:sp>
            <p:nvSpPr>
              <p:cNvPr id="44106" name="Text Box 40">
                <a:extLst>
                  <a:ext uri="{FF2B5EF4-FFF2-40B4-BE49-F238E27FC236}">
                    <a16:creationId xmlns:a16="http://schemas.microsoft.com/office/drawing/2014/main" id="{D9E306DF-F6A1-461B-A32F-5AD6D3D12727}"/>
                  </a:ext>
                </a:extLst>
              </p:cNvPr>
              <p:cNvSpPr txBox="1">
                <a:spLocks noChangeArrowheads="1"/>
              </p:cNvSpPr>
              <p:nvPr/>
            </p:nvSpPr>
            <p:spPr bwMode="auto">
              <a:xfrm>
                <a:off x="2640" y="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4107" name="Text Box 41">
                <a:extLst>
                  <a:ext uri="{FF2B5EF4-FFF2-40B4-BE49-F238E27FC236}">
                    <a16:creationId xmlns:a16="http://schemas.microsoft.com/office/drawing/2014/main" id="{636C5197-0C1A-46BF-8BEA-A988AAF384BE}"/>
                  </a:ext>
                </a:extLst>
              </p:cNvPr>
              <p:cNvSpPr txBox="1">
                <a:spLocks noChangeArrowheads="1"/>
              </p:cNvSpPr>
              <p:nvPr/>
            </p:nvSpPr>
            <p:spPr bwMode="auto">
              <a:xfrm>
                <a:off x="652"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4108" name="Text Box 42">
                <a:extLst>
                  <a:ext uri="{FF2B5EF4-FFF2-40B4-BE49-F238E27FC236}">
                    <a16:creationId xmlns:a16="http://schemas.microsoft.com/office/drawing/2014/main" id="{6A8E75AD-DD11-4147-8FAB-A8E37E56F95B}"/>
                  </a:ext>
                </a:extLst>
              </p:cNvPr>
              <p:cNvSpPr txBox="1">
                <a:spLocks noChangeArrowheads="1"/>
              </p:cNvSpPr>
              <p:nvPr/>
            </p:nvSpPr>
            <p:spPr bwMode="auto">
              <a:xfrm>
                <a:off x="662" y="7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2400" b="0">
                    <a:latin typeface="Times New Roman" panose="02020603050405020304" pitchFamily="18" charset="0"/>
                    <a:ea typeface="SimSun" panose="02010600030101010101" pitchFamily="2" charset="-122"/>
                  </a:rPr>
                  <a:t>i\W</a:t>
                </a:r>
              </a:p>
            </p:txBody>
          </p:sp>
        </p:grpSp>
      </p:grpSp>
      <p:sp>
        <p:nvSpPr>
          <p:cNvPr id="44037" name="Text Box 43">
            <a:extLst>
              <a:ext uri="{FF2B5EF4-FFF2-40B4-BE49-F238E27FC236}">
                <a16:creationId xmlns:a16="http://schemas.microsoft.com/office/drawing/2014/main" id="{1A30EF95-0D6B-42ED-988C-AF5B46522C25}"/>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4038" name="Text Box 44">
            <a:extLst>
              <a:ext uri="{FF2B5EF4-FFF2-40B4-BE49-F238E27FC236}">
                <a16:creationId xmlns:a16="http://schemas.microsoft.com/office/drawing/2014/main" id="{8742FC83-D893-41A9-8FFB-48968D48D339}"/>
              </a:ext>
            </a:extLst>
          </p:cNvPr>
          <p:cNvSpPr txBox="1">
            <a:spLocks noChangeArrowheads="1"/>
          </p:cNvSpPr>
          <p:nvPr/>
        </p:nvSpPr>
        <p:spPr bwMode="auto">
          <a:xfrm>
            <a:off x="41910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4039" name="Text Box 45">
            <a:extLst>
              <a:ext uri="{FF2B5EF4-FFF2-40B4-BE49-F238E27FC236}">
                <a16:creationId xmlns:a16="http://schemas.microsoft.com/office/drawing/2014/main" id="{F751A112-E126-458D-9619-4ECE26ECB871}"/>
              </a:ext>
            </a:extLst>
          </p:cNvPr>
          <p:cNvSpPr txBox="1">
            <a:spLocks noChangeArrowheads="1"/>
          </p:cNvSpPr>
          <p:nvPr/>
        </p:nvSpPr>
        <p:spPr bwMode="auto">
          <a:xfrm>
            <a:off x="50292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4040" name="Text Box 46">
            <a:extLst>
              <a:ext uri="{FF2B5EF4-FFF2-40B4-BE49-F238E27FC236}">
                <a16:creationId xmlns:a16="http://schemas.microsoft.com/office/drawing/2014/main" id="{319A73EC-6A59-4114-81CD-9757B4D1D44A}"/>
              </a:ext>
            </a:extLst>
          </p:cNvPr>
          <p:cNvSpPr txBox="1">
            <a:spLocks noChangeArrowheads="1"/>
          </p:cNvSpPr>
          <p:nvPr/>
        </p:nvSpPr>
        <p:spPr bwMode="auto">
          <a:xfrm>
            <a:off x="58674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4041" name="Text Box 47">
            <a:extLst>
              <a:ext uri="{FF2B5EF4-FFF2-40B4-BE49-F238E27FC236}">
                <a16:creationId xmlns:a16="http://schemas.microsoft.com/office/drawing/2014/main" id="{F04DE62D-21E5-49BB-ADCD-98D12DBE41CD}"/>
              </a:ext>
            </a:extLst>
          </p:cNvPr>
          <p:cNvSpPr txBox="1">
            <a:spLocks noChangeArrowheads="1"/>
          </p:cNvSpPr>
          <p:nvPr/>
        </p:nvSpPr>
        <p:spPr bwMode="auto">
          <a:xfrm>
            <a:off x="25146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42" name="Text Box 48">
            <a:extLst>
              <a:ext uri="{FF2B5EF4-FFF2-40B4-BE49-F238E27FC236}">
                <a16:creationId xmlns:a16="http://schemas.microsoft.com/office/drawing/2014/main" id="{0C50E904-66DF-40FB-BE9F-19836D128849}"/>
              </a:ext>
            </a:extLst>
          </p:cNvPr>
          <p:cNvSpPr txBox="1">
            <a:spLocks noChangeArrowheads="1"/>
          </p:cNvSpPr>
          <p:nvPr/>
        </p:nvSpPr>
        <p:spPr bwMode="auto">
          <a:xfrm>
            <a:off x="33528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4043" name="Text Box 49">
            <a:extLst>
              <a:ext uri="{FF2B5EF4-FFF2-40B4-BE49-F238E27FC236}">
                <a16:creationId xmlns:a16="http://schemas.microsoft.com/office/drawing/2014/main" id="{5884C6AB-72EF-4E0E-B4D5-DB009581B846}"/>
              </a:ext>
            </a:extLst>
          </p:cNvPr>
          <p:cNvSpPr txBox="1">
            <a:spLocks noChangeArrowheads="1"/>
          </p:cNvSpPr>
          <p:nvPr/>
        </p:nvSpPr>
        <p:spPr bwMode="auto">
          <a:xfrm>
            <a:off x="4191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4044" name="Text Box 50">
            <a:extLst>
              <a:ext uri="{FF2B5EF4-FFF2-40B4-BE49-F238E27FC236}">
                <a16:creationId xmlns:a16="http://schemas.microsoft.com/office/drawing/2014/main" id="{D523009D-A5C7-4480-9357-F493466DEE29}"/>
              </a:ext>
            </a:extLst>
          </p:cNvPr>
          <p:cNvSpPr txBox="1">
            <a:spLocks noChangeArrowheads="1"/>
          </p:cNvSpPr>
          <p:nvPr/>
        </p:nvSpPr>
        <p:spPr bwMode="auto">
          <a:xfrm>
            <a:off x="50292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4045" name="Text Box 51">
            <a:extLst>
              <a:ext uri="{FF2B5EF4-FFF2-40B4-BE49-F238E27FC236}">
                <a16:creationId xmlns:a16="http://schemas.microsoft.com/office/drawing/2014/main" id="{29A0F340-880B-4568-A0BF-7C66FE09F637}"/>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44046" name="Text Box 52">
            <a:extLst>
              <a:ext uri="{FF2B5EF4-FFF2-40B4-BE49-F238E27FC236}">
                <a16:creationId xmlns:a16="http://schemas.microsoft.com/office/drawing/2014/main" id="{D57D1AF9-F9C1-44A9-A01F-420DB9EFB991}"/>
              </a:ext>
            </a:extLst>
          </p:cNvPr>
          <p:cNvSpPr txBox="1">
            <a:spLocks noChangeArrowheads="1"/>
          </p:cNvSpPr>
          <p:nvPr/>
        </p:nvSpPr>
        <p:spPr bwMode="auto">
          <a:xfrm>
            <a:off x="25146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47" name="Text Box 53">
            <a:extLst>
              <a:ext uri="{FF2B5EF4-FFF2-40B4-BE49-F238E27FC236}">
                <a16:creationId xmlns:a16="http://schemas.microsoft.com/office/drawing/2014/main" id="{CAD0D107-78EC-4A15-BFFC-B150C3AF9908}"/>
              </a:ext>
            </a:extLst>
          </p:cNvPr>
          <p:cNvSpPr txBox="1">
            <a:spLocks noChangeArrowheads="1"/>
          </p:cNvSpPr>
          <p:nvPr/>
        </p:nvSpPr>
        <p:spPr bwMode="auto">
          <a:xfrm>
            <a:off x="33528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4048" name="Text Box 54">
            <a:extLst>
              <a:ext uri="{FF2B5EF4-FFF2-40B4-BE49-F238E27FC236}">
                <a16:creationId xmlns:a16="http://schemas.microsoft.com/office/drawing/2014/main" id="{1D2A9756-B6A5-4BAF-ADE7-32970480C894}"/>
              </a:ext>
            </a:extLst>
          </p:cNvPr>
          <p:cNvSpPr txBox="1">
            <a:spLocks noChangeArrowheads="1"/>
          </p:cNvSpPr>
          <p:nvPr/>
        </p:nvSpPr>
        <p:spPr bwMode="auto">
          <a:xfrm>
            <a:off x="41910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4049" name="Text Box 55">
            <a:extLst>
              <a:ext uri="{FF2B5EF4-FFF2-40B4-BE49-F238E27FC236}">
                <a16:creationId xmlns:a16="http://schemas.microsoft.com/office/drawing/2014/main" id="{4007C150-5BAD-4852-BF04-6E737535B14D}"/>
              </a:ext>
            </a:extLst>
          </p:cNvPr>
          <p:cNvSpPr txBox="1">
            <a:spLocks noChangeArrowheads="1"/>
          </p:cNvSpPr>
          <p:nvPr/>
        </p:nvSpPr>
        <p:spPr bwMode="auto">
          <a:xfrm>
            <a:off x="1752600" y="4556125"/>
            <a:ext cx="6934200"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i=n, k=W</a:t>
            </a:r>
          </a:p>
          <a:p>
            <a:pPr>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while i,k &gt; 0</a:t>
            </a:r>
          </a:p>
          <a:p>
            <a:pPr lvl="1">
              <a:lnSpc>
                <a:spcPct val="90000"/>
              </a:lnSpc>
              <a:spcBef>
                <a:spcPct val="20000"/>
              </a:spcBef>
              <a:buClr>
                <a:schemeClr val="accent1"/>
              </a:buClr>
              <a:buSzPct val="70000"/>
              <a:buFont typeface="Monotype Sorts" pitchFamily="80" charset="2"/>
              <a:buNone/>
            </a:pPr>
            <a:r>
              <a:rPr kumimoji="1" lang="en-US" altLang="zh-CN" sz="2000" b="0">
                <a:latin typeface="Times New Roman" panose="02020603050405020304" pitchFamily="18" charset="0"/>
                <a:ea typeface="SimSun" panose="02010600030101010101" pitchFamily="2" charset="-122"/>
              </a:rPr>
              <a:t>if </a:t>
            </a:r>
            <a:r>
              <a:rPr kumimoji="1" lang="en-US" altLang="zh-CN" sz="2000" b="0" i="1">
                <a:latin typeface="Times New Roman" panose="02020603050405020304" pitchFamily="18" charset="0"/>
                <a:ea typeface="SimSun" panose="02010600030101010101" pitchFamily="2" charset="-122"/>
              </a:rPr>
              <a:t>V[i,k</a:t>
            </a:r>
            <a:r>
              <a:rPr kumimoji="1" lang="en-US" altLang="zh-CN" sz="2000" b="0">
                <a:latin typeface="Times New Roman" panose="02020603050405020304" pitchFamily="18" charset="0"/>
                <a:ea typeface="SimSun" panose="02010600030101010101" pitchFamily="2" charset="-122"/>
              </a:rPr>
              <a:t>] </a:t>
            </a:r>
            <a:r>
              <a:rPr kumimoji="1" lang="en-US" altLang="zh-CN" sz="2000" b="0">
                <a:latin typeface="Times New Roman" panose="02020603050405020304" pitchFamily="18" charset="0"/>
                <a:ea typeface="SimSun" panose="02010600030101010101" pitchFamily="2" charset="-122"/>
                <a:sym typeface="Symbol" panose="05050102010706020507" pitchFamily="18" charset="2"/>
              </a:rPr>
              <a:t> </a:t>
            </a:r>
            <a:r>
              <a:rPr kumimoji="1" lang="en-US" altLang="zh-CN" sz="2000" b="0" i="1">
                <a:latin typeface="Times New Roman" panose="02020603050405020304" pitchFamily="18" charset="0"/>
                <a:ea typeface="SimSun" panose="02010600030101010101" pitchFamily="2" charset="-122"/>
              </a:rPr>
              <a:t>V[i</a:t>
            </a:r>
            <a:r>
              <a:rPr kumimoji="1" lang="en-US" altLang="zh-CN" sz="20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2000" b="0" i="1">
                <a:latin typeface="Times New Roman" panose="02020603050405020304" pitchFamily="18" charset="0"/>
                <a:ea typeface="SimSun" panose="02010600030101010101" pitchFamily="2" charset="-122"/>
              </a:rPr>
              <a:t>1,k</a:t>
            </a:r>
            <a:r>
              <a:rPr kumimoji="1" lang="en-US" altLang="zh-CN" sz="2000" b="0">
                <a:latin typeface="Times New Roman" panose="02020603050405020304" pitchFamily="18" charset="0"/>
                <a:ea typeface="SimSun" panose="02010600030101010101" pitchFamily="2" charset="-122"/>
              </a:rPr>
              <a:t>] then </a:t>
            </a:r>
          </a:p>
          <a:p>
            <a:pPr lvl="1">
              <a:lnSpc>
                <a:spcPct val="90000"/>
              </a:lnSpc>
              <a:spcBef>
                <a:spcPct val="20000"/>
              </a:spcBef>
              <a:buClr>
                <a:schemeClr val="accent1"/>
              </a:buClr>
              <a:buSzPct val="70000"/>
              <a:buFont typeface="Monotype Sorts" pitchFamily="80" charset="2"/>
              <a:buNone/>
            </a:pPr>
            <a:r>
              <a:rPr kumimoji="1" lang="en-US" altLang="zh-CN" sz="1800" b="0">
                <a:solidFill>
                  <a:schemeClr val="accent1"/>
                </a:solidFill>
                <a:latin typeface="Times New Roman" panose="02020603050405020304" pitchFamily="18" charset="0"/>
                <a:ea typeface="SimSun" panose="02010600030101010101" pitchFamily="2" charset="-122"/>
              </a:rPr>
              <a:t>	</a:t>
            </a:r>
            <a:r>
              <a:rPr kumimoji="1" lang="en-US" altLang="zh-CN" sz="1800" b="0">
                <a:latin typeface="Times New Roman" panose="02020603050405020304" pitchFamily="18" charset="0"/>
                <a:ea typeface="SimSun" panose="02010600030101010101" pitchFamily="2" charset="-122"/>
              </a:rPr>
              <a:t>mark the </a:t>
            </a:r>
            <a:r>
              <a:rPr kumimoji="1" lang="en-US" altLang="zh-CN" sz="1800" b="0" i="1">
                <a:latin typeface="Times New Roman" panose="02020603050405020304" pitchFamily="18" charset="0"/>
                <a:ea typeface="SimSun" panose="02010600030101010101" pitchFamily="2" charset="-122"/>
              </a:rPr>
              <a:t>n</a:t>
            </a:r>
            <a:r>
              <a:rPr kumimoji="1" lang="en-US" altLang="zh-CN" sz="1800" b="0" baseline="30000">
                <a:latin typeface="Times New Roman" panose="02020603050405020304" pitchFamily="18" charset="0"/>
                <a:ea typeface="SimSun" panose="02010600030101010101" pitchFamily="2" charset="-122"/>
              </a:rPr>
              <a:t>th</a:t>
            </a:r>
            <a:r>
              <a:rPr kumimoji="1" lang="en-US" altLang="zh-CN" sz="1800" b="0">
                <a:latin typeface="Times New Roman" panose="02020603050405020304" pitchFamily="18" charset="0"/>
                <a:ea typeface="SimSun" panose="02010600030101010101" pitchFamily="2" charset="-122"/>
              </a:rPr>
              <a:t> item as in the knapsack</a:t>
            </a:r>
          </a:p>
          <a:p>
            <a:pPr lvl="1">
              <a:lnSpc>
                <a:spcPct val="90000"/>
              </a:lnSpc>
              <a:spcBef>
                <a:spcPct val="20000"/>
              </a:spcBef>
              <a:buClr>
                <a:schemeClr val="accent1"/>
              </a:buClr>
              <a:buSzPct val="70000"/>
              <a:buFont typeface="Monotype Sorts" pitchFamily="80" charset="2"/>
              <a:buNone/>
            </a:pP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i </a:t>
            </a: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i</a:t>
            </a:r>
            <a:r>
              <a:rPr kumimoji="1" lang="en-US" altLang="zh-CN" sz="18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b="0" i="1">
                <a:latin typeface="Times New Roman" panose="02020603050405020304" pitchFamily="18" charset="0"/>
                <a:ea typeface="SimSun" panose="02010600030101010101" pitchFamily="2" charset="-122"/>
              </a:rPr>
              <a:t>1</a:t>
            </a: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k</a:t>
            </a:r>
            <a:r>
              <a:rPr kumimoji="1" lang="en-US" altLang="zh-CN" sz="1800" b="0">
                <a:latin typeface="Times New Roman" panose="02020603050405020304" pitchFamily="18" charset="0"/>
                <a:ea typeface="SimSun" panose="02010600030101010101" pitchFamily="2" charset="-122"/>
              </a:rPr>
              <a:t> = </a:t>
            </a:r>
            <a:r>
              <a:rPr kumimoji="1" lang="en-US" altLang="zh-CN" sz="1800" b="0" i="1">
                <a:latin typeface="Times New Roman" panose="02020603050405020304" pitchFamily="18" charset="0"/>
                <a:ea typeface="SimSun" panose="02010600030101010101" pitchFamily="2" charset="-122"/>
              </a:rPr>
              <a:t>k-w</a:t>
            </a:r>
            <a:r>
              <a:rPr kumimoji="1" lang="en-US" altLang="zh-CN" sz="1800" b="0" i="1" baseline="-25000">
                <a:latin typeface="Times New Roman" panose="02020603050405020304" pitchFamily="18" charset="0"/>
                <a:ea typeface="SimSun" panose="02010600030101010101" pitchFamily="2" charset="-122"/>
              </a:rPr>
              <a:t>i</a:t>
            </a:r>
            <a:endParaRPr kumimoji="1" lang="en-US" altLang="zh-CN" sz="2000" b="0">
              <a:latin typeface="Times New Roman" panose="02020603050405020304" pitchFamily="18" charset="0"/>
              <a:ea typeface="SimSun" panose="02010600030101010101" pitchFamily="2" charset="-122"/>
            </a:endParaRPr>
          </a:p>
          <a:p>
            <a:pPr lvl="1">
              <a:lnSpc>
                <a:spcPct val="90000"/>
              </a:lnSpc>
              <a:spcBef>
                <a:spcPct val="20000"/>
              </a:spcBef>
            </a:pPr>
            <a:r>
              <a:rPr kumimoji="1" lang="en-US" altLang="zh-CN" sz="1800" b="0">
                <a:latin typeface="Times New Roman" panose="02020603050405020304" pitchFamily="18" charset="0"/>
                <a:ea typeface="SimSun" panose="02010600030101010101" pitchFamily="2" charset="-122"/>
              </a:rPr>
              <a:t>else</a:t>
            </a:r>
            <a:r>
              <a:rPr kumimoji="1" lang="en-US" altLang="zh-CN" sz="1800" b="0" i="1">
                <a:latin typeface="Times New Roman" panose="02020603050405020304" pitchFamily="18" charset="0"/>
                <a:ea typeface="SimSun" panose="02010600030101010101" pitchFamily="2" charset="-122"/>
              </a:rPr>
              <a:t> </a:t>
            </a:r>
          </a:p>
          <a:p>
            <a:pPr lvl="1">
              <a:lnSpc>
                <a:spcPct val="90000"/>
              </a:lnSpc>
              <a:spcBef>
                <a:spcPct val="20000"/>
              </a:spcBef>
            </a:pPr>
            <a:r>
              <a:rPr kumimoji="1" lang="en-US" altLang="zh-CN" sz="1800" b="0" i="1">
                <a:latin typeface="Times New Roman" panose="02020603050405020304" pitchFamily="18" charset="0"/>
                <a:ea typeface="SimSun" panose="02010600030101010101" pitchFamily="2" charset="-122"/>
              </a:rPr>
              <a:t>	i </a:t>
            </a:r>
            <a:r>
              <a:rPr kumimoji="1" lang="en-US" altLang="zh-CN" sz="1800" b="0">
                <a:latin typeface="Times New Roman" panose="02020603050405020304" pitchFamily="18" charset="0"/>
                <a:ea typeface="SimSun" panose="02010600030101010101" pitchFamily="2" charset="-122"/>
              </a:rPr>
              <a:t>= </a:t>
            </a:r>
            <a:r>
              <a:rPr kumimoji="1" lang="en-US" altLang="zh-CN" sz="1800" b="0" i="1">
                <a:latin typeface="Times New Roman" panose="02020603050405020304" pitchFamily="18" charset="0"/>
                <a:ea typeface="SimSun" panose="02010600030101010101" pitchFamily="2" charset="-122"/>
              </a:rPr>
              <a:t>i</a:t>
            </a:r>
            <a:r>
              <a:rPr kumimoji="1" lang="en-US" altLang="zh-CN" sz="1800" b="0" i="1">
                <a:latin typeface="Times New Roman" panose="02020603050405020304" pitchFamily="18" charset="0"/>
                <a:ea typeface="SimSun" panose="02010600030101010101" pitchFamily="2" charset="-122"/>
                <a:sym typeface="Symbol" panose="05050102010706020507" pitchFamily="18" charset="2"/>
              </a:rPr>
              <a:t></a:t>
            </a:r>
            <a:r>
              <a:rPr kumimoji="1" lang="en-US" altLang="zh-CN" sz="1800" b="0" i="1">
                <a:latin typeface="Times New Roman" panose="02020603050405020304" pitchFamily="18" charset="0"/>
                <a:ea typeface="SimSun" panose="02010600030101010101" pitchFamily="2" charset="-122"/>
              </a:rPr>
              <a:t>1</a:t>
            </a:r>
            <a:endParaRPr kumimoji="1" lang="en-US" altLang="zh-CN" sz="1800" b="0" i="1" baseline="-25000">
              <a:latin typeface="Times New Roman" panose="02020603050405020304" pitchFamily="18" charset="0"/>
              <a:ea typeface="SimSun" panose="02010600030101010101" pitchFamily="2" charset="-122"/>
            </a:endParaRPr>
          </a:p>
        </p:txBody>
      </p:sp>
      <p:sp>
        <p:nvSpPr>
          <p:cNvPr id="44050" name="Text Box 56">
            <a:extLst>
              <a:ext uri="{FF2B5EF4-FFF2-40B4-BE49-F238E27FC236}">
                <a16:creationId xmlns:a16="http://schemas.microsoft.com/office/drawing/2014/main" id="{0A4039C4-5C30-4E76-B23B-196D66DF2679}"/>
              </a:ext>
            </a:extLst>
          </p:cNvPr>
          <p:cNvSpPr txBox="1">
            <a:spLocks noChangeArrowheads="1"/>
          </p:cNvSpPr>
          <p:nvPr/>
        </p:nvSpPr>
        <p:spPr bwMode="auto">
          <a:xfrm>
            <a:off x="50292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44051" name="Text Box 57">
            <a:extLst>
              <a:ext uri="{FF2B5EF4-FFF2-40B4-BE49-F238E27FC236}">
                <a16:creationId xmlns:a16="http://schemas.microsoft.com/office/drawing/2014/main" id="{656F36FF-0CEA-4670-8806-B125223C3946}"/>
              </a:ext>
            </a:extLst>
          </p:cNvPr>
          <p:cNvSpPr txBox="1">
            <a:spLocks noChangeArrowheads="1"/>
          </p:cNvSpPr>
          <p:nvPr/>
        </p:nvSpPr>
        <p:spPr bwMode="auto">
          <a:xfrm>
            <a:off x="586740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44052" name="Text Box 58">
            <a:extLst>
              <a:ext uri="{FF2B5EF4-FFF2-40B4-BE49-F238E27FC236}">
                <a16:creationId xmlns:a16="http://schemas.microsoft.com/office/drawing/2014/main" id="{FC4E549D-5EAB-45D3-954C-71D424F4BF6E}"/>
              </a:ext>
            </a:extLst>
          </p:cNvPr>
          <p:cNvSpPr txBox="1">
            <a:spLocks noChangeArrowheads="1"/>
          </p:cNvSpPr>
          <p:nvPr/>
        </p:nvSpPr>
        <p:spPr bwMode="auto">
          <a:xfrm>
            <a:off x="25146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0</a:t>
            </a:r>
          </a:p>
        </p:txBody>
      </p:sp>
      <p:sp>
        <p:nvSpPr>
          <p:cNvPr id="44053" name="Text Box 59">
            <a:extLst>
              <a:ext uri="{FF2B5EF4-FFF2-40B4-BE49-F238E27FC236}">
                <a16:creationId xmlns:a16="http://schemas.microsoft.com/office/drawing/2014/main" id="{A1CF553A-CC48-4EF3-9178-1B8BB1083C7E}"/>
              </a:ext>
            </a:extLst>
          </p:cNvPr>
          <p:cNvSpPr txBox="1">
            <a:spLocks noChangeArrowheads="1"/>
          </p:cNvSpPr>
          <p:nvPr/>
        </p:nvSpPr>
        <p:spPr bwMode="auto">
          <a:xfrm>
            <a:off x="33528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3</a:t>
            </a:r>
          </a:p>
        </p:txBody>
      </p:sp>
      <p:sp>
        <p:nvSpPr>
          <p:cNvPr id="44054" name="Text Box 60">
            <a:extLst>
              <a:ext uri="{FF2B5EF4-FFF2-40B4-BE49-F238E27FC236}">
                <a16:creationId xmlns:a16="http://schemas.microsoft.com/office/drawing/2014/main" id="{F443BD3D-7512-4FFF-851E-DA71BBC51A69}"/>
              </a:ext>
            </a:extLst>
          </p:cNvPr>
          <p:cNvSpPr txBox="1">
            <a:spLocks noChangeArrowheads="1"/>
          </p:cNvSpPr>
          <p:nvPr/>
        </p:nvSpPr>
        <p:spPr bwMode="auto">
          <a:xfrm>
            <a:off x="41910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4</a:t>
            </a:r>
          </a:p>
        </p:txBody>
      </p:sp>
      <p:sp>
        <p:nvSpPr>
          <p:cNvPr id="44055" name="Text Box 61">
            <a:extLst>
              <a:ext uri="{FF2B5EF4-FFF2-40B4-BE49-F238E27FC236}">
                <a16:creationId xmlns:a16="http://schemas.microsoft.com/office/drawing/2014/main" id="{BB75BDBD-CF66-4A79-A456-4BE4C229CB88}"/>
              </a:ext>
            </a:extLst>
          </p:cNvPr>
          <p:cNvSpPr txBox="1">
            <a:spLocks noChangeArrowheads="1"/>
          </p:cNvSpPr>
          <p:nvPr/>
        </p:nvSpPr>
        <p:spPr bwMode="auto">
          <a:xfrm>
            <a:off x="50292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5</a:t>
            </a:r>
          </a:p>
        </p:txBody>
      </p:sp>
      <p:sp>
        <p:nvSpPr>
          <p:cNvPr id="44056" name="Rectangle 62">
            <a:extLst>
              <a:ext uri="{FF2B5EF4-FFF2-40B4-BE49-F238E27FC236}">
                <a16:creationId xmlns:a16="http://schemas.microsoft.com/office/drawing/2014/main" id="{EC8F49F8-6B81-4E77-BEF8-37F169B1C235}"/>
              </a:ext>
            </a:extLst>
          </p:cNvPr>
          <p:cNvSpPr>
            <a:spLocks noChangeArrowheads="1"/>
          </p:cNvSpPr>
          <p:nvPr/>
        </p:nvSpPr>
        <p:spPr bwMode="auto">
          <a:xfrm>
            <a:off x="7239000" y="609600"/>
            <a:ext cx="1676400" cy="1752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44057" name="Text Box 63">
            <a:extLst>
              <a:ext uri="{FF2B5EF4-FFF2-40B4-BE49-F238E27FC236}">
                <a16:creationId xmlns:a16="http://schemas.microsoft.com/office/drawing/2014/main" id="{41EEAE75-AA09-433E-B733-5401B3907D63}"/>
              </a:ext>
            </a:extLst>
          </p:cNvPr>
          <p:cNvSpPr txBox="1">
            <a:spLocks noChangeArrowheads="1"/>
          </p:cNvSpPr>
          <p:nvPr/>
        </p:nvSpPr>
        <p:spPr bwMode="auto">
          <a:xfrm>
            <a:off x="58674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latin typeface="Times New Roman" panose="02020603050405020304" pitchFamily="18" charset="0"/>
                <a:ea typeface="SimSun" panose="02010600030101010101" pitchFamily="2" charset="-122"/>
              </a:rPr>
              <a:t>7</a:t>
            </a:r>
          </a:p>
        </p:txBody>
      </p:sp>
      <p:sp>
        <p:nvSpPr>
          <p:cNvPr id="214083" name="Text Box 67">
            <a:extLst>
              <a:ext uri="{FF2B5EF4-FFF2-40B4-BE49-F238E27FC236}">
                <a16:creationId xmlns:a16="http://schemas.microsoft.com/office/drawing/2014/main" id="{53C908E4-B2FC-461E-9753-4450FDB1EAF9}"/>
              </a:ext>
            </a:extLst>
          </p:cNvPr>
          <p:cNvSpPr txBox="1">
            <a:spLocks noChangeArrowheads="1"/>
          </p:cNvSpPr>
          <p:nvPr/>
        </p:nvSpPr>
        <p:spPr bwMode="auto">
          <a:xfrm>
            <a:off x="7010400" y="3429000"/>
            <a:ext cx="19812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zh-CN" sz="2400" b="0">
                <a:solidFill>
                  <a:srgbClr val="FF0000"/>
                </a:solidFill>
                <a:latin typeface="Times New Roman" panose="02020603050405020304" pitchFamily="18" charset="0"/>
                <a:ea typeface="SimSun" panose="02010600030101010101" pitchFamily="2" charset="-122"/>
              </a:rPr>
              <a:t>The optimal knapsack should contain {1, 2}</a:t>
            </a:r>
          </a:p>
        </p:txBody>
      </p:sp>
      <p:sp>
        <p:nvSpPr>
          <p:cNvPr id="214086" name="Line 70">
            <a:extLst>
              <a:ext uri="{FF2B5EF4-FFF2-40B4-BE49-F238E27FC236}">
                <a16:creationId xmlns:a16="http://schemas.microsoft.com/office/drawing/2014/main" id="{12345C60-B69A-4429-8933-461ED54FAA12}"/>
              </a:ext>
            </a:extLst>
          </p:cNvPr>
          <p:cNvSpPr>
            <a:spLocks noChangeShapeType="1"/>
          </p:cNvSpPr>
          <p:nvPr/>
        </p:nvSpPr>
        <p:spPr bwMode="auto">
          <a:xfrm flipV="1">
            <a:off x="6248400" y="37338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4087" name="Oval 71">
            <a:extLst>
              <a:ext uri="{FF2B5EF4-FFF2-40B4-BE49-F238E27FC236}">
                <a16:creationId xmlns:a16="http://schemas.microsoft.com/office/drawing/2014/main" id="{5A76FD84-2F8E-45EA-A9C0-946DFDF7B8BE}"/>
              </a:ext>
            </a:extLst>
          </p:cNvPr>
          <p:cNvSpPr>
            <a:spLocks noChangeArrowheads="1"/>
          </p:cNvSpPr>
          <p:nvPr/>
        </p:nvSpPr>
        <p:spPr bwMode="auto">
          <a:xfrm>
            <a:off x="5759450" y="3481388"/>
            <a:ext cx="533400" cy="9906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14088" name="Line 72">
            <a:extLst>
              <a:ext uri="{FF2B5EF4-FFF2-40B4-BE49-F238E27FC236}">
                <a16:creationId xmlns:a16="http://schemas.microsoft.com/office/drawing/2014/main" id="{8D47237C-47E8-47A5-92EE-ECC2EE85C9D7}"/>
              </a:ext>
            </a:extLst>
          </p:cNvPr>
          <p:cNvSpPr>
            <a:spLocks noChangeShapeType="1"/>
          </p:cNvSpPr>
          <p:nvPr/>
        </p:nvSpPr>
        <p:spPr bwMode="auto">
          <a:xfrm flipV="1">
            <a:off x="6248400" y="32766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4089" name="Oval 73">
            <a:extLst>
              <a:ext uri="{FF2B5EF4-FFF2-40B4-BE49-F238E27FC236}">
                <a16:creationId xmlns:a16="http://schemas.microsoft.com/office/drawing/2014/main" id="{DE7315CE-25B3-4B8F-AB87-257052114E35}"/>
              </a:ext>
            </a:extLst>
          </p:cNvPr>
          <p:cNvSpPr>
            <a:spLocks noChangeArrowheads="1"/>
          </p:cNvSpPr>
          <p:nvPr/>
        </p:nvSpPr>
        <p:spPr bwMode="auto">
          <a:xfrm>
            <a:off x="5759450" y="3016250"/>
            <a:ext cx="533400" cy="9906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14090" name="Text Box 74">
            <a:extLst>
              <a:ext uri="{FF2B5EF4-FFF2-40B4-BE49-F238E27FC236}">
                <a16:creationId xmlns:a16="http://schemas.microsoft.com/office/drawing/2014/main" id="{00BE701E-55E2-4C3F-910A-64DBFBBCEB72}"/>
              </a:ext>
            </a:extLst>
          </p:cNvPr>
          <p:cNvSpPr txBox="1">
            <a:spLocks noChangeArrowheads="1"/>
          </p:cNvSpPr>
          <p:nvPr/>
        </p:nvSpPr>
        <p:spPr bwMode="auto">
          <a:xfrm>
            <a:off x="58674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solidFill>
                  <a:srgbClr val="FF0000"/>
                </a:solidFill>
                <a:latin typeface="Times New Roman" panose="02020603050405020304" pitchFamily="18" charset="0"/>
                <a:ea typeface="SimSun" panose="02010600030101010101" pitchFamily="2" charset="-122"/>
              </a:rPr>
              <a:t>7</a:t>
            </a:r>
          </a:p>
        </p:txBody>
      </p:sp>
      <p:sp>
        <p:nvSpPr>
          <p:cNvPr id="214091" name="Oval 75">
            <a:extLst>
              <a:ext uri="{FF2B5EF4-FFF2-40B4-BE49-F238E27FC236}">
                <a16:creationId xmlns:a16="http://schemas.microsoft.com/office/drawing/2014/main" id="{23C3976F-1EF8-4DE4-8CA2-6FFCFBDF97C9}"/>
              </a:ext>
            </a:extLst>
          </p:cNvPr>
          <p:cNvSpPr>
            <a:spLocks noChangeArrowheads="1"/>
          </p:cNvSpPr>
          <p:nvPr/>
        </p:nvSpPr>
        <p:spPr bwMode="auto">
          <a:xfrm>
            <a:off x="966788" y="3048000"/>
            <a:ext cx="457200" cy="4572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14092" name="Line 76">
            <a:extLst>
              <a:ext uri="{FF2B5EF4-FFF2-40B4-BE49-F238E27FC236}">
                <a16:creationId xmlns:a16="http://schemas.microsoft.com/office/drawing/2014/main" id="{9B436704-F614-4499-9331-81E08A74894A}"/>
              </a:ext>
            </a:extLst>
          </p:cNvPr>
          <p:cNvSpPr>
            <a:spLocks noChangeShapeType="1"/>
          </p:cNvSpPr>
          <p:nvPr/>
        </p:nvSpPr>
        <p:spPr bwMode="auto">
          <a:xfrm flipH="1" flipV="1">
            <a:off x="3657600" y="2819400"/>
            <a:ext cx="220980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4093" name="Oval 77">
            <a:extLst>
              <a:ext uri="{FF2B5EF4-FFF2-40B4-BE49-F238E27FC236}">
                <a16:creationId xmlns:a16="http://schemas.microsoft.com/office/drawing/2014/main" id="{223EE214-FE5D-4F61-BB47-9C598D38CF18}"/>
              </a:ext>
            </a:extLst>
          </p:cNvPr>
          <p:cNvSpPr>
            <a:spLocks noChangeArrowheads="1"/>
          </p:cNvSpPr>
          <p:nvPr/>
        </p:nvSpPr>
        <p:spPr bwMode="auto">
          <a:xfrm>
            <a:off x="5759450" y="2559050"/>
            <a:ext cx="533400" cy="9906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14094" name="Text Box 78">
            <a:extLst>
              <a:ext uri="{FF2B5EF4-FFF2-40B4-BE49-F238E27FC236}">
                <a16:creationId xmlns:a16="http://schemas.microsoft.com/office/drawing/2014/main" id="{D7D6575E-B296-45BC-B9BA-D835B021F0AE}"/>
              </a:ext>
            </a:extLst>
          </p:cNvPr>
          <p:cNvSpPr txBox="1">
            <a:spLocks noChangeArrowheads="1"/>
          </p:cNvSpPr>
          <p:nvPr/>
        </p:nvSpPr>
        <p:spPr bwMode="auto">
          <a:xfrm>
            <a:off x="335280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r>
              <a:rPr lang="en-US" altLang="zh-CN" sz="2400" b="0">
                <a:solidFill>
                  <a:srgbClr val="FF0000"/>
                </a:solidFill>
                <a:latin typeface="Times New Roman" panose="02020603050405020304" pitchFamily="18" charset="0"/>
                <a:ea typeface="SimSun" panose="02010600030101010101" pitchFamily="2" charset="-122"/>
              </a:rPr>
              <a:t>3</a:t>
            </a:r>
          </a:p>
        </p:txBody>
      </p:sp>
      <p:sp>
        <p:nvSpPr>
          <p:cNvPr id="214095" name="Oval 79">
            <a:extLst>
              <a:ext uri="{FF2B5EF4-FFF2-40B4-BE49-F238E27FC236}">
                <a16:creationId xmlns:a16="http://schemas.microsoft.com/office/drawing/2014/main" id="{6824C6FE-AA2D-4811-9582-1F53D75EECE1}"/>
              </a:ext>
            </a:extLst>
          </p:cNvPr>
          <p:cNvSpPr>
            <a:spLocks noChangeArrowheads="1"/>
          </p:cNvSpPr>
          <p:nvPr/>
        </p:nvSpPr>
        <p:spPr bwMode="auto">
          <a:xfrm>
            <a:off x="966788" y="2590800"/>
            <a:ext cx="457200" cy="4572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14096" name="Oval 80">
            <a:extLst>
              <a:ext uri="{FF2B5EF4-FFF2-40B4-BE49-F238E27FC236}">
                <a16:creationId xmlns:a16="http://schemas.microsoft.com/office/drawing/2014/main" id="{B735E847-9D50-42C6-BE8D-6006B7055D03}"/>
              </a:ext>
            </a:extLst>
          </p:cNvPr>
          <p:cNvSpPr>
            <a:spLocks noChangeArrowheads="1"/>
          </p:cNvSpPr>
          <p:nvPr/>
        </p:nvSpPr>
        <p:spPr bwMode="auto">
          <a:xfrm>
            <a:off x="3236913" y="2109788"/>
            <a:ext cx="533400" cy="9906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endParaRPr lang="zh-CN" altLang="en-US">
              <a:ea typeface="SimSun" panose="02010600030101010101" pitchFamily="2" charset="-122"/>
            </a:endParaRPr>
          </a:p>
        </p:txBody>
      </p:sp>
      <p:sp>
        <p:nvSpPr>
          <p:cNvPr id="214097" name="Line 81">
            <a:extLst>
              <a:ext uri="{FF2B5EF4-FFF2-40B4-BE49-F238E27FC236}">
                <a16:creationId xmlns:a16="http://schemas.microsoft.com/office/drawing/2014/main" id="{739EFBB6-F257-4516-92DB-F6098367C0FC}"/>
              </a:ext>
            </a:extLst>
          </p:cNvPr>
          <p:cNvSpPr>
            <a:spLocks noChangeShapeType="1"/>
          </p:cNvSpPr>
          <p:nvPr/>
        </p:nvSpPr>
        <p:spPr bwMode="auto">
          <a:xfrm flipV="1">
            <a:off x="3810000" y="23622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071" name="Rectangle 82">
            <a:extLst>
              <a:ext uri="{FF2B5EF4-FFF2-40B4-BE49-F238E27FC236}">
                <a16:creationId xmlns:a16="http://schemas.microsoft.com/office/drawing/2014/main" id="{BE0EB920-F777-4677-888C-59BCD808F6CF}"/>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Finding the Items (7)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4087"/>
                                        </p:tgtEl>
                                        <p:attrNameLst>
                                          <p:attrName>style.visibility</p:attrName>
                                        </p:attrNameLst>
                                      </p:cBhvr>
                                      <p:to>
                                        <p:strVal val="visible"/>
                                      </p:to>
                                    </p:set>
                                  </p:childTnLst>
                                  <p:subTnLst>
                                    <p:set>
                                      <p:cBhvr override="childStyle">
                                        <p:cTn dur="1" fill="hold" display="0" masterRel="nextClick" afterEffect="1"/>
                                        <p:tgtEl>
                                          <p:spTgt spid="214087"/>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1408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14089"/>
                                        </p:tgtEl>
                                        <p:attrNameLst>
                                          <p:attrName>style.visibility</p:attrName>
                                        </p:attrNameLst>
                                      </p:cBhvr>
                                      <p:to>
                                        <p:strVal val="visible"/>
                                      </p:to>
                                    </p:set>
                                  </p:childTnLst>
                                  <p:subTnLst>
                                    <p:set>
                                      <p:cBhvr override="childStyle">
                                        <p:cTn dur="1" fill="hold" display="0" masterRel="nextClick" afterEffect="1"/>
                                        <p:tgtEl>
                                          <p:spTgt spid="214089"/>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1408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14093"/>
                                        </p:tgtEl>
                                        <p:attrNameLst>
                                          <p:attrName>style.visibility</p:attrName>
                                        </p:attrNameLst>
                                      </p:cBhvr>
                                      <p:to>
                                        <p:strVal val="visible"/>
                                      </p:to>
                                    </p:set>
                                  </p:childTnLst>
                                  <p:subTnLst>
                                    <p:set>
                                      <p:cBhvr override="childStyle">
                                        <p:cTn dur="1" fill="hold" display="0" masterRel="nextClick" afterEffect="1"/>
                                        <p:tgtEl>
                                          <p:spTgt spid="214093"/>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14090"/>
                                        </p:tgtEl>
                                        <p:attrNameLst>
                                          <p:attrName>style.visibility</p:attrName>
                                        </p:attrNameLst>
                                      </p:cBhvr>
                                      <p:to>
                                        <p:strVal val="visible"/>
                                      </p:to>
                                    </p:set>
                                    <p:anim calcmode="lin" valueType="num">
                                      <p:cBhvr additive="base">
                                        <p:cTn id="27" dur="500" fill="hold"/>
                                        <p:tgtEl>
                                          <p:spTgt spid="214090"/>
                                        </p:tgtEl>
                                        <p:attrNameLst>
                                          <p:attrName>ppt_x</p:attrName>
                                        </p:attrNameLst>
                                      </p:cBhvr>
                                      <p:tavLst>
                                        <p:tav tm="0">
                                          <p:val>
                                            <p:strVal val="#ppt_x"/>
                                          </p:val>
                                        </p:tav>
                                        <p:tav tm="100000">
                                          <p:val>
                                            <p:strVal val="#ppt_x"/>
                                          </p:val>
                                        </p:tav>
                                      </p:tavLst>
                                    </p:anim>
                                    <p:anim calcmode="lin" valueType="num">
                                      <p:cBhvr additive="base">
                                        <p:cTn id="28" dur="500" fill="hold"/>
                                        <p:tgtEl>
                                          <p:spTgt spid="214090"/>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14091"/>
                                        </p:tgtEl>
                                        <p:attrNameLst>
                                          <p:attrName>style.visibility</p:attrName>
                                        </p:attrNameLst>
                                      </p:cBhvr>
                                      <p:to>
                                        <p:strVal val="visible"/>
                                      </p:to>
                                    </p:set>
                                    <p:anim calcmode="lin" valueType="num">
                                      <p:cBhvr additive="base">
                                        <p:cTn id="33" dur="500" fill="hold"/>
                                        <p:tgtEl>
                                          <p:spTgt spid="214091"/>
                                        </p:tgtEl>
                                        <p:attrNameLst>
                                          <p:attrName>ppt_x</p:attrName>
                                        </p:attrNameLst>
                                      </p:cBhvr>
                                      <p:tavLst>
                                        <p:tav tm="0">
                                          <p:val>
                                            <p:strVal val="0-#ppt_w/2"/>
                                          </p:val>
                                        </p:tav>
                                        <p:tav tm="100000">
                                          <p:val>
                                            <p:strVal val="#ppt_x"/>
                                          </p:val>
                                        </p:tav>
                                      </p:tavLst>
                                    </p:anim>
                                    <p:anim calcmode="lin" valueType="num">
                                      <p:cBhvr additive="base">
                                        <p:cTn id="34" dur="500" fill="hold"/>
                                        <p:tgtEl>
                                          <p:spTgt spid="214091"/>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21409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214096"/>
                                        </p:tgtEl>
                                        <p:attrNameLst>
                                          <p:attrName>style.visibility</p:attrName>
                                        </p:attrNameLst>
                                      </p:cBhvr>
                                      <p:to>
                                        <p:strVal val="visible"/>
                                      </p:to>
                                    </p:set>
                                  </p:childTnLst>
                                  <p:subTnLst>
                                    <p:set>
                                      <p:cBhvr override="childStyle">
                                        <p:cTn dur="1" fill="hold" display="0" masterRel="nextClick" afterEffect="1"/>
                                        <p:tgtEl>
                                          <p:spTgt spid="214096"/>
                                        </p:tgtEl>
                                        <p:attrNameLst>
                                          <p:attrName>style.visibility</p:attrName>
                                        </p:attrNameLst>
                                      </p:cBhvr>
                                      <p:to>
                                        <p:strVal val="hidden"/>
                                      </p:to>
                                    </p:set>
                                  </p:sub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14094"/>
                                        </p:tgtEl>
                                        <p:attrNameLst>
                                          <p:attrName>style.visibility</p:attrName>
                                        </p:attrNameLst>
                                      </p:cBhvr>
                                      <p:to>
                                        <p:strVal val="visible"/>
                                      </p:to>
                                    </p:set>
                                    <p:anim calcmode="lin" valueType="num">
                                      <p:cBhvr additive="base">
                                        <p:cTn id="47" dur="500" fill="hold"/>
                                        <p:tgtEl>
                                          <p:spTgt spid="214094"/>
                                        </p:tgtEl>
                                        <p:attrNameLst>
                                          <p:attrName>ppt_x</p:attrName>
                                        </p:attrNameLst>
                                      </p:cBhvr>
                                      <p:tavLst>
                                        <p:tav tm="0">
                                          <p:val>
                                            <p:strVal val="#ppt_x"/>
                                          </p:val>
                                        </p:tav>
                                        <p:tav tm="100000">
                                          <p:val>
                                            <p:strVal val="#ppt_x"/>
                                          </p:val>
                                        </p:tav>
                                      </p:tavLst>
                                    </p:anim>
                                    <p:anim calcmode="lin" valueType="num">
                                      <p:cBhvr additive="base">
                                        <p:cTn id="48" dur="500" fill="hold"/>
                                        <p:tgtEl>
                                          <p:spTgt spid="214094"/>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214095"/>
                                        </p:tgtEl>
                                        <p:attrNameLst>
                                          <p:attrName>style.visibility</p:attrName>
                                        </p:attrNameLst>
                                      </p:cBhvr>
                                      <p:to>
                                        <p:strVal val="visible"/>
                                      </p:to>
                                    </p:set>
                                    <p:anim calcmode="lin" valueType="num">
                                      <p:cBhvr additive="base">
                                        <p:cTn id="53" dur="500" fill="hold"/>
                                        <p:tgtEl>
                                          <p:spTgt spid="214095"/>
                                        </p:tgtEl>
                                        <p:attrNameLst>
                                          <p:attrName>ppt_x</p:attrName>
                                        </p:attrNameLst>
                                      </p:cBhvr>
                                      <p:tavLst>
                                        <p:tav tm="0">
                                          <p:val>
                                            <p:strVal val="0-#ppt_w/2"/>
                                          </p:val>
                                        </p:tav>
                                        <p:tav tm="100000">
                                          <p:val>
                                            <p:strVal val="#ppt_x"/>
                                          </p:val>
                                        </p:tav>
                                      </p:tavLst>
                                    </p:anim>
                                    <p:anim calcmode="lin" valueType="num">
                                      <p:cBhvr additive="base">
                                        <p:cTn id="54" dur="500" fill="hold"/>
                                        <p:tgtEl>
                                          <p:spTgt spid="214095"/>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214097"/>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14083"/>
                                        </p:tgtEl>
                                        <p:attrNameLst>
                                          <p:attrName>style.visibility</p:attrName>
                                        </p:attrNameLst>
                                      </p:cBhvr>
                                      <p:to>
                                        <p:strVal val="visible"/>
                                      </p:to>
                                    </p:set>
                                    <p:anim calcmode="lin" valueType="num">
                                      <p:cBhvr additive="base">
                                        <p:cTn id="63" dur="500" fill="hold"/>
                                        <p:tgtEl>
                                          <p:spTgt spid="214083"/>
                                        </p:tgtEl>
                                        <p:attrNameLst>
                                          <p:attrName>ppt_x</p:attrName>
                                        </p:attrNameLst>
                                      </p:cBhvr>
                                      <p:tavLst>
                                        <p:tav tm="0">
                                          <p:val>
                                            <p:strVal val="#ppt_x"/>
                                          </p:val>
                                        </p:tav>
                                        <p:tav tm="100000">
                                          <p:val>
                                            <p:strVal val="#ppt_x"/>
                                          </p:val>
                                        </p:tav>
                                      </p:tavLst>
                                    </p:anim>
                                    <p:anim calcmode="lin" valueType="num">
                                      <p:cBhvr additive="base">
                                        <p:cTn id="64" dur="500" fill="hold"/>
                                        <p:tgtEl>
                                          <p:spTgt spid="2140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83" grpId="0" autoUpdateAnimBg="0"/>
      <p:bldP spid="214087" grpId="0" animBg="1"/>
      <p:bldP spid="214089" grpId="0" animBg="1"/>
      <p:bldP spid="214090" grpId="0" autoUpdateAnimBg="0"/>
      <p:bldP spid="214091" grpId="0" animBg="1"/>
      <p:bldP spid="214093" grpId="0" animBg="1"/>
      <p:bldP spid="214094" grpId="0" autoUpdateAnimBg="0"/>
      <p:bldP spid="214095" grpId="0" animBg="1"/>
      <p:bldP spid="21409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36E01E6-854E-4F63-B650-98843FBAFECB}"/>
              </a:ext>
            </a:extLst>
          </p:cNvPr>
          <p:cNvSpPr>
            <a:spLocks noGrp="1" noChangeArrowheads="1"/>
          </p:cNvSpPr>
          <p:nvPr>
            <p:ph type="title"/>
          </p:nvPr>
        </p:nvSpPr>
        <p:spPr>
          <a:xfrm>
            <a:off x="0" y="0"/>
            <a:ext cx="9144000" cy="685800"/>
          </a:xfrm>
        </p:spPr>
        <p:txBody>
          <a:bodyPr/>
          <a:lstStyle/>
          <a:p>
            <a:r>
              <a:rPr lang="en-US" altLang="zh-CN" sz="3200" dirty="0">
                <a:ea typeface="SimSun" panose="02010600030101010101" pitchFamily="2" charset="-122"/>
              </a:rPr>
              <a:t>Memorization (Memory Function Method)</a:t>
            </a:r>
          </a:p>
        </p:txBody>
      </p:sp>
      <p:sp>
        <p:nvSpPr>
          <p:cNvPr id="45059" name="Rectangle 3">
            <a:extLst>
              <a:ext uri="{FF2B5EF4-FFF2-40B4-BE49-F238E27FC236}">
                <a16:creationId xmlns:a16="http://schemas.microsoft.com/office/drawing/2014/main" id="{DDA5BA34-D494-49B3-BDC3-82CEE484DBA1}"/>
              </a:ext>
            </a:extLst>
          </p:cNvPr>
          <p:cNvSpPr>
            <a:spLocks noGrp="1" noChangeArrowheads="1"/>
          </p:cNvSpPr>
          <p:nvPr>
            <p:ph type="body" idx="1"/>
          </p:nvPr>
        </p:nvSpPr>
        <p:spPr>
          <a:xfrm>
            <a:off x="76200" y="843840"/>
            <a:ext cx="8991600" cy="5328359"/>
          </a:xfrm>
        </p:spPr>
        <p:txBody>
          <a:bodyPr>
            <a:normAutofit/>
          </a:bodyPr>
          <a:lstStyle/>
          <a:p>
            <a:r>
              <a:rPr lang="en-US" altLang="zh-CN" sz="2400" i="1" dirty="0">
                <a:solidFill>
                  <a:schemeClr val="tx2"/>
                </a:solidFill>
                <a:ea typeface="SimSun" panose="02010600030101010101" pitchFamily="2" charset="-122"/>
              </a:rPr>
              <a:t>Goal: </a:t>
            </a:r>
          </a:p>
          <a:p>
            <a:pPr lvl="1"/>
            <a:r>
              <a:rPr lang="en-US" altLang="zh-CN" sz="2400" i="1" dirty="0">
                <a:ea typeface="SimSun" panose="02010600030101010101" pitchFamily="2" charset="-122"/>
              </a:rPr>
              <a:t>Solve only subproblems that are necessary and solve it only once</a:t>
            </a:r>
          </a:p>
          <a:p>
            <a:r>
              <a:rPr lang="en-US" altLang="zh-CN" sz="2400" i="1" dirty="0">
                <a:solidFill>
                  <a:schemeClr val="tx2"/>
                </a:solidFill>
                <a:ea typeface="SimSun" panose="02010600030101010101" pitchFamily="2" charset="-122"/>
              </a:rPr>
              <a:t>Memorization</a:t>
            </a:r>
            <a:r>
              <a:rPr lang="en-US" altLang="zh-CN" sz="2400" dirty="0">
                <a:ea typeface="SimSun" panose="02010600030101010101" pitchFamily="2" charset="-122"/>
              </a:rPr>
              <a:t> is another way to deal with overlapping subproblems in dynamic programming</a:t>
            </a:r>
          </a:p>
          <a:p>
            <a:r>
              <a:rPr lang="en-US" altLang="zh-CN" sz="2400" dirty="0">
                <a:ea typeface="SimSun" panose="02010600030101010101" pitchFamily="2" charset="-122"/>
              </a:rPr>
              <a:t>With memorization, we implement the algorithm </a:t>
            </a:r>
            <a:r>
              <a:rPr lang="en-US" altLang="zh-CN" sz="2400" b="1" i="1" dirty="0">
                <a:ea typeface="SimSun" panose="02010600030101010101" pitchFamily="2" charset="-122"/>
              </a:rPr>
              <a:t>recursively</a:t>
            </a:r>
            <a:r>
              <a:rPr lang="en-US" altLang="zh-CN" sz="2400" dirty="0">
                <a:ea typeface="SimSun" panose="02010600030101010101" pitchFamily="2" charset="-122"/>
              </a:rPr>
              <a:t>:</a:t>
            </a:r>
          </a:p>
          <a:p>
            <a:pPr lvl="1"/>
            <a:r>
              <a:rPr lang="en-US" altLang="zh-CN" sz="2400" dirty="0">
                <a:ea typeface="SimSun" panose="02010600030101010101" pitchFamily="2" charset="-122"/>
              </a:rPr>
              <a:t>If we encounter a new subproblem, we compute and store the solution.</a:t>
            </a:r>
          </a:p>
          <a:p>
            <a:pPr lvl="1"/>
            <a:r>
              <a:rPr lang="en-US" altLang="zh-CN" sz="2400" dirty="0">
                <a:ea typeface="SimSun" panose="02010600030101010101" pitchFamily="2" charset="-122"/>
              </a:rPr>
              <a:t>If we encounter a subproblem we have seen, we look up the answer</a:t>
            </a:r>
          </a:p>
          <a:p>
            <a:r>
              <a:rPr lang="en-US" altLang="zh-CN" sz="2400" dirty="0">
                <a:ea typeface="SimSun" panose="02010600030101010101" pitchFamily="2" charset="-122"/>
              </a:rPr>
              <a:t>Most useful when the algorithm is easiest to implement recursively</a:t>
            </a:r>
          </a:p>
          <a:p>
            <a:pPr lvl="1"/>
            <a:r>
              <a:rPr lang="en-US" altLang="zh-CN" sz="2400" dirty="0">
                <a:ea typeface="SimSun" panose="02010600030101010101" pitchFamily="2" charset="-122"/>
              </a:rPr>
              <a:t>Especially if we do not need solutions to all subproblems.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827419D8-70E9-4F8F-810D-65D7E14C8DEF}"/>
              </a:ext>
            </a:extLst>
          </p:cNvPr>
          <p:cNvSpPr>
            <a:spLocks noGrp="1" noChangeArrowheads="1"/>
          </p:cNvSpPr>
          <p:nvPr>
            <p:ph type="body" idx="1"/>
          </p:nvPr>
        </p:nvSpPr>
        <p:spPr>
          <a:xfrm>
            <a:off x="228600" y="762000"/>
            <a:ext cx="2819400" cy="4114800"/>
          </a:xfrm>
        </p:spPr>
        <p:txBody>
          <a:bodyPr/>
          <a:lstStyle/>
          <a:p>
            <a:pPr>
              <a:buFont typeface="Monotype Sorts" pitchFamily="80" charset="2"/>
              <a:buNone/>
            </a:pPr>
            <a:endParaRPr lang="en-US" altLang="zh-CN" sz="2400" dirty="0">
              <a:ea typeface="SimSun" panose="02010600030101010101" pitchFamily="2" charset="-122"/>
            </a:endParaRPr>
          </a:p>
          <a:p>
            <a:pPr>
              <a:buFont typeface="Monotype Sorts" pitchFamily="80" charset="2"/>
              <a:buNone/>
            </a:pPr>
            <a:r>
              <a:rPr lang="en-US" altLang="zh-CN" sz="2400" b="1" dirty="0">
                <a:ea typeface="SimSun" panose="02010600030101010101" pitchFamily="2" charset="-122"/>
              </a:rPr>
              <a:t>for</a:t>
            </a:r>
            <a:r>
              <a:rPr lang="en-US" altLang="zh-CN" sz="2400" dirty="0">
                <a:ea typeface="SimSun" panose="02010600030101010101" pitchFamily="2" charset="-122"/>
              </a:rPr>
              <a:t> </a:t>
            </a:r>
            <a:r>
              <a:rPr lang="en-US" altLang="zh-CN" sz="2400" dirty="0" err="1">
                <a:ea typeface="SimSun" panose="02010600030101010101" pitchFamily="2" charset="-122"/>
              </a:rPr>
              <a:t>i</a:t>
            </a:r>
            <a:r>
              <a:rPr lang="en-US" altLang="zh-CN" sz="2400" dirty="0">
                <a:ea typeface="SimSun" panose="02010600030101010101" pitchFamily="2" charset="-122"/>
              </a:rPr>
              <a:t> = 1 </a:t>
            </a:r>
            <a:r>
              <a:rPr lang="en-US" altLang="zh-CN" sz="2400" b="1" dirty="0">
                <a:ea typeface="SimSun" panose="02010600030101010101" pitchFamily="2" charset="-122"/>
              </a:rPr>
              <a:t>to</a:t>
            </a:r>
            <a:r>
              <a:rPr lang="en-US" altLang="zh-CN" sz="2400" dirty="0">
                <a:ea typeface="SimSun" panose="02010600030101010101" pitchFamily="2" charset="-122"/>
              </a:rPr>
              <a:t> n</a:t>
            </a:r>
          </a:p>
          <a:p>
            <a:pPr>
              <a:buFont typeface="Monotype Sorts" pitchFamily="80" charset="2"/>
              <a:buNone/>
            </a:pPr>
            <a:r>
              <a:rPr lang="en-US" altLang="zh-CN" sz="2400" dirty="0">
                <a:ea typeface="SimSun" panose="02010600030101010101" pitchFamily="2" charset="-122"/>
              </a:rPr>
              <a:t>	</a:t>
            </a:r>
            <a:r>
              <a:rPr lang="en-US" altLang="zh-CN" sz="2400" b="1" dirty="0">
                <a:ea typeface="SimSun" panose="02010600030101010101" pitchFamily="2" charset="-122"/>
              </a:rPr>
              <a:t>for</a:t>
            </a:r>
            <a:r>
              <a:rPr lang="en-US" altLang="zh-CN" sz="2400" dirty="0">
                <a:ea typeface="SimSun" panose="02010600030101010101" pitchFamily="2" charset="-122"/>
              </a:rPr>
              <a:t> w = 1 </a:t>
            </a:r>
            <a:r>
              <a:rPr lang="en-US" altLang="zh-CN" sz="2400" b="1" dirty="0">
                <a:ea typeface="SimSun" panose="02010600030101010101" pitchFamily="2" charset="-122"/>
              </a:rPr>
              <a:t>to</a:t>
            </a:r>
            <a:r>
              <a:rPr lang="en-US" altLang="zh-CN" sz="2400" dirty="0">
                <a:ea typeface="SimSun" panose="02010600030101010101" pitchFamily="2" charset="-122"/>
              </a:rPr>
              <a:t> W</a:t>
            </a:r>
          </a:p>
          <a:p>
            <a:pPr>
              <a:buFont typeface="Monotype Sorts" pitchFamily="80" charset="2"/>
              <a:buNone/>
            </a:pPr>
            <a:r>
              <a:rPr lang="en-US" altLang="zh-CN" sz="2400" dirty="0">
                <a:ea typeface="SimSun" panose="02010600030101010101" pitchFamily="2" charset="-122"/>
              </a:rPr>
              <a:t>		V[</a:t>
            </a:r>
            <a:r>
              <a:rPr lang="en-US" altLang="zh-CN" sz="2400" dirty="0" err="1">
                <a:ea typeface="SimSun" panose="02010600030101010101" pitchFamily="2" charset="-122"/>
              </a:rPr>
              <a:t>i,w</a:t>
            </a:r>
            <a:r>
              <a:rPr lang="en-US" altLang="zh-CN" sz="2400" dirty="0">
                <a:ea typeface="SimSun" panose="02010600030101010101" pitchFamily="2" charset="-122"/>
              </a:rPr>
              <a:t>] = -1</a:t>
            </a:r>
          </a:p>
          <a:p>
            <a:pPr>
              <a:buFont typeface="Monotype Sorts" pitchFamily="80" charset="2"/>
              <a:buNone/>
            </a:pPr>
            <a:endParaRPr lang="en-US" altLang="zh-CN" sz="2400" dirty="0">
              <a:ea typeface="SimSun" panose="02010600030101010101" pitchFamily="2" charset="-122"/>
            </a:endParaRPr>
          </a:p>
          <a:p>
            <a:pPr>
              <a:buFont typeface="Monotype Sorts" pitchFamily="80" charset="2"/>
              <a:buNone/>
            </a:pPr>
            <a:r>
              <a:rPr lang="en-US" altLang="zh-CN" sz="2400" b="1" dirty="0">
                <a:ea typeface="SimSun" panose="02010600030101010101" pitchFamily="2" charset="-122"/>
              </a:rPr>
              <a:t>for</a:t>
            </a:r>
            <a:r>
              <a:rPr lang="en-US" altLang="zh-CN" sz="2400" dirty="0">
                <a:ea typeface="SimSun" panose="02010600030101010101" pitchFamily="2" charset="-122"/>
              </a:rPr>
              <a:t> w = 0 </a:t>
            </a:r>
            <a:r>
              <a:rPr lang="en-US" altLang="zh-CN" sz="2400" b="1" dirty="0">
                <a:ea typeface="SimSun" panose="02010600030101010101" pitchFamily="2" charset="-122"/>
              </a:rPr>
              <a:t>to</a:t>
            </a:r>
            <a:r>
              <a:rPr lang="en-US" altLang="zh-CN" sz="2400" dirty="0">
                <a:ea typeface="SimSun" panose="02010600030101010101" pitchFamily="2" charset="-122"/>
              </a:rPr>
              <a:t> W</a:t>
            </a:r>
          </a:p>
          <a:p>
            <a:pPr>
              <a:buFont typeface="Monotype Sorts" pitchFamily="80" charset="2"/>
              <a:buNone/>
            </a:pPr>
            <a:r>
              <a:rPr lang="en-US" altLang="zh-CN" sz="2400" dirty="0">
                <a:ea typeface="SimSun" panose="02010600030101010101" pitchFamily="2" charset="-122"/>
              </a:rPr>
              <a:t>	V[0,w] = 0</a:t>
            </a:r>
          </a:p>
          <a:p>
            <a:pPr>
              <a:buFont typeface="Monotype Sorts" pitchFamily="80" charset="2"/>
              <a:buNone/>
            </a:pPr>
            <a:r>
              <a:rPr lang="en-US" altLang="zh-CN" sz="2400" b="1" dirty="0">
                <a:ea typeface="SimSun" panose="02010600030101010101" pitchFamily="2" charset="-122"/>
              </a:rPr>
              <a:t>for</a:t>
            </a:r>
            <a:r>
              <a:rPr lang="en-US" altLang="zh-CN" sz="2400" dirty="0">
                <a:ea typeface="SimSun" panose="02010600030101010101" pitchFamily="2" charset="-122"/>
              </a:rPr>
              <a:t> </a:t>
            </a:r>
            <a:r>
              <a:rPr lang="en-US" altLang="zh-CN" sz="2400" dirty="0" err="1">
                <a:ea typeface="SimSun" panose="02010600030101010101" pitchFamily="2" charset="-122"/>
              </a:rPr>
              <a:t>i</a:t>
            </a:r>
            <a:r>
              <a:rPr lang="en-US" altLang="zh-CN" sz="2400" dirty="0">
                <a:ea typeface="SimSun" panose="02010600030101010101" pitchFamily="2" charset="-122"/>
              </a:rPr>
              <a:t> = 1 </a:t>
            </a:r>
            <a:r>
              <a:rPr lang="en-US" altLang="zh-CN" sz="2400" b="1" dirty="0">
                <a:ea typeface="SimSun" panose="02010600030101010101" pitchFamily="2" charset="-122"/>
              </a:rPr>
              <a:t>to</a:t>
            </a:r>
            <a:r>
              <a:rPr lang="en-US" altLang="zh-CN" sz="2400" dirty="0">
                <a:ea typeface="SimSun" panose="02010600030101010101" pitchFamily="2" charset="-122"/>
              </a:rPr>
              <a:t> n</a:t>
            </a:r>
          </a:p>
          <a:p>
            <a:pPr>
              <a:buFont typeface="Monotype Sorts" pitchFamily="80" charset="2"/>
              <a:buNone/>
            </a:pPr>
            <a:r>
              <a:rPr lang="en-US" altLang="zh-CN" sz="2400" dirty="0">
                <a:ea typeface="SimSun" panose="02010600030101010101" pitchFamily="2" charset="-122"/>
              </a:rPr>
              <a:t>	V[i,0] = 0</a:t>
            </a:r>
          </a:p>
          <a:p>
            <a:pPr>
              <a:buFont typeface="Monotype Sorts" pitchFamily="80" charset="2"/>
              <a:buNone/>
            </a:pPr>
            <a:endParaRPr lang="en-US" altLang="zh-CN" sz="2400" dirty="0">
              <a:ea typeface="SimSun" panose="02010600030101010101" pitchFamily="2" charset="-122"/>
            </a:endParaRPr>
          </a:p>
          <a:p>
            <a:pPr>
              <a:buFont typeface="Monotype Sorts" pitchFamily="80" charset="2"/>
              <a:buNone/>
            </a:pPr>
            <a:endParaRPr lang="zh-CN" altLang="en-US" sz="2400" dirty="0">
              <a:ea typeface="SimSun" panose="02010600030101010101" pitchFamily="2" charset="-122"/>
            </a:endParaRPr>
          </a:p>
        </p:txBody>
      </p:sp>
      <p:sp>
        <p:nvSpPr>
          <p:cNvPr id="223237" name="Rectangle 5">
            <a:extLst>
              <a:ext uri="{FF2B5EF4-FFF2-40B4-BE49-F238E27FC236}">
                <a16:creationId xmlns:a16="http://schemas.microsoft.com/office/drawing/2014/main" id="{783595F6-2D7F-4EDD-AE43-4C9E53033786}"/>
              </a:ext>
            </a:extLst>
          </p:cNvPr>
          <p:cNvSpPr>
            <a:spLocks noChangeArrowheads="1"/>
          </p:cNvSpPr>
          <p:nvPr/>
        </p:nvSpPr>
        <p:spPr bwMode="auto">
          <a:xfrm>
            <a:off x="2743200" y="1143000"/>
            <a:ext cx="6096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342900" indent="-342900" eaLnBrk="0" hangingPunct="0">
              <a:defRPr sz="16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6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6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6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6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ＭＳ Ｐゴシック" panose="020B0600070205080204" pitchFamily="34" charset="-128"/>
              </a:defRPr>
            </a:lvl9pPr>
          </a:lstStyle>
          <a:p>
            <a:pPr>
              <a:spcBef>
                <a:spcPct val="20000"/>
              </a:spcBef>
              <a:buClr>
                <a:schemeClr val="tx2"/>
              </a:buClr>
              <a:buSzPct val="75000"/>
              <a:buFont typeface="Monotype Sorts" pitchFamily="80" charset="2"/>
              <a:buNone/>
            </a:pPr>
            <a:r>
              <a:rPr lang="en-US" altLang="zh-CN" sz="2400" b="0" dirty="0" err="1">
                <a:latin typeface="Times New Roman" panose="02020603050405020304" pitchFamily="18" charset="0"/>
                <a:ea typeface="SimSun" panose="02010600030101010101" pitchFamily="2" charset="-122"/>
              </a:rPr>
              <a:t>MFKnapsack</a:t>
            </a:r>
            <a:r>
              <a:rPr lang="en-US" altLang="zh-CN" sz="2400" b="0" dirty="0">
                <a:latin typeface="Times New Roman" panose="02020603050405020304" pitchFamily="18" charset="0"/>
                <a:ea typeface="SimSun" panose="02010600030101010101" pitchFamily="2" charset="-122"/>
              </a:rPr>
              <a:t>(</a:t>
            </a:r>
            <a:r>
              <a:rPr lang="en-US" altLang="zh-CN" sz="2400" b="0" dirty="0" err="1">
                <a:latin typeface="Times New Roman" panose="02020603050405020304" pitchFamily="18" charset="0"/>
                <a:ea typeface="SimSun" panose="02010600030101010101" pitchFamily="2" charset="-122"/>
              </a:rPr>
              <a:t>i</a:t>
            </a:r>
            <a:r>
              <a:rPr lang="en-US" altLang="zh-CN" sz="2400" b="0" dirty="0">
                <a:latin typeface="Times New Roman" panose="02020603050405020304" pitchFamily="18" charset="0"/>
                <a:ea typeface="SimSun" panose="02010600030101010101" pitchFamily="2" charset="-122"/>
              </a:rPr>
              <a:t>, w)</a:t>
            </a:r>
          </a:p>
          <a:p>
            <a:pPr>
              <a:spcBef>
                <a:spcPct val="20000"/>
              </a:spcBef>
              <a:buClr>
                <a:schemeClr val="tx2"/>
              </a:buClr>
              <a:buSzPct val="75000"/>
              <a:buFont typeface="Monotype Sorts" pitchFamily="80" charset="2"/>
              <a:buNone/>
            </a:pPr>
            <a:r>
              <a:rPr lang="en-US" altLang="zh-CN" sz="2400" b="0" dirty="0">
                <a:latin typeface="Times New Roman" panose="02020603050405020304" pitchFamily="18" charset="0"/>
                <a:ea typeface="SimSun" panose="02010600030101010101" pitchFamily="2" charset="-122"/>
              </a:rPr>
              <a:t>	if V[</a:t>
            </a:r>
            <a:r>
              <a:rPr lang="en-US" altLang="zh-CN" sz="2400" b="0" dirty="0" err="1">
                <a:latin typeface="Times New Roman" panose="02020603050405020304" pitchFamily="18" charset="0"/>
                <a:ea typeface="SimSun" panose="02010600030101010101" pitchFamily="2" charset="-122"/>
              </a:rPr>
              <a:t>i,w</a:t>
            </a:r>
            <a:r>
              <a:rPr lang="en-US" altLang="zh-CN" sz="2400" b="0" dirty="0">
                <a:latin typeface="Times New Roman" panose="02020603050405020304" pitchFamily="18" charset="0"/>
                <a:ea typeface="SimSun" panose="02010600030101010101" pitchFamily="2" charset="-122"/>
              </a:rPr>
              <a:t>] &lt; 0</a:t>
            </a:r>
          </a:p>
          <a:p>
            <a:pPr>
              <a:spcBef>
                <a:spcPct val="20000"/>
              </a:spcBef>
              <a:buClr>
                <a:schemeClr val="tx2"/>
              </a:buClr>
              <a:buSzPct val="75000"/>
              <a:buFont typeface="Monotype Sorts" pitchFamily="80" charset="2"/>
              <a:buNone/>
            </a:pPr>
            <a:r>
              <a:rPr lang="en-US" altLang="zh-CN" sz="2400" b="0" dirty="0">
                <a:latin typeface="Times New Roman" panose="02020603050405020304" pitchFamily="18" charset="0"/>
                <a:ea typeface="SimSun" panose="02010600030101010101" pitchFamily="2" charset="-122"/>
              </a:rPr>
              <a:t>		</a:t>
            </a:r>
            <a:r>
              <a:rPr lang="en-US" altLang="zh-CN" sz="2400" dirty="0">
                <a:latin typeface="Times New Roman" panose="02020603050405020304" pitchFamily="18" charset="0"/>
                <a:ea typeface="SimSun" panose="02010600030101010101" pitchFamily="2" charset="-122"/>
              </a:rPr>
              <a:t>if</a:t>
            </a:r>
            <a:r>
              <a:rPr lang="en-US" altLang="zh-CN" sz="2400" b="0" dirty="0">
                <a:latin typeface="Times New Roman" panose="02020603050405020304" pitchFamily="18" charset="0"/>
                <a:ea typeface="SimSun" panose="02010600030101010101" pitchFamily="2" charset="-122"/>
              </a:rPr>
              <a:t> w &lt; </a:t>
            </a:r>
            <a:r>
              <a:rPr lang="en-US" altLang="zh-CN" sz="2400" b="0" dirty="0" err="1">
                <a:latin typeface="Times New Roman" panose="02020603050405020304" pitchFamily="18" charset="0"/>
                <a:ea typeface="SimSun" panose="02010600030101010101" pitchFamily="2" charset="-122"/>
              </a:rPr>
              <a:t>w</a:t>
            </a:r>
            <a:r>
              <a:rPr lang="en-US" altLang="zh-CN" sz="2400" b="0" baseline="-25000" dirty="0" err="1">
                <a:latin typeface="Times New Roman" panose="02020603050405020304" pitchFamily="18" charset="0"/>
                <a:ea typeface="SimSun" panose="02010600030101010101" pitchFamily="2" charset="-122"/>
              </a:rPr>
              <a:t>i</a:t>
            </a:r>
            <a:endParaRPr lang="en-US" altLang="zh-CN" sz="2400" b="0" baseline="-25000" dirty="0">
              <a:latin typeface="Times New Roman" panose="02020603050405020304" pitchFamily="18" charset="0"/>
              <a:ea typeface="SimSun" panose="02010600030101010101" pitchFamily="2" charset="-122"/>
            </a:endParaRPr>
          </a:p>
          <a:p>
            <a:pPr>
              <a:spcBef>
                <a:spcPct val="20000"/>
              </a:spcBef>
              <a:buClr>
                <a:schemeClr val="tx2"/>
              </a:buClr>
              <a:buSzPct val="75000"/>
              <a:buFont typeface="Monotype Sorts" pitchFamily="80" charset="2"/>
              <a:buNone/>
            </a:pPr>
            <a:r>
              <a:rPr lang="en-US" altLang="zh-CN" sz="2400" b="0" baseline="-25000" dirty="0">
                <a:latin typeface="Times New Roman" panose="02020603050405020304" pitchFamily="18" charset="0"/>
                <a:ea typeface="SimSun" panose="02010600030101010101" pitchFamily="2" charset="-122"/>
              </a:rPr>
              <a:t>		     </a:t>
            </a:r>
            <a:r>
              <a:rPr lang="en-US" altLang="zh-CN" sz="2400" b="0" dirty="0">
                <a:latin typeface="Times New Roman" panose="02020603050405020304" pitchFamily="18" charset="0"/>
                <a:ea typeface="SimSun" panose="02010600030101010101" pitchFamily="2" charset="-122"/>
              </a:rPr>
              <a:t>value = </a:t>
            </a:r>
            <a:r>
              <a:rPr lang="en-US" altLang="zh-CN" sz="2400" b="0" dirty="0" err="1">
                <a:latin typeface="Times New Roman" panose="02020603050405020304" pitchFamily="18" charset="0"/>
                <a:ea typeface="SimSun" panose="02010600030101010101" pitchFamily="2" charset="-122"/>
              </a:rPr>
              <a:t>MFKnapsack</a:t>
            </a:r>
            <a:r>
              <a:rPr lang="en-US" altLang="zh-CN" sz="2400" b="0" dirty="0">
                <a:latin typeface="Times New Roman" panose="02020603050405020304" pitchFamily="18" charset="0"/>
                <a:ea typeface="SimSun" panose="02010600030101010101" pitchFamily="2" charset="-122"/>
              </a:rPr>
              <a:t>(i-1, w)</a:t>
            </a:r>
          </a:p>
          <a:p>
            <a:pPr>
              <a:spcBef>
                <a:spcPct val="20000"/>
              </a:spcBef>
              <a:buClr>
                <a:schemeClr val="tx2"/>
              </a:buClr>
              <a:buSzPct val="75000"/>
              <a:buFont typeface="Monotype Sorts" pitchFamily="80" charset="2"/>
              <a:buNone/>
            </a:pPr>
            <a:r>
              <a:rPr lang="en-US" altLang="zh-CN" sz="2400" b="0" dirty="0">
                <a:latin typeface="Times New Roman" panose="02020603050405020304" pitchFamily="18" charset="0"/>
                <a:ea typeface="SimSun" panose="02010600030101010101" pitchFamily="2" charset="-122"/>
              </a:rPr>
              <a:t>		</a:t>
            </a:r>
            <a:r>
              <a:rPr lang="en-US" altLang="zh-CN" sz="2400" dirty="0">
                <a:latin typeface="Times New Roman" panose="02020603050405020304" pitchFamily="18" charset="0"/>
                <a:ea typeface="SimSun" panose="02010600030101010101" pitchFamily="2" charset="-122"/>
              </a:rPr>
              <a:t>else</a:t>
            </a:r>
          </a:p>
          <a:p>
            <a:pPr>
              <a:spcBef>
                <a:spcPct val="20000"/>
              </a:spcBef>
              <a:buClr>
                <a:schemeClr val="tx2"/>
              </a:buClr>
              <a:buSzPct val="75000"/>
              <a:buFont typeface="Monotype Sorts" pitchFamily="80" charset="2"/>
              <a:buNone/>
            </a:pPr>
            <a:r>
              <a:rPr lang="en-US" altLang="zh-CN" sz="2400" b="0" dirty="0">
                <a:latin typeface="Times New Roman" panose="02020603050405020304" pitchFamily="18" charset="0"/>
                <a:ea typeface="SimSun" panose="02010600030101010101" pitchFamily="2" charset="-122"/>
              </a:rPr>
              <a:t>		    value = max(</a:t>
            </a:r>
            <a:r>
              <a:rPr lang="en-US" altLang="zh-CN" sz="2400" b="0" dirty="0" err="1">
                <a:latin typeface="Times New Roman" panose="02020603050405020304" pitchFamily="18" charset="0"/>
                <a:ea typeface="SimSun" panose="02010600030101010101" pitchFamily="2" charset="-122"/>
              </a:rPr>
              <a:t>MFKnapsack</a:t>
            </a:r>
            <a:r>
              <a:rPr lang="en-US" altLang="zh-CN" sz="2400" b="0" dirty="0">
                <a:latin typeface="Times New Roman" panose="02020603050405020304" pitchFamily="18" charset="0"/>
                <a:ea typeface="SimSun" panose="02010600030101010101" pitchFamily="2" charset="-122"/>
              </a:rPr>
              <a:t>(i-1, w), </a:t>
            </a:r>
          </a:p>
          <a:p>
            <a:pPr>
              <a:spcBef>
                <a:spcPct val="20000"/>
              </a:spcBef>
              <a:buClr>
                <a:schemeClr val="tx2"/>
              </a:buClr>
              <a:buSzPct val="75000"/>
              <a:buFont typeface="Monotype Sorts" pitchFamily="80" charset="2"/>
              <a:buNone/>
            </a:pPr>
            <a:r>
              <a:rPr lang="en-US" altLang="zh-CN" sz="2400" b="0" dirty="0">
                <a:latin typeface="Times New Roman" panose="02020603050405020304" pitchFamily="18" charset="0"/>
                <a:ea typeface="SimSun" panose="02010600030101010101" pitchFamily="2" charset="-122"/>
              </a:rPr>
              <a:t>                             b</a:t>
            </a:r>
            <a:r>
              <a:rPr lang="en-US" altLang="zh-CN" sz="2400" b="0" baseline="-25000" dirty="0">
                <a:latin typeface="Times New Roman" panose="02020603050405020304" pitchFamily="18" charset="0"/>
                <a:ea typeface="SimSun" panose="02010600030101010101" pitchFamily="2" charset="-122"/>
              </a:rPr>
              <a:t>i</a:t>
            </a:r>
            <a:r>
              <a:rPr lang="en-US" altLang="zh-CN" sz="2400" b="0" baseline="30000" dirty="0">
                <a:latin typeface="Times New Roman" panose="02020603050405020304" pitchFamily="18" charset="0"/>
                <a:ea typeface="SimSun" panose="02010600030101010101" pitchFamily="2" charset="-122"/>
              </a:rPr>
              <a:t> </a:t>
            </a:r>
            <a:r>
              <a:rPr lang="en-US" altLang="zh-CN" sz="2400" b="0" dirty="0">
                <a:latin typeface="Times New Roman" panose="02020603050405020304" pitchFamily="18" charset="0"/>
                <a:ea typeface="SimSun" panose="02010600030101010101" pitchFamily="2" charset="-122"/>
              </a:rPr>
              <a:t>+ </a:t>
            </a:r>
            <a:r>
              <a:rPr lang="en-US" altLang="zh-CN" sz="2400" b="0" dirty="0" err="1">
                <a:latin typeface="Times New Roman" panose="02020603050405020304" pitchFamily="18" charset="0"/>
                <a:ea typeface="SimSun" panose="02010600030101010101" pitchFamily="2" charset="-122"/>
              </a:rPr>
              <a:t>MFKnapsack</a:t>
            </a:r>
            <a:r>
              <a:rPr lang="en-US" altLang="zh-CN" sz="2400" b="0" dirty="0">
                <a:latin typeface="Times New Roman" panose="02020603050405020304" pitchFamily="18" charset="0"/>
                <a:ea typeface="SimSun" panose="02010600030101010101" pitchFamily="2" charset="-122"/>
              </a:rPr>
              <a:t>(i-1, w-</a:t>
            </a:r>
            <a:r>
              <a:rPr lang="en-US" altLang="zh-CN" sz="2400" b="0" dirty="0" err="1">
                <a:latin typeface="Times New Roman" panose="02020603050405020304" pitchFamily="18" charset="0"/>
                <a:ea typeface="SimSun" panose="02010600030101010101" pitchFamily="2" charset="-122"/>
              </a:rPr>
              <a:t>w</a:t>
            </a:r>
            <a:r>
              <a:rPr lang="en-US" altLang="zh-CN" sz="2400" b="0" baseline="-25000" dirty="0" err="1">
                <a:latin typeface="Times New Roman" panose="02020603050405020304" pitchFamily="18" charset="0"/>
                <a:ea typeface="SimSun" panose="02010600030101010101" pitchFamily="2" charset="-122"/>
              </a:rPr>
              <a:t>i</a:t>
            </a:r>
            <a:r>
              <a:rPr lang="en-US" altLang="zh-CN" sz="2400" b="0" dirty="0">
                <a:latin typeface="Times New Roman" panose="02020603050405020304" pitchFamily="18" charset="0"/>
                <a:ea typeface="SimSun" panose="02010600030101010101" pitchFamily="2" charset="-122"/>
              </a:rPr>
              <a:t>)) </a:t>
            </a:r>
          </a:p>
          <a:p>
            <a:pPr>
              <a:spcBef>
                <a:spcPct val="20000"/>
              </a:spcBef>
              <a:buClr>
                <a:schemeClr val="tx2"/>
              </a:buClr>
              <a:buSzPct val="75000"/>
              <a:buFont typeface="Monotype Sorts" pitchFamily="80" charset="2"/>
              <a:buNone/>
            </a:pPr>
            <a:r>
              <a:rPr lang="en-US" altLang="zh-CN" sz="2400" b="0" baseline="-25000" dirty="0">
                <a:latin typeface="Times New Roman" panose="02020603050405020304" pitchFamily="18" charset="0"/>
                <a:ea typeface="SimSun" panose="02010600030101010101" pitchFamily="2" charset="-122"/>
              </a:rPr>
              <a:t>		</a:t>
            </a:r>
            <a:r>
              <a:rPr lang="en-US" altLang="zh-CN" sz="2400" b="0" dirty="0">
                <a:latin typeface="Times New Roman" panose="02020603050405020304" pitchFamily="18" charset="0"/>
                <a:ea typeface="SimSun" panose="02010600030101010101" pitchFamily="2" charset="-122"/>
              </a:rPr>
              <a:t>V[</a:t>
            </a:r>
            <a:r>
              <a:rPr lang="en-US" altLang="zh-CN" sz="2400" b="0" dirty="0" err="1">
                <a:latin typeface="Times New Roman" panose="02020603050405020304" pitchFamily="18" charset="0"/>
                <a:ea typeface="SimSun" panose="02010600030101010101" pitchFamily="2" charset="-122"/>
              </a:rPr>
              <a:t>i,w</a:t>
            </a:r>
            <a:r>
              <a:rPr lang="en-US" altLang="zh-CN" sz="2400" b="0" dirty="0">
                <a:latin typeface="Times New Roman" panose="02020603050405020304" pitchFamily="18" charset="0"/>
                <a:ea typeface="SimSun" panose="02010600030101010101" pitchFamily="2" charset="-122"/>
              </a:rPr>
              <a:t>] = value</a:t>
            </a:r>
          </a:p>
          <a:p>
            <a:pPr>
              <a:spcBef>
                <a:spcPct val="20000"/>
              </a:spcBef>
              <a:buClr>
                <a:schemeClr val="tx2"/>
              </a:buClr>
              <a:buSzPct val="75000"/>
              <a:buFont typeface="Monotype Sorts" pitchFamily="80" charset="2"/>
              <a:buNone/>
            </a:pPr>
            <a:r>
              <a:rPr lang="en-US" altLang="zh-CN" sz="2400" dirty="0">
                <a:latin typeface="Times New Roman" panose="02020603050405020304" pitchFamily="18" charset="0"/>
                <a:ea typeface="SimSun" panose="02010600030101010101" pitchFamily="2" charset="-122"/>
              </a:rPr>
              <a:t>	return</a:t>
            </a:r>
            <a:r>
              <a:rPr lang="en-US" altLang="zh-CN" sz="2400" b="0" dirty="0">
                <a:latin typeface="Times New Roman" panose="02020603050405020304" pitchFamily="18" charset="0"/>
                <a:ea typeface="SimSun" panose="02010600030101010101" pitchFamily="2" charset="-122"/>
              </a:rPr>
              <a:t> V[</a:t>
            </a:r>
            <a:r>
              <a:rPr lang="en-US" altLang="zh-CN" sz="2400" b="0" dirty="0" err="1">
                <a:latin typeface="Times New Roman" panose="02020603050405020304" pitchFamily="18" charset="0"/>
                <a:ea typeface="SimSun" panose="02010600030101010101" pitchFamily="2" charset="-122"/>
              </a:rPr>
              <a:t>i,w</a:t>
            </a:r>
            <a:r>
              <a:rPr lang="en-US" altLang="zh-CN" sz="2400" b="0" dirty="0">
                <a:latin typeface="Times New Roman" panose="02020603050405020304" pitchFamily="18" charset="0"/>
                <a:ea typeface="SimSun" panose="02010600030101010101" pitchFamily="2" charset="-122"/>
              </a:rPr>
              <a:t>]</a:t>
            </a:r>
          </a:p>
          <a:p>
            <a:pPr>
              <a:spcBef>
                <a:spcPct val="20000"/>
              </a:spcBef>
              <a:buClr>
                <a:schemeClr val="tx2"/>
              </a:buClr>
              <a:buSzPct val="75000"/>
              <a:buFont typeface="Monotype Sorts" pitchFamily="80" charset="2"/>
              <a:buNone/>
            </a:pPr>
            <a:endParaRPr lang="en-US" altLang="zh-CN" sz="2400" b="0" dirty="0">
              <a:latin typeface="Times New Roman" panose="02020603050405020304" pitchFamily="18" charset="0"/>
              <a:ea typeface="SimSun" panose="02010600030101010101" pitchFamily="2" charset="-122"/>
            </a:endParaRPr>
          </a:p>
          <a:p>
            <a:pPr>
              <a:spcBef>
                <a:spcPct val="20000"/>
              </a:spcBef>
              <a:buClr>
                <a:schemeClr val="tx2"/>
              </a:buClr>
              <a:buSzPct val="75000"/>
              <a:buFont typeface="Monotype Sorts" pitchFamily="80" charset="2"/>
              <a:buNone/>
            </a:pPr>
            <a:endParaRPr lang="zh-CN" altLang="en-US" sz="2800" b="0" dirty="0">
              <a:latin typeface="Times New Roman" panose="02020603050405020304" pitchFamily="18" charset="0"/>
              <a:ea typeface="SimSun" panose="02010600030101010101" pitchFamily="2" charset="-122"/>
            </a:endParaRPr>
          </a:p>
        </p:txBody>
      </p:sp>
      <p:sp>
        <p:nvSpPr>
          <p:cNvPr id="46084" name="Rectangle 7">
            <a:extLst>
              <a:ext uri="{FF2B5EF4-FFF2-40B4-BE49-F238E27FC236}">
                <a16:creationId xmlns:a16="http://schemas.microsoft.com/office/drawing/2014/main" id="{9EA6B913-C105-4809-91C5-BFFD49C05BAD}"/>
              </a:ext>
            </a:extLst>
          </p:cNvPr>
          <p:cNvSpPr>
            <a:spLocks noGrp="1" noChangeArrowheads="1"/>
          </p:cNvSpPr>
          <p:nvPr>
            <p:ph type="title"/>
          </p:nvPr>
        </p:nvSpPr>
        <p:spPr>
          <a:xfrm>
            <a:off x="0" y="0"/>
            <a:ext cx="9144000" cy="685800"/>
          </a:xfrm>
        </p:spPr>
        <p:txBody>
          <a:bodyPr/>
          <a:lstStyle/>
          <a:p>
            <a:r>
              <a:rPr lang="en-US" altLang="zh-CN">
                <a:ea typeface="SimSun" panose="02010600030101010101" pitchFamily="2" charset="-122"/>
              </a:rPr>
              <a:t>0-1 Knapsack Memory Function Algorithm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3237"/>
                                        </p:tgtEl>
                                        <p:attrNameLst>
                                          <p:attrName>style.visibility</p:attrName>
                                        </p:attrNameLst>
                                      </p:cBhvr>
                                      <p:to>
                                        <p:strVal val="visible"/>
                                      </p:to>
                                    </p:set>
                                    <p:animEffect transition="in" filter="blinds(horizontal)">
                                      <p:cBhvr>
                                        <p:cTn id="7" dur="500"/>
                                        <p:tgtEl>
                                          <p:spTgt spid="223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a:extLst>
              <a:ext uri="{FF2B5EF4-FFF2-40B4-BE49-F238E27FC236}">
                <a16:creationId xmlns:a16="http://schemas.microsoft.com/office/drawing/2014/main" id="{B447AEA1-7182-478F-95DF-8565AC379FF7}"/>
              </a:ext>
            </a:extLst>
          </p:cNvPr>
          <p:cNvSpPr>
            <a:spLocks noGrp="1" noChangeArrowheads="1"/>
          </p:cNvSpPr>
          <p:nvPr>
            <p:ph type="body" idx="1"/>
          </p:nvPr>
        </p:nvSpPr>
        <p:spPr>
          <a:xfrm>
            <a:off x="152400" y="685800"/>
            <a:ext cx="8839200" cy="5791200"/>
          </a:xfrm>
        </p:spPr>
        <p:txBody>
          <a:bodyPr/>
          <a:lstStyle/>
          <a:p>
            <a:pPr algn="just"/>
            <a:r>
              <a:rPr lang="en-US" altLang="zh-CN" dirty="0">
                <a:ea typeface="SimSun" panose="02010600030101010101" pitchFamily="2" charset="-122"/>
              </a:rPr>
              <a:t>Dynamic programming is a useful technique for solving certain kinds of problems</a:t>
            </a:r>
          </a:p>
          <a:p>
            <a:pPr algn="just"/>
            <a:endParaRPr lang="en-US" altLang="zh-CN" dirty="0">
              <a:ea typeface="SimSun" panose="02010600030101010101" pitchFamily="2" charset="-122"/>
            </a:endParaRPr>
          </a:p>
          <a:p>
            <a:pPr algn="just"/>
            <a:r>
              <a:rPr lang="en-US" altLang="zh-CN" dirty="0">
                <a:ea typeface="SimSun" panose="02010600030101010101" pitchFamily="2" charset="-122"/>
              </a:rPr>
              <a:t>When the solution can be </a:t>
            </a:r>
            <a:r>
              <a:rPr lang="en-US" altLang="zh-CN" i="1" dirty="0">
                <a:ea typeface="SimSun" panose="02010600030101010101" pitchFamily="2" charset="-122"/>
              </a:rPr>
              <a:t>recursively</a:t>
            </a:r>
            <a:r>
              <a:rPr lang="en-US" altLang="zh-CN" dirty="0">
                <a:ea typeface="SimSun" panose="02010600030101010101" pitchFamily="2" charset="-122"/>
              </a:rPr>
              <a:t> described in terms of partial solutions, we can store these partial solutions and re-use them as necessary (memorization)</a:t>
            </a:r>
          </a:p>
          <a:p>
            <a:pPr algn="just"/>
            <a:endParaRPr lang="en-US" altLang="zh-CN" dirty="0">
              <a:ea typeface="SimSun" panose="02010600030101010101" pitchFamily="2" charset="-122"/>
            </a:endParaRPr>
          </a:p>
          <a:p>
            <a:pPr algn="just"/>
            <a:r>
              <a:rPr lang="en-US" altLang="zh-CN" dirty="0">
                <a:ea typeface="SimSun" panose="02010600030101010101" pitchFamily="2" charset="-122"/>
              </a:rPr>
              <a:t>Running time of dynamic programming algorithm vs. naïve algorithm:</a:t>
            </a:r>
          </a:p>
          <a:p>
            <a:pPr lvl="1" algn="just"/>
            <a:r>
              <a:rPr lang="en-US" altLang="zh-CN" dirty="0">
                <a:ea typeface="SimSun" panose="02010600030101010101" pitchFamily="2" charset="-122"/>
              </a:rPr>
              <a:t>0-1 Knapsack problem: </a:t>
            </a:r>
            <a:r>
              <a:rPr lang="en-US" altLang="zh-CN" b="1" dirty="0">
                <a:solidFill>
                  <a:schemeClr val="tx1"/>
                </a:solidFill>
                <a:ea typeface="SimSun" panose="02010600030101010101" pitchFamily="2" charset="-122"/>
              </a:rPr>
              <a:t>O(W*n)</a:t>
            </a:r>
            <a:r>
              <a:rPr lang="en-US" altLang="zh-CN" dirty="0">
                <a:ea typeface="SimSun" panose="02010600030101010101" pitchFamily="2" charset="-122"/>
              </a:rPr>
              <a:t> vs. </a:t>
            </a:r>
            <a:r>
              <a:rPr lang="en-US" altLang="zh-CN" b="1" dirty="0">
                <a:solidFill>
                  <a:schemeClr val="tx1"/>
                </a:solidFill>
                <a:ea typeface="SimSun" panose="02010600030101010101" pitchFamily="2" charset="-122"/>
              </a:rPr>
              <a:t>O(2</a:t>
            </a:r>
            <a:r>
              <a:rPr lang="en-US" altLang="zh-CN" b="1" baseline="30000" dirty="0">
                <a:solidFill>
                  <a:schemeClr val="tx1"/>
                </a:solidFill>
                <a:ea typeface="SimSun" panose="02010600030101010101" pitchFamily="2" charset="-122"/>
              </a:rPr>
              <a:t>n</a:t>
            </a:r>
            <a:r>
              <a:rPr lang="en-US" altLang="zh-CN" b="1" dirty="0">
                <a:solidFill>
                  <a:schemeClr val="tx1"/>
                </a:solidFill>
                <a:ea typeface="SimSun" panose="02010600030101010101" pitchFamily="2" charset="-122"/>
              </a:rPr>
              <a:t>)</a:t>
            </a:r>
            <a:endParaRPr lang="en-US" altLang="zh-CN" baseline="30000" dirty="0">
              <a:solidFill>
                <a:schemeClr val="tx1"/>
              </a:solidFill>
              <a:ea typeface="SimSun" panose="02010600030101010101" pitchFamily="2" charset="-122"/>
            </a:endParaRPr>
          </a:p>
        </p:txBody>
      </p:sp>
      <p:sp>
        <p:nvSpPr>
          <p:cNvPr id="47107" name="Rectangle 4">
            <a:extLst>
              <a:ext uri="{FF2B5EF4-FFF2-40B4-BE49-F238E27FC236}">
                <a16:creationId xmlns:a16="http://schemas.microsoft.com/office/drawing/2014/main" id="{A2068D25-19EB-4AB9-8D25-8B58C583671C}"/>
              </a:ext>
            </a:extLst>
          </p:cNvPr>
          <p:cNvSpPr>
            <a:spLocks noGrp="1" noChangeArrowheads="1"/>
          </p:cNvSpPr>
          <p:nvPr>
            <p:ph type="title"/>
          </p:nvPr>
        </p:nvSpPr>
        <p:spPr/>
        <p:txBody>
          <a:bodyPr>
            <a:normAutofit fontScale="90000"/>
          </a:bodyPr>
          <a:lstStyle/>
          <a:p>
            <a:r>
              <a:rPr lang="en-US" altLang="zh-CN">
                <a:ea typeface="SimSun" panose="02010600030101010101" pitchFamily="2" charset="-122"/>
              </a:rPr>
              <a:t>Conclusion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928BF1-20D2-4532-A9C6-DEDE2C477CFE}"/>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974AA8B6-03A3-405C-AD1C-74FC84B4B0BA}"/>
              </a:ext>
            </a:extLst>
          </p:cNvPr>
          <p:cNvSpPr>
            <a:spLocks noGrp="1"/>
          </p:cNvSpPr>
          <p:nvPr>
            <p:ph type="dt" sz="half" idx="10"/>
          </p:nvPr>
        </p:nvSpPr>
        <p:spPr/>
        <p:txBody>
          <a:bodyPr/>
          <a:lstStyle/>
          <a:p>
            <a:fld id="{1F43648F-C10C-476D-BA4E-5D96890A4ABC}" type="datetime1">
              <a:rPr lang="en-US" smtClean="0"/>
              <a:t>16-Sep-2025</a:t>
            </a:fld>
            <a:endParaRPr lang="en-US"/>
          </a:p>
        </p:txBody>
      </p:sp>
      <p:pic>
        <p:nvPicPr>
          <p:cNvPr id="6" name="Content Placeholder 4">
            <a:extLst>
              <a:ext uri="{FF2B5EF4-FFF2-40B4-BE49-F238E27FC236}">
                <a16:creationId xmlns:a16="http://schemas.microsoft.com/office/drawing/2014/main" id="{E08E218D-EFB7-4B32-B09E-6098A940DC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219" y="685800"/>
            <a:ext cx="7871603" cy="5562600"/>
          </a:xfrm>
          <a:prstGeom prst="rect">
            <a:avLst/>
          </a:prstGeom>
        </p:spPr>
      </p:pic>
    </p:spTree>
    <p:extLst>
      <p:ext uri="{BB962C8B-B14F-4D97-AF65-F5344CB8AC3E}">
        <p14:creationId xmlns:p14="http://schemas.microsoft.com/office/powerpoint/2010/main" val="2721792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41a7a39-cefe-44f5-a3a8-0050e37c33e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EDDBCD85B0433498E6BCE505FFEC7DE" ma:contentTypeVersion="15" ma:contentTypeDescription="Create a new document." ma:contentTypeScope="" ma:versionID="528d693c7cc464012b779c9363db476b">
  <xsd:schema xmlns:xsd="http://www.w3.org/2001/XMLSchema" xmlns:xs="http://www.w3.org/2001/XMLSchema" xmlns:p="http://schemas.microsoft.com/office/2006/metadata/properties" xmlns:ns3="e41a7a39-cefe-44f5-a3a8-0050e37c33e9" targetNamespace="http://schemas.microsoft.com/office/2006/metadata/properties" ma:root="true" ma:fieldsID="1b749ea39c3268e2a9a91a038912fe54" ns3:_="">
    <xsd:import namespace="e41a7a39-cefe-44f5-a3a8-0050e37c33e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1a7a39-cefe-44f5-a3a8-0050e37c33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207D34-F50E-4D4D-9D47-2ECFF116F129}">
  <ds:schemaRefs>
    <ds:schemaRef ds:uri="http://schemas.microsoft.com/office/2006/documentManagement/types"/>
    <ds:schemaRef ds:uri="http://www.w3.org/XML/1998/namespace"/>
    <ds:schemaRef ds:uri="http://schemas.microsoft.com/office/infopath/2007/PartnerControls"/>
    <ds:schemaRef ds:uri="e41a7a39-cefe-44f5-a3a8-0050e37c33e9"/>
    <ds:schemaRef ds:uri="http://purl.org/dc/elements/1.1/"/>
    <ds:schemaRef ds:uri="http://schemas.openxmlformats.org/package/2006/metadata/core-properties"/>
    <ds:schemaRef ds:uri="http://purl.org/dc/term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DEE6FB4D-CE75-428E-8BA2-C8B22E71D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1a7a39-cefe-44f5-a3a8-0050e37c33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A849042-65C2-42FE-8C8E-7D0E8A4729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1470</TotalTime>
  <Words>4849</Words>
  <Application>Microsoft Office PowerPoint</Application>
  <PresentationFormat>On-screen Show (4:3)</PresentationFormat>
  <Paragraphs>1475</Paragraphs>
  <Slides>57</Slides>
  <Notes>40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57</vt:i4>
      </vt:variant>
    </vt:vector>
  </HeadingPairs>
  <TitlesOfParts>
    <vt:vector size="67" baseType="lpstr">
      <vt:lpstr>SimSun</vt:lpstr>
      <vt:lpstr>Arial</vt:lpstr>
      <vt:lpstr>Arial Narrow</vt:lpstr>
      <vt:lpstr>Calibri</vt:lpstr>
      <vt:lpstr>Monotype Sorts</vt:lpstr>
      <vt:lpstr>MoolBoran</vt:lpstr>
      <vt:lpstr>Symbol</vt:lpstr>
      <vt:lpstr>Times New Roman</vt:lpstr>
      <vt:lpstr>Office Theme</vt:lpstr>
      <vt:lpstr>Equation</vt:lpstr>
      <vt:lpstr>Data Structures &amp; Algorithms</vt:lpstr>
      <vt:lpstr>Week-12 Agenda </vt:lpstr>
      <vt:lpstr>Dynamic Programming</vt:lpstr>
      <vt:lpstr>Dynamic Programming</vt:lpstr>
      <vt:lpstr>Dynamic Programming</vt:lpstr>
      <vt:lpstr>Dynamic Programming</vt:lpstr>
      <vt:lpstr>Dynamic Programming</vt:lpstr>
      <vt:lpstr>Dynamic Programming</vt:lpstr>
      <vt:lpstr>Knapsack Problem</vt:lpstr>
      <vt:lpstr>Knapsack Problem</vt:lpstr>
      <vt:lpstr>Knapsack Problem</vt:lpstr>
      <vt:lpstr>Knapsack Problem</vt:lpstr>
      <vt:lpstr>Example</vt:lpstr>
      <vt:lpstr>Example</vt:lpstr>
      <vt:lpstr>Example</vt:lpstr>
      <vt:lpstr>PowerPoint Presentation</vt:lpstr>
      <vt:lpstr>Knapsack problem </vt:lpstr>
      <vt:lpstr>Knapsack problem</vt:lpstr>
      <vt:lpstr>0-1 Knapsack problem</vt:lpstr>
      <vt:lpstr>0-1 Knapsack problem</vt:lpstr>
      <vt:lpstr>0-1 Knapsack problem: brute-force approach</vt:lpstr>
      <vt:lpstr>0-1 Knapsack problem: dynamic programming approach</vt:lpstr>
      <vt:lpstr>Defining a Subproblem</vt:lpstr>
      <vt:lpstr>Defining a Subproblem</vt:lpstr>
      <vt:lpstr>Recursive Formula for subproblems</vt:lpstr>
      <vt:lpstr>Recursive Formula for subproblems (continued)</vt:lpstr>
      <vt:lpstr>0-1 Knapsack Algorithm</vt:lpstr>
      <vt:lpstr>Example</vt:lpstr>
      <vt:lpstr>Example (2)</vt:lpstr>
      <vt:lpstr>Example (3)</vt:lpstr>
      <vt:lpstr>Example (4)</vt:lpstr>
      <vt:lpstr>Example (5)</vt:lpstr>
      <vt:lpstr>Example (6)</vt:lpstr>
      <vt:lpstr>Example (7)</vt:lpstr>
      <vt:lpstr>Example (8)</vt:lpstr>
      <vt:lpstr>Example (9)</vt:lpstr>
      <vt:lpstr>Example (10)</vt:lpstr>
      <vt:lpstr>Example (11)</vt:lpstr>
      <vt:lpstr>Example (12)</vt:lpstr>
      <vt:lpstr>Example (13)</vt:lpstr>
      <vt:lpstr>Example (14)</vt:lpstr>
      <vt:lpstr>Example (15)</vt:lpstr>
      <vt:lpstr>Example (16)</vt:lpstr>
      <vt:lpstr>Example (17)</vt:lpstr>
      <vt:lpstr>Example (18)</vt:lpstr>
      <vt:lpstr>How to find actual Knapsack Items</vt:lpstr>
      <vt:lpstr>Finding the Items</vt:lpstr>
      <vt:lpstr>Finding the Items (2)</vt:lpstr>
      <vt:lpstr>Finding the Items (3)</vt:lpstr>
      <vt:lpstr>Finding the Items (4)</vt:lpstr>
      <vt:lpstr>Finding the Items (5)</vt:lpstr>
      <vt:lpstr>Finding the Items (6)</vt:lpstr>
      <vt:lpstr>Finding the Items (7)</vt:lpstr>
      <vt:lpstr>Memorization (Memory Function Method)</vt:lpstr>
      <vt:lpstr>0-1 Knapsack Memory Function Algorithm</vt:lpstr>
      <vt:lpstr>Conclusion</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Majid Kaleem</dc:creator>
  <cp:lastModifiedBy>majid kaleem</cp:lastModifiedBy>
  <cp:revision>447</cp:revision>
  <dcterms:created xsi:type="dcterms:W3CDTF">2016-10-27T12:58:45Z</dcterms:created>
  <dcterms:modified xsi:type="dcterms:W3CDTF">2025-09-17T06:12:55Z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0x0101004EDDBCD85B0433498E6BCE505FFEC7DE</vt:lpwstr>
  </property>
</Properties>
</file>