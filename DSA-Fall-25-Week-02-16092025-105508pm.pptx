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74" r:id="rId7"/>
    <p:sldId id="275" r:id="rId8"/>
    <p:sldId id="971" r:id="rId9"/>
    <p:sldId id="982" r:id="rId10"/>
    <p:sldId id="977" r:id="rId11"/>
    <p:sldId id="978" r:id="rId12"/>
    <p:sldId id="972" r:id="rId13"/>
    <p:sldId id="973" r:id="rId14"/>
    <p:sldId id="974" r:id="rId15"/>
    <p:sldId id="975" r:id="rId16"/>
    <p:sldId id="996" r:id="rId17"/>
    <p:sldId id="981" r:id="rId18"/>
    <p:sldId id="1000" r:id="rId19"/>
    <p:sldId id="983" r:id="rId20"/>
    <p:sldId id="987" r:id="rId21"/>
    <p:sldId id="992" r:id="rId22"/>
    <p:sldId id="991" r:id="rId23"/>
    <p:sldId id="995" r:id="rId24"/>
    <p:sldId id="985" r:id="rId25"/>
    <p:sldId id="708" r:id="rId26"/>
    <p:sldId id="1002" r:id="rId27"/>
    <p:sldId id="1001" r:id="rId28"/>
    <p:sldId id="1006" r:id="rId29"/>
    <p:sldId id="1005" r:id="rId30"/>
    <p:sldId id="1003" r:id="rId31"/>
    <p:sldId id="65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jid kaleem BUKC" userId="239ce719-e4df-4b60-a2f8-7908f29db894" providerId="ADAL" clId="{F8F7E42A-A702-4E05-9DCD-98222DC12605}"/>
    <pc:docChg chg="undo custSel addSld delSld modSld sldOrd modMainMaster">
      <pc:chgData name="majid kaleem BUKC" userId="239ce719-e4df-4b60-a2f8-7908f29db894" providerId="ADAL" clId="{F8F7E42A-A702-4E05-9DCD-98222DC12605}" dt="2024-09-11T14:28:01.085" v="248" actId="1036"/>
      <pc:docMkLst>
        <pc:docMk/>
      </pc:docMkLst>
      <pc:sldChg chg="del">
        <pc:chgData name="majid kaleem BUKC" userId="239ce719-e4df-4b60-a2f8-7908f29db894" providerId="ADAL" clId="{F8F7E42A-A702-4E05-9DCD-98222DC12605}" dt="2024-09-11T13:31:35.281" v="101" actId="2696"/>
        <pc:sldMkLst>
          <pc:docMk/>
          <pc:sldMk cId="2721792527" sldId="273"/>
        </pc:sldMkLst>
      </pc:sldChg>
      <pc:sldChg chg="modSp del">
        <pc:chgData name="majid kaleem BUKC" userId="239ce719-e4df-4b60-a2f8-7908f29db894" providerId="ADAL" clId="{F8F7E42A-A702-4E05-9DCD-98222DC12605}" dt="2024-09-11T13:31:33.180" v="100" actId="2696"/>
        <pc:sldMkLst>
          <pc:docMk/>
          <pc:sldMk cId="3228357098" sldId="276"/>
        </pc:sldMkLst>
        <pc:spChg chg="mod">
          <ac:chgData name="majid kaleem BUKC" userId="239ce719-e4df-4b60-a2f8-7908f29db894" providerId="ADAL" clId="{F8F7E42A-A702-4E05-9DCD-98222DC12605}" dt="2024-09-11T13:25:28.423" v="34" actId="27636"/>
          <ac:spMkLst>
            <pc:docMk/>
            <pc:sldMk cId="3228357098" sldId="276"/>
            <ac:spMk id="2" creationId="{E1F395A5-E24B-408B-8C5B-ECBA6E658F5C}"/>
          </ac:spMkLst>
        </pc:spChg>
      </pc:sldChg>
      <pc:sldChg chg="del">
        <pc:chgData name="majid kaleem BUKC" userId="239ce719-e4df-4b60-a2f8-7908f29db894" providerId="ADAL" clId="{F8F7E42A-A702-4E05-9DCD-98222DC12605}" dt="2024-09-11T13:25:35.664" v="35" actId="2696"/>
        <pc:sldMkLst>
          <pc:docMk/>
          <pc:sldMk cId="0" sldId="436"/>
        </pc:sldMkLst>
      </pc:sldChg>
      <pc:sldChg chg="delSp">
        <pc:chgData name="majid kaleem BUKC" userId="239ce719-e4df-4b60-a2f8-7908f29db894" providerId="ADAL" clId="{F8F7E42A-A702-4E05-9DCD-98222DC12605}" dt="2024-09-11T14:11:30.792" v="179" actId="478"/>
        <pc:sldMkLst>
          <pc:docMk/>
          <pc:sldMk cId="713647778" sldId="650"/>
        </pc:sldMkLst>
        <pc:spChg chg="del">
          <ac:chgData name="majid kaleem BUKC" userId="239ce719-e4df-4b60-a2f8-7908f29db894" providerId="ADAL" clId="{F8F7E42A-A702-4E05-9DCD-98222DC12605}" dt="2024-09-11T14:11:30.792" v="179" actId="478"/>
          <ac:spMkLst>
            <pc:docMk/>
            <pc:sldMk cId="713647778" sldId="650"/>
            <ac:spMk id="5" creationId="{00000000-0000-0000-0000-000000000000}"/>
          </ac:spMkLst>
        </pc:spChg>
      </pc:sldChg>
      <pc:sldChg chg="addSp delSp modSp">
        <pc:chgData name="majid kaleem BUKC" userId="239ce719-e4df-4b60-a2f8-7908f29db894" providerId="ADAL" clId="{F8F7E42A-A702-4E05-9DCD-98222DC12605}" dt="2024-09-11T14:28:01.085" v="248" actId="1036"/>
        <pc:sldMkLst>
          <pc:docMk/>
          <pc:sldMk cId="341155776" sldId="708"/>
        </pc:sldMkLst>
        <pc:spChg chg="mod">
          <ac:chgData name="majid kaleem BUKC" userId="239ce719-e4df-4b60-a2f8-7908f29db894" providerId="ADAL" clId="{F8F7E42A-A702-4E05-9DCD-98222DC12605}" dt="2024-09-11T13:42:33.594" v="128"/>
          <ac:spMkLst>
            <pc:docMk/>
            <pc:sldMk cId="341155776" sldId="708"/>
            <ac:spMk id="2" creationId="{89595700-FA5B-4631-BBC2-D18FD5FE6462}"/>
          </ac:spMkLst>
        </pc:spChg>
        <pc:spChg chg="mod">
          <ac:chgData name="majid kaleem BUKC" userId="239ce719-e4df-4b60-a2f8-7908f29db894" providerId="ADAL" clId="{F8F7E42A-A702-4E05-9DCD-98222DC12605}" dt="2024-09-11T14:09:37.338" v="137" actId="21"/>
          <ac:spMkLst>
            <pc:docMk/>
            <pc:sldMk cId="341155776" sldId="708"/>
            <ac:spMk id="3" creationId="{64C01A0A-B707-4B7B-A695-42D1FA0A4E25}"/>
          </ac:spMkLst>
        </pc:spChg>
        <pc:spChg chg="del mod">
          <ac:chgData name="majid kaleem BUKC" userId="239ce719-e4df-4b60-a2f8-7908f29db894" providerId="ADAL" clId="{F8F7E42A-A702-4E05-9DCD-98222DC12605}" dt="2024-09-11T14:11:38.515" v="180" actId="478"/>
          <ac:spMkLst>
            <pc:docMk/>
            <pc:sldMk cId="341155776" sldId="708"/>
            <ac:spMk id="5" creationId="{35F24921-2F31-4C5B-9C39-C22E12506B59}"/>
          </ac:spMkLst>
        </pc:spChg>
        <pc:picChg chg="del">
          <ac:chgData name="majid kaleem BUKC" userId="239ce719-e4df-4b60-a2f8-7908f29db894" providerId="ADAL" clId="{F8F7E42A-A702-4E05-9DCD-98222DC12605}" dt="2024-09-11T14:27:34.700" v="214" actId="478"/>
          <ac:picMkLst>
            <pc:docMk/>
            <pc:sldMk cId="341155776" sldId="708"/>
            <ac:picMk id="1026" creationId="{43E1BBF2-D2E6-48DB-B4BB-A192C6B76353}"/>
          </ac:picMkLst>
        </pc:picChg>
        <pc:picChg chg="add mod">
          <ac:chgData name="majid kaleem BUKC" userId="239ce719-e4df-4b60-a2f8-7908f29db894" providerId="ADAL" clId="{F8F7E42A-A702-4E05-9DCD-98222DC12605}" dt="2024-09-11T14:27:40.670" v="231" actId="1036"/>
          <ac:picMkLst>
            <pc:docMk/>
            <pc:sldMk cId="341155776" sldId="708"/>
            <ac:picMk id="4098" creationId="{417BFE0A-62D3-4901-A633-9F7A608B64FB}"/>
          </ac:picMkLst>
        </pc:picChg>
        <pc:picChg chg="add mod">
          <ac:chgData name="majid kaleem BUKC" userId="239ce719-e4df-4b60-a2f8-7908f29db894" providerId="ADAL" clId="{F8F7E42A-A702-4E05-9DCD-98222DC12605}" dt="2024-09-11T14:28:01.085" v="248" actId="1036"/>
          <ac:picMkLst>
            <pc:docMk/>
            <pc:sldMk cId="341155776" sldId="708"/>
            <ac:picMk id="4100" creationId="{736DD566-9A7A-4C97-B553-D3B747CCF49F}"/>
          </ac:picMkLst>
        </pc:picChg>
      </pc:sldChg>
      <pc:sldChg chg="delSp modSp del">
        <pc:chgData name="majid kaleem BUKC" userId="239ce719-e4df-4b60-a2f8-7908f29db894" providerId="ADAL" clId="{F8F7E42A-A702-4E05-9DCD-98222DC12605}" dt="2024-09-11T14:10:35.589" v="175" actId="2696"/>
        <pc:sldMkLst>
          <pc:docMk/>
          <pc:sldMk cId="1734521302" sldId="711"/>
        </pc:sldMkLst>
        <pc:spChg chg="mod">
          <ac:chgData name="majid kaleem BUKC" userId="239ce719-e4df-4b60-a2f8-7908f29db894" providerId="ADAL" clId="{F8F7E42A-A702-4E05-9DCD-98222DC12605}" dt="2024-09-11T13:41:49.199" v="126" actId="108"/>
          <ac:spMkLst>
            <pc:docMk/>
            <pc:sldMk cId="1734521302" sldId="711"/>
            <ac:spMk id="2" creationId="{89595700-FA5B-4631-BBC2-D18FD5FE6462}"/>
          </ac:spMkLst>
        </pc:spChg>
        <pc:picChg chg="del">
          <ac:chgData name="majid kaleem BUKC" userId="239ce719-e4df-4b60-a2f8-7908f29db894" providerId="ADAL" clId="{F8F7E42A-A702-4E05-9DCD-98222DC12605}" dt="2024-09-11T14:10:27.586" v="173" actId="21"/>
          <ac:picMkLst>
            <pc:docMk/>
            <pc:sldMk cId="1734521302" sldId="711"/>
            <ac:picMk id="2050" creationId="{711D1085-C847-4557-A233-D3C9CD4D0A44}"/>
          </ac:picMkLst>
        </pc:picChg>
      </pc:sldChg>
      <pc:sldChg chg="modSp del">
        <pc:chgData name="majid kaleem BUKC" userId="239ce719-e4df-4b60-a2f8-7908f29db894" providerId="ADAL" clId="{F8F7E42A-A702-4E05-9DCD-98222DC12605}" dt="2024-09-11T13:25:36.848" v="36" actId="2696"/>
        <pc:sldMkLst>
          <pc:docMk/>
          <pc:sldMk cId="4265057086" sldId="921"/>
        </pc:sldMkLst>
        <pc:spChg chg="mod">
          <ac:chgData name="majid kaleem BUKC" userId="239ce719-e4df-4b60-a2f8-7908f29db894" providerId="ADAL" clId="{F8F7E42A-A702-4E05-9DCD-98222DC12605}" dt="2024-09-11T13:25:27.831" v="0" actId="27636"/>
          <ac:spMkLst>
            <pc:docMk/>
            <pc:sldMk cId="4265057086" sldId="921"/>
            <ac:spMk id="2" creationId="{0A8C8E05-550C-4B51-88A6-D44AB3C755BC}"/>
          </ac:spMkLst>
        </pc:spChg>
      </pc:sldChg>
      <pc:sldChg chg="delSp modSp">
        <pc:chgData name="majid kaleem BUKC" userId="239ce719-e4df-4b60-a2f8-7908f29db894" providerId="ADAL" clId="{F8F7E42A-A702-4E05-9DCD-98222DC12605}" dt="2024-09-11T14:12:47.393" v="190" actId="478"/>
        <pc:sldMkLst>
          <pc:docMk/>
          <pc:sldMk cId="1325071255" sldId="971"/>
        </pc:sldMkLst>
        <pc:spChg chg="mod">
          <ac:chgData name="majid kaleem BUKC" userId="239ce719-e4df-4b60-a2f8-7908f29db894" providerId="ADAL" clId="{F8F7E42A-A702-4E05-9DCD-98222DC12605}" dt="2024-09-11T13:25:27.849" v="1" actId="27636"/>
          <ac:spMkLst>
            <pc:docMk/>
            <pc:sldMk cId="1325071255" sldId="971"/>
            <ac:spMk id="2" creationId="{BBAE437B-F185-41E0-B68D-5FDFE7CAF7E0}"/>
          </ac:spMkLst>
        </pc:spChg>
        <pc:spChg chg="del">
          <ac:chgData name="majid kaleem BUKC" userId="239ce719-e4df-4b60-a2f8-7908f29db894" providerId="ADAL" clId="{F8F7E42A-A702-4E05-9DCD-98222DC12605}" dt="2024-09-11T14:12:47.393" v="190" actId="478"/>
          <ac:spMkLst>
            <pc:docMk/>
            <pc:sldMk cId="1325071255" sldId="971"/>
            <ac:spMk id="5" creationId="{FEE943AD-6665-40CF-A4AC-7DA2E5B6869E}"/>
          </ac:spMkLst>
        </pc:spChg>
      </pc:sldChg>
      <pc:sldChg chg="delSp modSp">
        <pc:chgData name="majid kaleem BUKC" userId="239ce719-e4df-4b60-a2f8-7908f29db894" providerId="ADAL" clId="{F8F7E42A-A702-4E05-9DCD-98222DC12605}" dt="2024-09-11T14:13:01.066" v="193" actId="478"/>
        <pc:sldMkLst>
          <pc:docMk/>
          <pc:sldMk cId="4011330978" sldId="972"/>
        </pc:sldMkLst>
        <pc:spChg chg="mod">
          <ac:chgData name="majid kaleem BUKC" userId="239ce719-e4df-4b60-a2f8-7908f29db894" providerId="ADAL" clId="{F8F7E42A-A702-4E05-9DCD-98222DC12605}" dt="2024-09-11T13:25:28.061" v="5" actId="27636"/>
          <ac:spMkLst>
            <pc:docMk/>
            <pc:sldMk cId="4011330978" sldId="972"/>
            <ac:spMk id="2" creationId="{BBAE437B-F185-41E0-B68D-5FDFE7CAF7E0}"/>
          </ac:spMkLst>
        </pc:spChg>
        <pc:spChg chg="del">
          <ac:chgData name="majid kaleem BUKC" userId="239ce719-e4df-4b60-a2f8-7908f29db894" providerId="ADAL" clId="{F8F7E42A-A702-4E05-9DCD-98222DC12605}" dt="2024-09-11T14:13:01.066" v="193" actId="478"/>
          <ac:spMkLst>
            <pc:docMk/>
            <pc:sldMk cId="4011330978" sldId="972"/>
            <ac:spMk id="5" creationId="{FEE943AD-6665-40CF-A4AC-7DA2E5B6869E}"/>
          </ac:spMkLst>
        </pc:spChg>
      </pc:sldChg>
      <pc:sldChg chg="delSp modSp">
        <pc:chgData name="majid kaleem BUKC" userId="239ce719-e4df-4b60-a2f8-7908f29db894" providerId="ADAL" clId="{F8F7E42A-A702-4E05-9DCD-98222DC12605}" dt="2024-09-11T14:13:05.584" v="194" actId="478"/>
        <pc:sldMkLst>
          <pc:docMk/>
          <pc:sldMk cId="1299437329" sldId="973"/>
        </pc:sldMkLst>
        <pc:spChg chg="mod">
          <ac:chgData name="majid kaleem BUKC" userId="239ce719-e4df-4b60-a2f8-7908f29db894" providerId="ADAL" clId="{F8F7E42A-A702-4E05-9DCD-98222DC12605}" dt="2024-09-11T13:25:28.090" v="7" actId="27636"/>
          <ac:spMkLst>
            <pc:docMk/>
            <pc:sldMk cId="1299437329" sldId="973"/>
            <ac:spMk id="2" creationId="{BBAE437B-F185-41E0-B68D-5FDFE7CAF7E0}"/>
          </ac:spMkLst>
        </pc:spChg>
        <pc:spChg chg="mod">
          <ac:chgData name="majid kaleem BUKC" userId="239ce719-e4df-4b60-a2f8-7908f29db894" providerId="ADAL" clId="{F8F7E42A-A702-4E05-9DCD-98222DC12605}" dt="2024-09-11T13:25:28.089" v="6" actId="27636"/>
          <ac:spMkLst>
            <pc:docMk/>
            <pc:sldMk cId="1299437329" sldId="973"/>
            <ac:spMk id="3" creationId="{185AC1F5-32E0-4679-B57F-29C632F9A39D}"/>
          </ac:spMkLst>
        </pc:spChg>
        <pc:spChg chg="del">
          <ac:chgData name="majid kaleem BUKC" userId="239ce719-e4df-4b60-a2f8-7908f29db894" providerId="ADAL" clId="{F8F7E42A-A702-4E05-9DCD-98222DC12605}" dt="2024-09-11T14:13:05.584" v="194" actId="478"/>
          <ac:spMkLst>
            <pc:docMk/>
            <pc:sldMk cId="1299437329" sldId="973"/>
            <ac:spMk id="5" creationId="{FEE943AD-6665-40CF-A4AC-7DA2E5B6869E}"/>
          </ac:spMkLst>
        </pc:spChg>
      </pc:sldChg>
      <pc:sldChg chg="delSp modSp">
        <pc:chgData name="majid kaleem BUKC" userId="239ce719-e4df-4b60-a2f8-7908f29db894" providerId="ADAL" clId="{F8F7E42A-A702-4E05-9DCD-98222DC12605}" dt="2024-09-11T14:13:09.159" v="195" actId="478"/>
        <pc:sldMkLst>
          <pc:docMk/>
          <pc:sldMk cId="1692835939" sldId="974"/>
        </pc:sldMkLst>
        <pc:spChg chg="mod">
          <ac:chgData name="majid kaleem BUKC" userId="239ce719-e4df-4b60-a2f8-7908f29db894" providerId="ADAL" clId="{F8F7E42A-A702-4E05-9DCD-98222DC12605}" dt="2024-09-11T13:25:28.114" v="9" actId="27636"/>
          <ac:spMkLst>
            <pc:docMk/>
            <pc:sldMk cId="1692835939" sldId="974"/>
            <ac:spMk id="2" creationId="{BBAE437B-F185-41E0-B68D-5FDFE7CAF7E0}"/>
          </ac:spMkLst>
        </pc:spChg>
        <pc:spChg chg="mod">
          <ac:chgData name="majid kaleem BUKC" userId="239ce719-e4df-4b60-a2f8-7908f29db894" providerId="ADAL" clId="{F8F7E42A-A702-4E05-9DCD-98222DC12605}" dt="2024-09-11T13:25:28.112" v="8" actId="27636"/>
          <ac:spMkLst>
            <pc:docMk/>
            <pc:sldMk cId="1692835939" sldId="974"/>
            <ac:spMk id="3" creationId="{185AC1F5-32E0-4679-B57F-29C632F9A39D}"/>
          </ac:spMkLst>
        </pc:spChg>
        <pc:spChg chg="del">
          <ac:chgData name="majid kaleem BUKC" userId="239ce719-e4df-4b60-a2f8-7908f29db894" providerId="ADAL" clId="{F8F7E42A-A702-4E05-9DCD-98222DC12605}" dt="2024-09-11T14:13:09.159" v="195" actId="478"/>
          <ac:spMkLst>
            <pc:docMk/>
            <pc:sldMk cId="1692835939" sldId="974"/>
            <ac:spMk id="5" creationId="{FEE943AD-6665-40CF-A4AC-7DA2E5B6869E}"/>
          </ac:spMkLst>
        </pc:spChg>
      </pc:sldChg>
      <pc:sldChg chg="delSp modSp">
        <pc:chgData name="majid kaleem BUKC" userId="239ce719-e4df-4b60-a2f8-7908f29db894" providerId="ADAL" clId="{F8F7E42A-A702-4E05-9DCD-98222DC12605}" dt="2024-09-11T14:13:16.322" v="196" actId="478"/>
        <pc:sldMkLst>
          <pc:docMk/>
          <pc:sldMk cId="1351024144" sldId="975"/>
        </pc:sldMkLst>
        <pc:spChg chg="mod">
          <ac:chgData name="majid kaleem BUKC" userId="239ce719-e4df-4b60-a2f8-7908f29db894" providerId="ADAL" clId="{F8F7E42A-A702-4E05-9DCD-98222DC12605}" dt="2024-09-11T13:25:28.138" v="11" actId="27636"/>
          <ac:spMkLst>
            <pc:docMk/>
            <pc:sldMk cId="1351024144" sldId="975"/>
            <ac:spMk id="2" creationId="{BBAE437B-F185-41E0-B68D-5FDFE7CAF7E0}"/>
          </ac:spMkLst>
        </pc:spChg>
        <pc:spChg chg="mod">
          <ac:chgData name="majid kaleem BUKC" userId="239ce719-e4df-4b60-a2f8-7908f29db894" providerId="ADAL" clId="{F8F7E42A-A702-4E05-9DCD-98222DC12605}" dt="2024-09-11T13:25:28.137" v="10" actId="27636"/>
          <ac:spMkLst>
            <pc:docMk/>
            <pc:sldMk cId="1351024144" sldId="975"/>
            <ac:spMk id="3" creationId="{185AC1F5-32E0-4679-B57F-29C632F9A39D}"/>
          </ac:spMkLst>
        </pc:spChg>
        <pc:spChg chg="del">
          <ac:chgData name="majid kaleem BUKC" userId="239ce719-e4df-4b60-a2f8-7908f29db894" providerId="ADAL" clId="{F8F7E42A-A702-4E05-9DCD-98222DC12605}" dt="2024-09-11T14:13:16.322" v="196" actId="478"/>
          <ac:spMkLst>
            <pc:docMk/>
            <pc:sldMk cId="1351024144" sldId="975"/>
            <ac:spMk id="5" creationId="{FEE943AD-6665-40CF-A4AC-7DA2E5B6869E}"/>
          </ac:spMkLst>
        </pc:spChg>
      </pc:sldChg>
      <pc:sldChg chg="delSp modSp">
        <pc:chgData name="majid kaleem BUKC" userId="239ce719-e4df-4b60-a2f8-7908f29db894" providerId="ADAL" clId="{F8F7E42A-A702-4E05-9DCD-98222DC12605}" dt="2024-09-11T14:12:56.028" v="192" actId="478"/>
        <pc:sldMkLst>
          <pc:docMk/>
          <pc:sldMk cId="1204369325" sldId="977"/>
        </pc:sldMkLst>
        <pc:spChg chg="mod">
          <ac:chgData name="majid kaleem BUKC" userId="239ce719-e4df-4b60-a2f8-7908f29db894" providerId="ADAL" clId="{F8F7E42A-A702-4E05-9DCD-98222DC12605}" dt="2024-09-11T13:25:28.009" v="3" actId="27636"/>
          <ac:spMkLst>
            <pc:docMk/>
            <pc:sldMk cId="1204369325" sldId="977"/>
            <ac:spMk id="2" creationId="{F01E2E4C-9552-4EA5-B266-6F66321AC5D4}"/>
          </ac:spMkLst>
        </pc:spChg>
        <pc:spChg chg="del">
          <ac:chgData name="majid kaleem BUKC" userId="239ce719-e4df-4b60-a2f8-7908f29db894" providerId="ADAL" clId="{F8F7E42A-A702-4E05-9DCD-98222DC12605}" dt="2024-09-11T14:12:56.028" v="192" actId="478"/>
          <ac:spMkLst>
            <pc:docMk/>
            <pc:sldMk cId="1204369325" sldId="977"/>
            <ac:spMk id="5" creationId="{3B49EB6A-12F9-42FB-8F7A-2CE0447D6D0B}"/>
          </ac:spMkLst>
        </pc:spChg>
      </pc:sldChg>
      <pc:sldChg chg="delSp modSp">
        <pc:chgData name="majid kaleem BUKC" userId="239ce719-e4df-4b60-a2f8-7908f29db894" providerId="ADAL" clId="{F8F7E42A-A702-4E05-9DCD-98222DC12605}" dt="2024-09-11T14:11:18.912" v="178" actId="478"/>
        <pc:sldMkLst>
          <pc:docMk/>
          <pc:sldMk cId="2460697467" sldId="978"/>
        </pc:sldMkLst>
        <pc:spChg chg="mod">
          <ac:chgData name="majid kaleem BUKC" userId="239ce719-e4df-4b60-a2f8-7908f29db894" providerId="ADAL" clId="{F8F7E42A-A702-4E05-9DCD-98222DC12605}" dt="2024-09-11T13:25:28.054" v="4" actId="27636"/>
          <ac:spMkLst>
            <pc:docMk/>
            <pc:sldMk cId="2460697467" sldId="978"/>
            <ac:spMk id="2" creationId="{89D044C1-046B-4563-ABB7-C774EED1C501}"/>
          </ac:spMkLst>
        </pc:spChg>
        <pc:spChg chg="del">
          <ac:chgData name="majid kaleem BUKC" userId="239ce719-e4df-4b60-a2f8-7908f29db894" providerId="ADAL" clId="{F8F7E42A-A702-4E05-9DCD-98222DC12605}" dt="2024-09-11T14:11:18.912" v="178" actId="478"/>
          <ac:spMkLst>
            <pc:docMk/>
            <pc:sldMk cId="2460697467" sldId="978"/>
            <ac:spMk id="5" creationId="{8EFB36C2-56CD-4C5D-8193-197FC4030E4F}"/>
          </ac:spMkLst>
        </pc:spChg>
      </pc:sldChg>
      <pc:sldChg chg="delSp modSp">
        <pc:chgData name="majid kaleem BUKC" userId="239ce719-e4df-4b60-a2f8-7908f29db894" providerId="ADAL" clId="{F8F7E42A-A702-4E05-9DCD-98222DC12605}" dt="2024-09-11T14:12:23.412" v="188" actId="478"/>
        <pc:sldMkLst>
          <pc:docMk/>
          <pc:sldMk cId="983554516" sldId="981"/>
        </pc:sldMkLst>
        <pc:spChg chg="mod">
          <ac:chgData name="majid kaleem BUKC" userId="239ce719-e4df-4b60-a2f8-7908f29db894" providerId="ADAL" clId="{F8F7E42A-A702-4E05-9DCD-98222DC12605}" dt="2024-09-11T13:25:28.226" v="19" actId="27636"/>
          <ac:spMkLst>
            <pc:docMk/>
            <pc:sldMk cId="983554516" sldId="981"/>
            <ac:spMk id="2" creationId="{622C6A85-C358-419A-BC88-78DA83E63EE4}"/>
          </ac:spMkLst>
        </pc:spChg>
        <pc:spChg chg="del">
          <ac:chgData name="majid kaleem BUKC" userId="239ce719-e4df-4b60-a2f8-7908f29db894" providerId="ADAL" clId="{F8F7E42A-A702-4E05-9DCD-98222DC12605}" dt="2024-09-11T14:12:23.412" v="188" actId="478"/>
          <ac:spMkLst>
            <pc:docMk/>
            <pc:sldMk cId="983554516" sldId="981"/>
            <ac:spMk id="5" creationId="{AA472E1C-CA0F-4749-920C-269968BD292F}"/>
          </ac:spMkLst>
        </pc:spChg>
      </pc:sldChg>
      <pc:sldChg chg="delSp modSp">
        <pc:chgData name="majid kaleem BUKC" userId="239ce719-e4df-4b60-a2f8-7908f29db894" providerId="ADAL" clId="{F8F7E42A-A702-4E05-9DCD-98222DC12605}" dt="2024-09-11T14:12:51.850" v="191" actId="478"/>
        <pc:sldMkLst>
          <pc:docMk/>
          <pc:sldMk cId="3480289857" sldId="982"/>
        </pc:sldMkLst>
        <pc:spChg chg="mod">
          <ac:chgData name="majid kaleem BUKC" userId="239ce719-e4df-4b60-a2f8-7908f29db894" providerId="ADAL" clId="{F8F7E42A-A702-4E05-9DCD-98222DC12605}" dt="2024-09-11T13:25:28.004" v="2" actId="27636"/>
          <ac:spMkLst>
            <pc:docMk/>
            <pc:sldMk cId="3480289857" sldId="982"/>
            <ac:spMk id="2" creationId="{98EE3A78-17E5-4CCE-8FCA-FD3CF5F7F757}"/>
          </ac:spMkLst>
        </pc:spChg>
        <pc:spChg chg="del">
          <ac:chgData name="majid kaleem BUKC" userId="239ce719-e4df-4b60-a2f8-7908f29db894" providerId="ADAL" clId="{F8F7E42A-A702-4E05-9DCD-98222DC12605}" dt="2024-09-11T14:12:51.850" v="191" actId="478"/>
          <ac:spMkLst>
            <pc:docMk/>
            <pc:sldMk cId="3480289857" sldId="982"/>
            <ac:spMk id="5" creationId="{F0B48FEE-BAD8-46EC-8D92-F0F42F7B892B}"/>
          </ac:spMkLst>
        </pc:spChg>
      </pc:sldChg>
      <pc:sldChg chg="delSp modSp">
        <pc:chgData name="majid kaleem BUKC" userId="239ce719-e4df-4b60-a2f8-7908f29db894" providerId="ADAL" clId="{F8F7E42A-A702-4E05-9DCD-98222DC12605}" dt="2024-09-11T14:12:11.701" v="186" actId="478"/>
        <pc:sldMkLst>
          <pc:docMk/>
          <pc:sldMk cId="1389120695" sldId="983"/>
        </pc:sldMkLst>
        <pc:spChg chg="mod">
          <ac:chgData name="majid kaleem BUKC" userId="239ce719-e4df-4b60-a2f8-7908f29db894" providerId="ADAL" clId="{F8F7E42A-A702-4E05-9DCD-98222DC12605}" dt="2024-09-11T13:25:28.243" v="21" actId="27636"/>
          <ac:spMkLst>
            <pc:docMk/>
            <pc:sldMk cId="1389120695" sldId="983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31:16.904" v="98" actId="6549"/>
          <ac:spMkLst>
            <pc:docMk/>
            <pc:sldMk cId="1389120695" sldId="983"/>
            <ac:spMk id="3" creationId="{17D948A6-0225-48D9-A28B-9B3E9CEB7FCA}"/>
          </ac:spMkLst>
        </pc:spChg>
        <pc:spChg chg="del">
          <ac:chgData name="majid kaleem BUKC" userId="239ce719-e4df-4b60-a2f8-7908f29db894" providerId="ADAL" clId="{F8F7E42A-A702-4E05-9DCD-98222DC12605}" dt="2024-09-11T14:12:11.701" v="186" actId="478"/>
          <ac:spMkLst>
            <pc:docMk/>
            <pc:sldMk cId="1389120695" sldId="983"/>
            <ac:spMk id="5" creationId="{AA472E1C-CA0F-4749-920C-269968BD292F}"/>
          </ac:spMkLst>
        </pc:spChg>
      </pc:sldChg>
      <pc:sldChg chg="modSp del">
        <pc:chgData name="majid kaleem BUKC" userId="239ce719-e4df-4b60-a2f8-7908f29db894" providerId="ADAL" clId="{F8F7E42A-A702-4E05-9DCD-98222DC12605}" dt="2024-09-11T13:26:47.403" v="45" actId="2696"/>
        <pc:sldMkLst>
          <pc:docMk/>
          <pc:sldMk cId="1301501451" sldId="984"/>
        </pc:sldMkLst>
        <pc:spChg chg="mod">
          <ac:chgData name="majid kaleem BUKC" userId="239ce719-e4df-4b60-a2f8-7908f29db894" providerId="ADAL" clId="{F8F7E42A-A702-4E05-9DCD-98222DC12605}" dt="2024-09-11T13:25:28.256" v="22" actId="27636"/>
          <ac:spMkLst>
            <pc:docMk/>
            <pc:sldMk cId="1301501451" sldId="984"/>
            <ac:spMk id="2" creationId="{622C6A85-C358-419A-BC88-78DA83E63EE4}"/>
          </ac:spMkLst>
        </pc:spChg>
      </pc:sldChg>
      <pc:sldChg chg="delSp modSp">
        <pc:chgData name="majid kaleem BUKC" userId="239ce719-e4df-4b60-a2f8-7908f29db894" providerId="ADAL" clId="{F8F7E42A-A702-4E05-9DCD-98222DC12605}" dt="2024-09-11T14:11:45.708" v="181" actId="478"/>
        <pc:sldMkLst>
          <pc:docMk/>
          <pc:sldMk cId="3443133349" sldId="985"/>
        </pc:sldMkLst>
        <pc:spChg chg="mod">
          <ac:chgData name="majid kaleem BUKC" userId="239ce719-e4df-4b60-a2f8-7908f29db894" providerId="ADAL" clId="{F8F7E42A-A702-4E05-9DCD-98222DC12605}" dt="2024-09-11T13:25:28.400" v="32" actId="27636"/>
          <ac:spMkLst>
            <pc:docMk/>
            <pc:sldMk cId="3443133349" sldId="985"/>
            <ac:spMk id="2" creationId="{622C6A85-C358-419A-BC88-78DA83E63EE4}"/>
          </ac:spMkLst>
        </pc:spChg>
        <pc:spChg chg="del">
          <ac:chgData name="majid kaleem BUKC" userId="239ce719-e4df-4b60-a2f8-7908f29db894" providerId="ADAL" clId="{F8F7E42A-A702-4E05-9DCD-98222DC12605}" dt="2024-09-11T14:11:45.708" v="181" actId="478"/>
          <ac:spMkLst>
            <pc:docMk/>
            <pc:sldMk cId="3443133349" sldId="985"/>
            <ac:spMk id="5" creationId="{AA472E1C-CA0F-4749-920C-269968BD292F}"/>
          </ac:spMkLst>
        </pc:spChg>
      </pc:sldChg>
      <pc:sldChg chg="delSp modSp del">
        <pc:chgData name="majid kaleem BUKC" userId="239ce719-e4df-4b60-a2f8-7908f29db894" providerId="ADAL" clId="{F8F7E42A-A702-4E05-9DCD-98222DC12605}" dt="2024-09-11T13:31:29.797" v="99" actId="2696"/>
        <pc:sldMkLst>
          <pc:docMk/>
          <pc:sldMk cId="187826647" sldId="986"/>
        </pc:sldMkLst>
        <pc:spChg chg="mod">
          <ac:chgData name="majid kaleem BUKC" userId="239ce719-e4df-4b60-a2f8-7908f29db894" providerId="ADAL" clId="{F8F7E42A-A702-4E05-9DCD-98222DC12605}" dt="2024-09-11T13:25:28.413" v="33" actId="27636"/>
          <ac:spMkLst>
            <pc:docMk/>
            <pc:sldMk cId="187826647" sldId="986"/>
            <ac:spMk id="2" creationId="{622C6A85-C358-419A-BC88-78DA83E63EE4}"/>
          </ac:spMkLst>
        </pc:spChg>
        <pc:picChg chg="del">
          <ac:chgData name="majid kaleem BUKC" userId="239ce719-e4df-4b60-a2f8-7908f29db894" providerId="ADAL" clId="{F8F7E42A-A702-4E05-9DCD-98222DC12605}" dt="2024-09-11T13:27:38.478" v="54" actId="478"/>
          <ac:picMkLst>
            <pc:docMk/>
            <pc:sldMk cId="187826647" sldId="986"/>
            <ac:picMk id="8" creationId="{2B357FC6-DCE1-49F0-B019-557568A7BF1F}"/>
          </ac:picMkLst>
        </pc:picChg>
      </pc:sldChg>
      <pc:sldChg chg="delSp modSp">
        <pc:chgData name="majid kaleem BUKC" userId="239ce719-e4df-4b60-a2f8-7908f29db894" providerId="ADAL" clId="{F8F7E42A-A702-4E05-9DCD-98222DC12605}" dt="2024-09-11T14:12:06.473" v="185" actId="478"/>
        <pc:sldMkLst>
          <pc:docMk/>
          <pc:sldMk cId="748010858" sldId="987"/>
        </pc:sldMkLst>
        <pc:spChg chg="mod">
          <ac:chgData name="majid kaleem BUKC" userId="239ce719-e4df-4b60-a2f8-7908f29db894" providerId="ADAL" clId="{F8F7E42A-A702-4E05-9DCD-98222DC12605}" dt="2024-09-11T13:25:28.266" v="23" actId="27636"/>
          <ac:spMkLst>
            <pc:docMk/>
            <pc:sldMk cId="748010858" sldId="987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30:51.067" v="96" actId="123"/>
          <ac:spMkLst>
            <pc:docMk/>
            <pc:sldMk cId="748010858" sldId="987"/>
            <ac:spMk id="3" creationId="{17D948A6-0225-48D9-A28B-9B3E9CEB7FCA}"/>
          </ac:spMkLst>
        </pc:spChg>
        <pc:spChg chg="del">
          <ac:chgData name="majid kaleem BUKC" userId="239ce719-e4df-4b60-a2f8-7908f29db894" providerId="ADAL" clId="{F8F7E42A-A702-4E05-9DCD-98222DC12605}" dt="2024-09-11T14:12:06.473" v="185" actId="478"/>
          <ac:spMkLst>
            <pc:docMk/>
            <pc:sldMk cId="748010858" sldId="987"/>
            <ac:spMk id="5" creationId="{AA472E1C-CA0F-4749-920C-269968BD292F}"/>
          </ac:spMkLst>
        </pc:spChg>
      </pc:sldChg>
      <pc:sldChg chg="modSp del">
        <pc:chgData name="majid kaleem BUKC" userId="239ce719-e4df-4b60-a2f8-7908f29db894" providerId="ADAL" clId="{F8F7E42A-A702-4E05-9DCD-98222DC12605}" dt="2024-09-11T13:26:49.508" v="46" actId="2696"/>
        <pc:sldMkLst>
          <pc:docMk/>
          <pc:sldMk cId="2621921682" sldId="988"/>
        </pc:sldMkLst>
        <pc:spChg chg="mod">
          <ac:chgData name="majid kaleem BUKC" userId="239ce719-e4df-4b60-a2f8-7908f29db894" providerId="ADAL" clId="{F8F7E42A-A702-4E05-9DCD-98222DC12605}" dt="2024-09-11T13:25:28.276" v="24" actId="27636"/>
          <ac:spMkLst>
            <pc:docMk/>
            <pc:sldMk cId="2621921682" sldId="988"/>
            <ac:spMk id="2" creationId="{622C6A85-C358-419A-BC88-78DA83E63EE4}"/>
          </ac:spMkLst>
        </pc:spChg>
      </pc:sldChg>
      <pc:sldChg chg="delSp modSp del">
        <pc:chgData name="majid kaleem BUKC" userId="239ce719-e4df-4b60-a2f8-7908f29db894" providerId="ADAL" clId="{F8F7E42A-A702-4E05-9DCD-98222DC12605}" dt="2024-09-11T13:28:05.858" v="58" actId="2696"/>
        <pc:sldMkLst>
          <pc:docMk/>
          <pc:sldMk cId="738839799" sldId="990"/>
        </pc:sldMkLst>
        <pc:spChg chg="mod">
          <ac:chgData name="majid kaleem BUKC" userId="239ce719-e4df-4b60-a2f8-7908f29db894" providerId="ADAL" clId="{F8F7E42A-A702-4E05-9DCD-98222DC12605}" dt="2024-09-11T13:25:28.296" v="26" actId="27636"/>
          <ac:spMkLst>
            <pc:docMk/>
            <pc:sldMk cId="738839799" sldId="990"/>
            <ac:spMk id="2" creationId="{622C6A85-C358-419A-BC88-78DA83E63EE4}"/>
          </ac:spMkLst>
        </pc:spChg>
        <pc:picChg chg="del">
          <ac:chgData name="majid kaleem BUKC" userId="239ce719-e4df-4b60-a2f8-7908f29db894" providerId="ADAL" clId="{F8F7E42A-A702-4E05-9DCD-98222DC12605}" dt="2024-09-11T13:26:57.949" v="48" actId="478"/>
          <ac:picMkLst>
            <pc:docMk/>
            <pc:sldMk cId="738839799" sldId="990"/>
            <ac:picMk id="8" creationId="{E33510B4-80CB-40AE-AF09-8B1D18232AEF}"/>
          </ac:picMkLst>
        </pc:picChg>
      </pc:sldChg>
      <pc:sldChg chg="delSp modSp">
        <pc:chgData name="majid kaleem BUKC" userId="239ce719-e4df-4b60-a2f8-7908f29db894" providerId="ADAL" clId="{F8F7E42A-A702-4E05-9DCD-98222DC12605}" dt="2024-09-11T14:11:56.727" v="183" actId="478"/>
        <pc:sldMkLst>
          <pc:docMk/>
          <pc:sldMk cId="2048370163" sldId="991"/>
        </pc:sldMkLst>
        <pc:spChg chg="mod">
          <ac:chgData name="majid kaleem BUKC" userId="239ce719-e4df-4b60-a2f8-7908f29db894" providerId="ADAL" clId="{F8F7E42A-A702-4E05-9DCD-98222DC12605}" dt="2024-09-11T13:25:28.306" v="27" actId="27636"/>
          <ac:spMkLst>
            <pc:docMk/>
            <pc:sldMk cId="2048370163" sldId="991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30:41.397" v="94" actId="123"/>
          <ac:spMkLst>
            <pc:docMk/>
            <pc:sldMk cId="2048370163" sldId="991"/>
            <ac:spMk id="3" creationId="{17D948A6-0225-48D9-A28B-9B3E9CEB7FCA}"/>
          </ac:spMkLst>
        </pc:spChg>
        <pc:spChg chg="del">
          <ac:chgData name="majid kaleem BUKC" userId="239ce719-e4df-4b60-a2f8-7908f29db894" providerId="ADAL" clId="{F8F7E42A-A702-4E05-9DCD-98222DC12605}" dt="2024-09-11T14:11:56.727" v="183" actId="478"/>
          <ac:spMkLst>
            <pc:docMk/>
            <pc:sldMk cId="2048370163" sldId="991"/>
            <ac:spMk id="5" creationId="{AA472E1C-CA0F-4749-920C-269968BD292F}"/>
          </ac:spMkLst>
        </pc:spChg>
        <pc:picChg chg="del">
          <ac:chgData name="majid kaleem BUKC" userId="239ce719-e4df-4b60-a2f8-7908f29db894" providerId="ADAL" clId="{F8F7E42A-A702-4E05-9DCD-98222DC12605}" dt="2024-09-11T13:27:06.754" v="49" actId="478"/>
          <ac:picMkLst>
            <pc:docMk/>
            <pc:sldMk cId="2048370163" sldId="991"/>
            <ac:picMk id="8" creationId="{3A07ACB0-F311-4738-8ECD-AB9D42486829}"/>
          </ac:picMkLst>
        </pc:picChg>
      </pc:sldChg>
      <pc:sldChg chg="delSp modSp">
        <pc:chgData name="majid kaleem BUKC" userId="239ce719-e4df-4b60-a2f8-7908f29db894" providerId="ADAL" clId="{F8F7E42A-A702-4E05-9DCD-98222DC12605}" dt="2024-09-11T14:12:01.224" v="184" actId="478"/>
        <pc:sldMkLst>
          <pc:docMk/>
          <pc:sldMk cId="1937659762" sldId="992"/>
        </pc:sldMkLst>
        <pc:spChg chg="mod">
          <ac:chgData name="majid kaleem BUKC" userId="239ce719-e4df-4b60-a2f8-7908f29db894" providerId="ADAL" clId="{F8F7E42A-A702-4E05-9DCD-98222DC12605}" dt="2024-09-11T13:25:28.288" v="25" actId="27636"/>
          <ac:spMkLst>
            <pc:docMk/>
            <pc:sldMk cId="1937659762" sldId="992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30:45.453" v="95" actId="123"/>
          <ac:spMkLst>
            <pc:docMk/>
            <pc:sldMk cId="1937659762" sldId="992"/>
            <ac:spMk id="3" creationId="{17D948A6-0225-48D9-A28B-9B3E9CEB7FCA}"/>
          </ac:spMkLst>
        </pc:spChg>
        <pc:spChg chg="del">
          <ac:chgData name="majid kaleem BUKC" userId="239ce719-e4df-4b60-a2f8-7908f29db894" providerId="ADAL" clId="{F8F7E42A-A702-4E05-9DCD-98222DC12605}" dt="2024-09-11T14:12:01.224" v="184" actId="478"/>
          <ac:spMkLst>
            <pc:docMk/>
            <pc:sldMk cId="1937659762" sldId="992"/>
            <ac:spMk id="5" creationId="{AA472E1C-CA0F-4749-920C-269968BD292F}"/>
          </ac:spMkLst>
        </pc:spChg>
        <pc:picChg chg="del">
          <ac:chgData name="majid kaleem BUKC" userId="239ce719-e4df-4b60-a2f8-7908f29db894" providerId="ADAL" clId="{F8F7E42A-A702-4E05-9DCD-98222DC12605}" dt="2024-09-11T13:26:55.226" v="47" actId="478"/>
          <ac:picMkLst>
            <pc:docMk/>
            <pc:sldMk cId="1937659762" sldId="992"/>
            <ac:picMk id="8" creationId="{F23C0F57-08D4-4853-9F93-1BE7DF614778}"/>
          </ac:picMkLst>
        </pc:picChg>
      </pc:sldChg>
      <pc:sldChg chg="delSp modSp del">
        <pc:chgData name="majid kaleem BUKC" userId="239ce719-e4df-4b60-a2f8-7908f29db894" providerId="ADAL" clId="{F8F7E42A-A702-4E05-9DCD-98222DC12605}" dt="2024-09-11T13:28:57.186" v="72" actId="2696"/>
        <pc:sldMkLst>
          <pc:docMk/>
          <pc:sldMk cId="1126089513" sldId="993"/>
        </pc:sldMkLst>
        <pc:spChg chg="mod">
          <ac:chgData name="majid kaleem BUKC" userId="239ce719-e4df-4b60-a2f8-7908f29db894" providerId="ADAL" clId="{F8F7E42A-A702-4E05-9DCD-98222DC12605}" dt="2024-09-11T13:25:28.364" v="28" actId="27636"/>
          <ac:spMkLst>
            <pc:docMk/>
            <pc:sldMk cId="1126089513" sldId="993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28:11.040" v="59" actId="21"/>
          <ac:spMkLst>
            <pc:docMk/>
            <pc:sldMk cId="1126089513" sldId="993"/>
            <ac:spMk id="3" creationId="{17D948A6-0225-48D9-A28B-9B3E9CEB7FCA}"/>
          </ac:spMkLst>
        </pc:spChg>
        <pc:picChg chg="del">
          <ac:chgData name="majid kaleem BUKC" userId="239ce719-e4df-4b60-a2f8-7908f29db894" providerId="ADAL" clId="{F8F7E42A-A702-4E05-9DCD-98222DC12605}" dt="2024-09-11T13:27:16.139" v="51" actId="478"/>
          <ac:picMkLst>
            <pc:docMk/>
            <pc:sldMk cId="1126089513" sldId="993"/>
            <ac:picMk id="8" creationId="{EAF3AF68-1AD0-4767-AEA5-E94EB95225DA}"/>
          </ac:picMkLst>
        </pc:picChg>
      </pc:sldChg>
      <pc:sldChg chg="delSp modSp del">
        <pc:chgData name="majid kaleem BUKC" userId="239ce719-e4df-4b60-a2f8-7908f29db894" providerId="ADAL" clId="{F8F7E42A-A702-4E05-9DCD-98222DC12605}" dt="2024-09-11T13:29:41.081" v="84" actId="2696"/>
        <pc:sldMkLst>
          <pc:docMk/>
          <pc:sldMk cId="2145590540" sldId="994"/>
        </pc:sldMkLst>
        <pc:spChg chg="mod">
          <ac:chgData name="majid kaleem BUKC" userId="239ce719-e4df-4b60-a2f8-7908f29db894" providerId="ADAL" clId="{F8F7E42A-A702-4E05-9DCD-98222DC12605}" dt="2024-09-11T13:25:28.370" v="29" actId="27636"/>
          <ac:spMkLst>
            <pc:docMk/>
            <pc:sldMk cId="2145590540" sldId="994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29:06.003" v="73" actId="21"/>
          <ac:spMkLst>
            <pc:docMk/>
            <pc:sldMk cId="2145590540" sldId="994"/>
            <ac:spMk id="3" creationId="{17D948A6-0225-48D9-A28B-9B3E9CEB7FCA}"/>
          </ac:spMkLst>
        </pc:spChg>
        <pc:picChg chg="del">
          <ac:chgData name="majid kaleem BUKC" userId="239ce719-e4df-4b60-a2f8-7908f29db894" providerId="ADAL" clId="{F8F7E42A-A702-4E05-9DCD-98222DC12605}" dt="2024-09-11T13:27:21.769" v="52" actId="478"/>
          <ac:picMkLst>
            <pc:docMk/>
            <pc:sldMk cId="2145590540" sldId="994"/>
            <ac:picMk id="9" creationId="{8B088FA6-8454-4934-8548-A350BBD670AA}"/>
          </ac:picMkLst>
        </pc:picChg>
      </pc:sldChg>
      <pc:sldChg chg="delSp modSp">
        <pc:chgData name="majid kaleem BUKC" userId="239ce719-e4df-4b60-a2f8-7908f29db894" providerId="ADAL" clId="{F8F7E42A-A702-4E05-9DCD-98222DC12605}" dt="2024-09-11T14:11:51.036" v="182" actId="478"/>
        <pc:sldMkLst>
          <pc:docMk/>
          <pc:sldMk cId="1704482008" sldId="995"/>
        </pc:sldMkLst>
        <pc:spChg chg="mod">
          <ac:chgData name="majid kaleem BUKC" userId="239ce719-e4df-4b60-a2f8-7908f29db894" providerId="ADAL" clId="{F8F7E42A-A702-4E05-9DCD-98222DC12605}" dt="2024-09-11T13:25:28.392" v="31" actId="27636"/>
          <ac:spMkLst>
            <pc:docMk/>
            <pc:sldMk cId="1704482008" sldId="995"/>
            <ac:spMk id="2" creationId="{622C6A85-C358-419A-BC88-78DA83E63EE4}"/>
          </ac:spMkLst>
        </pc:spChg>
        <pc:spChg chg="mod">
          <ac:chgData name="majid kaleem BUKC" userId="239ce719-e4df-4b60-a2f8-7908f29db894" providerId="ADAL" clId="{F8F7E42A-A702-4E05-9DCD-98222DC12605}" dt="2024-09-11T13:30:36.634" v="93" actId="123"/>
          <ac:spMkLst>
            <pc:docMk/>
            <pc:sldMk cId="1704482008" sldId="995"/>
            <ac:spMk id="3" creationId="{17D948A6-0225-48D9-A28B-9B3E9CEB7FCA}"/>
          </ac:spMkLst>
        </pc:spChg>
        <pc:spChg chg="del">
          <ac:chgData name="majid kaleem BUKC" userId="239ce719-e4df-4b60-a2f8-7908f29db894" providerId="ADAL" clId="{F8F7E42A-A702-4E05-9DCD-98222DC12605}" dt="2024-09-11T14:11:51.036" v="182" actId="478"/>
          <ac:spMkLst>
            <pc:docMk/>
            <pc:sldMk cId="1704482008" sldId="995"/>
            <ac:spMk id="5" creationId="{AA472E1C-CA0F-4749-920C-269968BD292F}"/>
          </ac:spMkLst>
        </pc:spChg>
        <pc:picChg chg="del">
          <ac:chgData name="majid kaleem BUKC" userId="239ce719-e4df-4b60-a2f8-7908f29db894" providerId="ADAL" clId="{F8F7E42A-A702-4E05-9DCD-98222DC12605}" dt="2024-09-11T13:27:31.086" v="53" actId="478"/>
          <ac:picMkLst>
            <pc:docMk/>
            <pc:sldMk cId="1704482008" sldId="995"/>
            <ac:picMk id="8" creationId="{15743A92-FB78-45E5-87E9-ADF89E948671}"/>
          </ac:picMkLst>
        </pc:picChg>
      </pc:sldChg>
      <pc:sldChg chg="delSp modSp">
        <pc:chgData name="majid kaleem BUKC" userId="239ce719-e4df-4b60-a2f8-7908f29db894" providerId="ADAL" clId="{F8F7E42A-A702-4E05-9DCD-98222DC12605}" dt="2024-09-11T14:12:30.384" v="189" actId="478"/>
        <pc:sldMkLst>
          <pc:docMk/>
          <pc:sldMk cId="2605163479" sldId="996"/>
        </pc:sldMkLst>
        <pc:spChg chg="mod">
          <ac:chgData name="majid kaleem BUKC" userId="239ce719-e4df-4b60-a2f8-7908f29db894" providerId="ADAL" clId="{F8F7E42A-A702-4E05-9DCD-98222DC12605}" dt="2024-09-11T13:25:28.203" v="17" actId="27636"/>
          <ac:spMkLst>
            <pc:docMk/>
            <pc:sldMk cId="2605163479" sldId="996"/>
            <ac:spMk id="2" creationId="{7D341D33-AABD-40B7-ACC2-C048D5C5BEF9}"/>
          </ac:spMkLst>
        </pc:spChg>
        <pc:spChg chg="mod">
          <ac:chgData name="majid kaleem BUKC" userId="239ce719-e4df-4b60-a2f8-7908f29db894" providerId="ADAL" clId="{F8F7E42A-A702-4E05-9DCD-98222DC12605}" dt="2024-09-11T13:25:28.201" v="16" actId="27636"/>
          <ac:spMkLst>
            <pc:docMk/>
            <pc:sldMk cId="2605163479" sldId="996"/>
            <ac:spMk id="3" creationId="{F3C3A2A2-3D48-4F59-A5F3-5E77E6EFF126}"/>
          </ac:spMkLst>
        </pc:spChg>
        <pc:spChg chg="del">
          <ac:chgData name="majid kaleem BUKC" userId="239ce719-e4df-4b60-a2f8-7908f29db894" providerId="ADAL" clId="{F8F7E42A-A702-4E05-9DCD-98222DC12605}" dt="2024-09-11T14:12:30.384" v="189" actId="478"/>
          <ac:spMkLst>
            <pc:docMk/>
            <pc:sldMk cId="2605163479" sldId="996"/>
            <ac:spMk id="5" creationId="{5EC75861-E4B7-477C-992E-F7582A8F933D}"/>
          </ac:spMkLst>
        </pc:spChg>
      </pc:sldChg>
      <pc:sldChg chg="del">
        <pc:chgData name="majid kaleem BUKC" userId="239ce719-e4df-4b60-a2f8-7908f29db894" providerId="ADAL" clId="{F8F7E42A-A702-4E05-9DCD-98222DC12605}" dt="2024-09-11T13:26:35.224" v="44" actId="2696"/>
        <pc:sldMkLst>
          <pc:docMk/>
          <pc:sldMk cId="2246456299" sldId="997"/>
        </pc:sldMkLst>
      </pc:sldChg>
      <pc:sldChg chg="modSp add del">
        <pc:chgData name="majid kaleem BUKC" userId="239ce719-e4df-4b60-a2f8-7908f29db894" providerId="ADAL" clId="{F8F7E42A-A702-4E05-9DCD-98222DC12605}" dt="2024-09-11T13:26:31.909" v="43" actId="2696"/>
        <pc:sldMkLst>
          <pc:docMk/>
          <pc:sldMk cId="1713836429" sldId="998"/>
        </pc:sldMkLst>
        <pc:spChg chg="mod">
          <ac:chgData name="majid kaleem BUKC" userId="239ce719-e4df-4b60-a2f8-7908f29db894" providerId="ADAL" clId="{F8F7E42A-A702-4E05-9DCD-98222DC12605}" dt="2024-09-11T13:25:28.209" v="18" actId="27636"/>
          <ac:spMkLst>
            <pc:docMk/>
            <pc:sldMk cId="1713836429" sldId="998"/>
            <ac:spMk id="2" creationId="{7D341D33-AABD-40B7-ACC2-C048D5C5BEF9}"/>
          </ac:spMkLst>
        </pc:spChg>
      </pc:sldChg>
      <pc:sldChg chg="modSp del">
        <pc:chgData name="majid kaleem BUKC" userId="239ce719-e4df-4b60-a2f8-7908f29db894" providerId="ADAL" clId="{F8F7E42A-A702-4E05-9DCD-98222DC12605}" dt="2024-09-11T13:26:16.317" v="37" actId="2696"/>
        <pc:sldMkLst>
          <pc:docMk/>
          <pc:sldMk cId="809279990" sldId="999"/>
        </pc:sldMkLst>
        <pc:spChg chg="mod">
          <ac:chgData name="majid kaleem BUKC" userId="239ce719-e4df-4b60-a2f8-7908f29db894" providerId="ADAL" clId="{F8F7E42A-A702-4E05-9DCD-98222DC12605}" dt="2024-09-11T13:25:28.153" v="12" actId="27636"/>
          <ac:spMkLst>
            <pc:docMk/>
            <pc:sldMk cId="809279990" sldId="999"/>
            <ac:spMk id="2" creationId="{4C072FA9-955F-4570-A339-4872F785EFF3}"/>
          </ac:spMkLst>
        </pc:spChg>
      </pc:sldChg>
      <pc:sldChg chg="delSp modSp">
        <pc:chgData name="majid kaleem BUKC" userId="239ce719-e4df-4b60-a2f8-7908f29db894" providerId="ADAL" clId="{F8F7E42A-A702-4E05-9DCD-98222DC12605}" dt="2024-09-11T14:12:18.073" v="187" actId="478"/>
        <pc:sldMkLst>
          <pc:docMk/>
          <pc:sldMk cId="3148806458" sldId="1000"/>
        </pc:sldMkLst>
        <pc:spChg chg="mod">
          <ac:chgData name="majid kaleem BUKC" userId="239ce719-e4df-4b60-a2f8-7908f29db894" providerId="ADAL" clId="{F8F7E42A-A702-4E05-9DCD-98222DC12605}" dt="2024-09-11T13:25:28.237" v="20" actId="27636"/>
          <ac:spMkLst>
            <pc:docMk/>
            <pc:sldMk cId="3148806458" sldId="1000"/>
            <ac:spMk id="2" creationId="{622C6A85-C358-419A-BC88-78DA83E63EE4}"/>
          </ac:spMkLst>
        </pc:spChg>
        <pc:spChg chg="del">
          <ac:chgData name="majid kaleem BUKC" userId="239ce719-e4df-4b60-a2f8-7908f29db894" providerId="ADAL" clId="{F8F7E42A-A702-4E05-9DCD-98222DC12605}" dt="2024-09-11T14:12:18.073" v="187" actId="478"/>
          <ac:spMkLst>
            <pc:docMk/>
            <pc:sldMk cId="3148806458" sldId="1000"/>
            <ac:spMk id="5" creationId="{AA472E1C-CA0F-4749-920C-269968BD292F}"/>
          </ac:spMkLst>
        </pc:spChg>
      </pc:sldChg>
      <pc:sldChg chg="addSp delSp modSp new add">
        <pc:chgData name="majid kaleem BUKC" userId="239ce719-e4df-4b60-a2f8-7908f29db894" providerId="ADAL" clId="{F8F7E42A-A702-4E05-9DCD-98222DC12605}" dt="2024-09-11T14:20:19.975" v="203" actId="20577"/>
        <pc:sldMkLst>
          <pc:docMk/>
          <pc:sldMk cId="533271484" sldId="1001"/>
        </pc:sldMkLst>
        <pc:spChg chg="mod">
          <ac:chgData name="majid kaleem BUKC" userId="239ce719-e4df-4b60-a2f8-7908f29db894" providerId="ADAL" clId="{F8F7E42A-A702-4E05-9DCD-98222DC12605}" dt="2024-09-11T13:41:53.557" v="127" actId="108"/>
          <ac:spMkLst>
            <pc:docMk/>
            <pc:sldMk cId="533271484" sldId="1001"/>
            <ac:spMk id="2" creationId="{E1A54BF1-83F0-4B5C-BEBE-EC38BFB66991}"/>
          </ac:spMkLst>
        </pc:spChg>
        <pc:spChg chg="mod">
          <ac:chgData name="majid kaleem BUKC" userId="239ce719-e4df-4b60-a2f8-7908f29db894" providerId="ADAL" clId="{F8F7E42A-A702-4E05-9DCD-98222DC12605}" dt="2024-09-11T14:20:19.975" v="203" actId="20577"/>
          <ac:spMkLst>
            <pc:docMk/>
            <pc:sldMk cId="533271484" sldId="1001"/>
            <ac:spMk id="3" creationId="{50FA173B-A6CC-483C-9DE8-5AB2489E8EEB}"/>
          </ac:spMkLst>
        </pc:spChg>
        <pc:picChg chg="add del">
          <ac:chgData name="majid kaleem BUKC" userId="239ce719-e4df-4b60-a2f8-7908f29db894" providerId="ADAL" clId="{F8F7E42A-A702-4E05-9DCD-98222DC12605}" dt="2024-09-11T14:17:41.912" v="199" actId="478"/>
          <ac:picMkLst>
            <pc:docMk/>
            <pc:sldMk cId="533271484" sldId="1001"/>
            <ac:picMk id="6" creationId="{D4D1854D-CC98-4734-999C-982079843C3E}"/>
          </ac:picMkLst>
        </pc:picChg>
        <pc:picChg chg="add">
          <ac:chgData name="majid kaleem BUKC" userId="239ce719-e4df-4b60-a2f8-7908f29db894" providerId="ADAL" clId="{F8F7E42A-A702-4E05-9DCD-98222DC12605}" dt="2024-09-11T14:17:44.110" v="200"/>
          <ac:picMkLst>
            <pc:docMk/>
            <pc:sldMk cId="533271484" sldId="1001"/>
            <ac:picMk id="7" creationId="{686E1B18-FE18-49C2-815F-FFDA3A181EB6}"/>
          </ac:picMkLst>
        </pc:picChg>
      </pc:sldChg>
      <pc:sldChg chg="modSp del">
        <pc:chgData name="majid kaleem BUKC" userId="239ce719-e4df-4b60-a2f8-7908f29db894" providerId="ADAL" clId="{F8F7E42A-A702-4E05-9DCD-98222DC12605}" dt="2024-09-11T13:29:48.143" v="85" actId="2696"/>
        <pc:sldMkLst>
          <pc:docMk/>
          <pc:sldMk cId="1737479150" sldId="1001"/>
        </pc:sldMkLst>
        <pc:spChg chg="mod">
          <ac:chgData name="majid kaleem BUKC" userId="239ce719-e4df-4b60-a2f8-7908f29db894" providerId="ADAL" clId="{F8F7E42A-A702-4E05-9DCD-98222DC12605}" dt="2024-09-11T13:25:28.384" v="30" actId="27636"/>
          <ac:spMkLst>
            <pc:docMk/>
            <pc:sldMk cId="1737479150" sldId="1001"/>
            <ac:spMk id="2" creationId="{6D05C012-BD9B-43B2-9086-113287028D05}"/>
          </ac:spMkLst>
        </pc:spChg>
      </pc:sldChg>
      <pc:sldChg chg="addSp modSp new add ord">
        <pc:chgData name="majid kaleem BUKC" userId="239ce719-e4df-4b60-a2f8-7908f29db894" providerId="ADAL" clId="{F8F7E42A-A702-4E05-9DCD-98222DC12605}" dt="2024-09-11T14:09:45.534" v="143" actId="1035"/>
        <pc:sldMkLst>
          <pc:docMk/>
          <pc:sldMk cId="2348494075" sldId="1002"/>
        </pc:sldMkLst>
        <pc:spChg chg="mod">
          <ac:chgData name="majid kaleem BUKC" userId="239ce719-e4df-4b60-a2f8-7908f29db894" providerId="ADAL" clId="{F8F7E42A-A702-4E05-9DCD-98222DC12605}" dt="2024-09-11T14:08:46.467" v="136" actId="108"/>
          <ac:spMkLst>
            <pc:docMk/>
            <pc:sldMk cId="2348494075" sldId="1002"/>
            <ac:spMk id="2" creationId="{070FBA97-A0C4-421B-AB84-7473C74FCAA8}"/>
          </ac:spMkLst>
        </pc:spChg>
        <pc:spChg chg="mod">
          <ac:chgData name="majid kaleem BUKC" userId="239ce719-e4df-4b60-a2f8-7908f29db894" providerId="ADAL" clId="{F8F7E42A-A702-4E05-9DCD-98222DC12605}" dt="2024-09-11T14:09:42.669" v="138"/>
          <ac:spMkLst>
            <pc:docMk/>
            <pc:sldMk cId="2348494075" sldId="1002"/>
            <ac:spMk id="3" creationId="{F81B3744-CEEF-4168-94CE-C7ED30CDB9F0}"/>
          </ac:spMkLst>
        </pc:spChg>
        <pc:picChg chg="add mod">
          <ac:chgData name="majid kaleem BUKC" userId="239ce719-e4df-4b60-a2f8-7908f29db894" providerId="ADAL" clId="{F8F7E42A-A702-4E05-9DCD-98222DC12605}" dt="2024-09-11T14:09:45.534" v="143" actId="1035"/>
          <ac:picMkLst>
            <pc:docMk/>
            <pc:sldMk cId="2348494075" sldId="1002"/>
            <ac:picMk id="1026" creationId="{35DE7EA0-FFA2-4B88-BB25-DFFB37690B58}"/>
          </ac:picMkLst>
        </pc:picChg>
      </pc:sldChg>
      <pc:sldChg chg="modSp del">
        <pc:chgData name="majid kaleem BUKC" userId="239ce719-e4df-4b60-a2f8-7908f29db894" providerId="ADAL" clId="{F8F7E42A-A702-4E05-9DCD-98222DC12605}" dt="2024-09-11T13:26:17.625" v="39" actId="2696"/>
        <pc:sldMkLst>
          <pc:docMk/>
          <pc:sldMk cId="2630644861" sldId="1002"/>
        </pc:sldMkLst>
        <pc:spChg chg="mod">
          <ac:chgData name="majid kaleem BUKC" userId="239ce719-e4df-4b60-a2f8-7908f29db894" providerId="ADAL" clId="{F8F7E42A-A702-4E05-9DCD-98222DC12605}" dt="2024-09-11T13:25:28.172" v="14" actId="27636"/>
          <ac:spMkLst>
            <pc:docMk/>
            <pc:sldMk cId="2630644861" sldId="1002"/>
            <ac:spMk id="2" creationId="{4C072FA9-955F-4570-A339-4872F785EFF3}"/>
          </ac:spMkLst>
        </pc:spChg>
      </pc:sldChg>
      <pc:sldChg chg="addSp delSp add">
        <pc:chgData name="majid kaleem BUKC" userId="239ce719-e4df-4b60-a2f8-7908f29db894" providerId="ADAL" clId="{F8F7E42A-A702-4E05-9DCD-98222DC12605}" dt="2024-09-11T14:10:31.794" v="174"/>
        <pc:sldMkLst>
          <pc:docMk/>
          <pc:sldMk cId="2873883294" sldId="1003"/>
        </pc:sldMkLst>
        <pc:picChg chg="del">
          <ac:chgData name="majid kaleem BUKC" userId="239ce719-e4df-4b60-a2f8-7908f29db894" providerId="ADAL" clId="{F8F7E42A-A702-4E05-9DCD-98222DC12605}" dt="2024-09-11T14:10:25.080" v="172" actId="478"/>
          <ac:picMkLst>
            <pc:docMk/>
            <pc:sldMk cId="2873883294" sldId="1003"/>
            <ac:picMk id="6" creationId="{D4D1854D-CC98-4734-999C-982079843C3E}"/>
          </ac:picMkLst>
        </pc:picChg>
        <pc:picChg chg="add">
          <ac:chgData name="majid kaleem BUKC" userId="239ce719-e4df-4b60-a2f8-7908f29db894" providerId="ADAL" clId="{F8F7E42A-A702-4E05-9DCD-98222DC12605}" dt="2024-09-11T14:10:31.794" v="174"/>
          <ac:picMkLst>
            <pc:docMk/>
            <pc:sldMk cId="2873883294" sldId="1003"/>
            <ac:picMk id="7" creationId="{5C4A705E-3E65-4CD4-A08A-298F03FFCF8F}"/>
          </ac:picMkLst>
        </pc:picChg>
      </pc:sldChg>
      <pc:sldChg chg="modSp del">
        <pc:chgData name="majid kaleem BUKC" userId="239ce719-e4df-4b60-a2f8-7908f29db894" providerId="ADAL" clId="{F8F7E42A-A702-4E05-9DCD-98222DC12605}" dt="2024-09-11T13:26:18.368" v="40" actId="2696"/>
        <pc:sldMkLst>
          <pc:docMk/>
          <pc:sldMk cId="3034926382" sldId="1003"/>
        </pc:sldMkLst>
        <pc:spChg chg="mod">
          <ac:chgData name="majid kaleem BUKC" userId="239ce719-e4df-4b60-a2f8-7908f29db894" providerId="ADAL" clId="{F8F7E42A-A702-4E05-9DCD-98222DC12605}" dt="2024-09-11T13:25:28.182" v="15" actId="27636"/>
          <ac:spMkLst>
            <pc:docMk/>
            <pc:sldMk cId="3034926382" sldId="1003"/>
            <ac:spMk id="2" creationId="{4C072FA9-955F-4570-A339-4872F785EFF3}"/>
          </ac:spMkLst>
        </pc:spChg>
      </pc:sldChg>
      <pc:sldChg chg="add del">
        <pc:chgData name="majid kaleem BUKC" userId="239ce719-e4df-4b60-a2f8-7908f29db894" providerId="ADAL" clId="{F8F7E42A-A702-4E05-9DCD-98222DC12605}" dt="2024-09-11T14:23:38.261" v="208" actId="2696"/>
        <pc:sldMkLst>
          <pc:docMk/>
          <pc:sldMk cId="1785335564" sldId="1004"/>
        </pc:sldMkLst>
      </pc:sldChg>
      <pc:sldChg chg="modSp del">
        <pc:chgData name="majid kaleem BUKC" userId="239ce719-e4df-4b60-a2f8-7908f29db894" providerId="ADAL" clId="{F8F7E42A-A702-4E05-9DCD-98222DC12605}" dt="2024-09-11T13:26:16.996" v="38" actId="2696"/>
        <pc:sldMkLst>
          <pc:docMk/>
          <pc:sldMk cId="4253564909" sldId="1004"/>
        </pc:sldMkLst>
        <pc:spChg chg="mod">
          <ac:chgData name="majid kaleem BUKC" userId="239ce719-e4df-4b60-a2f8-7908f29db894" providerId="ADAL" clId="{F8F7E42A-A702-4E05-9DCD-98222DC12605}" dt="2024-09-11T13:25:28.163" v="13" actId="27636"/>
          <ac:spMkLst>
            <pc:docMk/>
            <pc:sldMk cId="4253564909" sldId="1004"/>
            <ac:spMk id="2" creationId="{4C072FA9-955F-4570-A339-4872F785EFF3}"/>
          </ac:spMkLst>
        </pc:spChg>
      </pc:sldChg>
      <pc:sldChg chg="addSp delSp add">
        <pc:chgData name="majid kaleem BUKC" userId="239ce719-e4df-4b60-a2f8-7908f29db894" providerId="ADAL" clId="{F8F7E42A-A702-4E05-9DCD-98222DC12605}" dt="2024-09-11T14:23:22.778" v="207"/>
        <pc:sldMkLst>
          <pc:docMk/>
          <pc:sldMk cId="1606916095" sldId="1005"/>
        </pc:sldMkLst>
        <pc:picChg chg="del">
          <ac:chgData name="majid kaleem BUKC" userId="239ce719-e4df-4b60-a2f8-7908f29db894" providerId="ADAL" clId="{F8F7E42A-A702-4E05-9DCD-98222DC12605}" dt="2024-09-11T14:23:19.917" v="206" actId="478"/>
          <ac:picMkLst>
            <pc:docMk/>
            <pc:sldMk cId="1606916095" sldId="1005"/>
            <ac:picMk id="6" creationId="{D4D1854D-CC98-4734-999C-982079843C3E}"/>
          </ac:picMkLst>
        </pc:picChg>
        <pc:picChg chg="add">
          <ac:chgData name="majid kaleem BUKC" userId="239ce719-e4df-4b60-a2f8-7908f29db894" providerId="ADAL" clId="{F8F7E42A-A702-4E05-9DCD-98222DC12605}" dt="2024-09-11T14:23:22.778" v="207"/>
          <ac:picMkLst>
            <pc:docMk/>
            <pc:sldMk cId="1606916095" sldId="1005"/>
            <ac:picMk id="2050" creationId="{EB41746C-83B2-4DF1-A95F-86CAC7016633}"/>
          </ac:picMkLst>
        </pc:picChg>
      </pc:sldChg>
      <pc:sldChg chg="addSp delSp add">
        <pc:chgData name="majid kaleem BUKC" userId="239ce719-e4df-4b60-a2f8-7908f29db894" providerId="ADAL" clId="{F8F7E42A-A702-4E05-9DCD-98222DC12605}" dt="2024-09-11T14:25:58.387" v="212"/>
        <pc:sldMkLst>
          <pc:docMk/>
          <pc:sldMk cId="1341609091" sldId="1006"/>
        </pc:sldMkLst>
        <pc:picChg chg="del">
          <ac:chgData name="majid kaleem BUKC" userId="239ce719-e4df-4b60-a2f8-7908f29db894" providerId="ADAL" clId="{F8F7E42A-A702-4E05-9DCD-98222DC12605}" dt="2024-09-11T14:25:55.882" v="211" actId="478"/>
          <ac:picMkLst>
            <pc:docMk/>
            <pc:sldMk cId="1341609091" sldId="1006"/>
            <ac:picMk id="7" creationId="{686E1B18-FE18-49C2-815F-FFDA3A181EB6}"/>
          </ac:picMkLst>
        </pc:picChg>
        <pc:picChg chg="add">
          <ac:chgData name="majid kaleem BUKC" userId="239ce719-e4df-4b60-a2f8-7908f29db894" providerId="ADAL" clId="{F8F7E42A-A702-4E05-9DCD-98222DC12605}" dt="2024-09-11T14:25:58.387" v="212"/>
          <ac:picMkLst>
            <pc:docMk/>
            <pc:sldMk cId="1341609091" sldId="1006"/>
            <ac:picMk id="3074" creationId="{AF8D6B83-5396-49A9-A546-B8FD0E4C4E4A}"/>
          </ac:picMkLst>
        </pc:picChg>
      </pc:sldChg>
      <pc:sldMasterChg chg="modSldLayout">
        <pc:chgData name="majid kaleem BUKC" userId="239ce719-e4df-4b60-a2f8-7908f29db894" providerId="ADAL" clId="{F8F7E42A-A702-4E05-9DCD-98222DC12605}" dt="2024-09-11T14:11:08.426" v="177" actId="478"/>
        <pc:sldMasterMkLst>
          <pc:docMk/>
          <pc:sldMasterMk cId="0" sldId="2147483648"/>
        </pc:sldMasterMkLst>
        <pc:sldLayoutChg chg="delSp">
          <pc:chgData name="majid kaleem BUKC" userId="239ce719-e4df-4b60-a2f8-7908f29db894" providerId="ADAL" clId="{F8F7E42A-A702-4E05-9DCD-98222DC12605}" dt="2024-09-11T14:11:08.426" v="177" actId="478"/>
          <pc:sldLayoutMkLst>
            <pc:docMk/>
            <pc:sldMasterMk cId="0" sldId="2147483648"/>
            <pc:sldLayoutMk cId="0" sldId="2147483650"/>
          </pc:sldLayoutMkLst>
          <pc:spChg chg="del">
            <ac:chgData name="majid kaleem BUKC" userId="239ce719-e4df-4b60-a2f8-7908f29db894" providerId="ADAL" clId="{F8F7E42A-A702-4E05-9DCD-98222DC12605}" dt="2024-09-11T14:11:08.426" v="177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11-Sep-2024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11-Sep-2024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11-Sep-2024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11-Sep-2024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11-Sep-2024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11-Sep-2024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Week-02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11-Sep-2024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Week-02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Recursion and Recursive Algorithms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Linear Data Structures: Arrays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11-Sep-2024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E08FCE-11FB-4E61-A836-2D8F24B6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804" y="2047875"/>
            <a:ext cx="4810125" cy="2762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0703FC-6353-4EF3-9449-209E0363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468" y="2228850"/>
            <a:ext cx="9144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C394-933F-4552-8506-C1735F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6B6A-2DAE-48D1-9806-D5A2D2DB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n-US" sz="2400" dirty="0">
                <a:latin typeface="Arial Narrow" panose="020B0606020202030204" pitchFamily="34" charset="0"/>
              </a:rPr>
              <a:t>Recursion is a process in which a function calls itself </a:t>
            </a:r>
            <a:r>
              <a:rPr lang="en-US" sz="2400" i="1" dirty="0">
                <a:solidFill>
                  <a:srgbClr val="0066FF"/>
                </a:solidFill>
                <a:latin typeface="Arial Narrow" panose="020B0606020202030204" pitchFamily="34" charset="0"/>
              </a:rPr>
              <a:t>directly</a:t>
            </a:r>
            <a:r>
              <a:rPr lang="en-US" sz="2400" dirty="0">
                <a:latin typeface="Arial Narrow" panose="020B0606020202030204" pitchFamily="34" charset="0"/>
              </a:rPr>
              <a:t> or </a:t>
            </a:r>
            <a:r>
              <a:rPr lang="en-US" sz="2400" i="1" dirty="0">
                <a:solidFill>
                  <a:srgbClr val="0066FF"/>
                </a:solidFill>
                <a:latin typeface="Arial Narrow" panose="020B0606020202030204" pitchFamily="34" charset="0"/>
              </a:rPr>
              <a:t>indirectly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pPr lvl="1" algn="just"/>
            <a:endParaRPr lang="en-US" sz="2400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400" dirty="0">
                <a:latin typeface="Arial Narrow" panose="020B0606020202030204" pitchFamily="34" charset="0"/>
              </a:rPr>
              <a:t>In recursion, a function or method has the ability to call itself to solve the problem. </a:t>
            </a:r>
          </a:p>
          <a:p>
            <a:pPr lvl="1" algn="just"/>
            <a:endParaRPr lang="en-US" sz="2400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400" dirty="0">
                <a:latin typeface="Arial Narrow" panose="020B0606020202030204" pitchFamily="34" charset="0"/>
              </a:rPr>
              <a:t>The process of recursion involves solving a problem by turning it into smaller varieties of itself.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00FE1-2AFE-43BA-9598-237FD956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57726-8625-4901-9F68-E7A4A0AE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2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F26D-E4E0-44B4-97ED-153317BF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AFC48-8D4F-4CE1-9926-A88D13275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8818"/>
            <a:ext cx="9144000" cy="5440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It is a function calling itself inside its own body as shown below: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D1A2D-A6B8-431D-85F3-A96679E7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F1438-1105-4C18-BEBA-F93E40BC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https://th.bing.com/th/id/R.35b9b5b79a14a80529de147803b35d66?rik=nivHzCU6Iwzukg&amp;riu=http%3a%2f%2fwaytoeasylearn.com%2fwp-content%2fuploads%2f2020%2f01%2fCapture-4.jpg&amp;ehk=sZHkn4dcnd3BZqlLJnE7lVJEHsDNY%2fa%2bhRa%2blRuBRps%3d&amp;risl=&amp;pid=ImgRaw&amp;r=0">
            <a:extLst>
              <a:ext uri="{FF2B5EF4-FFF2-40B4-BE49-F238E27FC236}">
                <a16:creationId xmlns:a16="http://schemas.microsoft.com/office/drawing/2014/main" id="{A925BBF6-D0F2-4521-92F6-5D28480F6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186" y="1309512"/>
            <a:ext cx="5013614" cy="550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7D6C3D-319A-48B9-93AC-DF5E8A270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8666"/>
            <a:ext cx="18288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0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37B-F185-41E0-B68D-5FDFE7CA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C1F5-32E0-4679-B57F-29C632F9A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is a process in which a function calls itself </a:t>
            </a:r>
            <a:r>
              <a:rPr lang="en-US" i="1" dirty="0">
                <a:solidFill>
                  <a:srgbClr val="0066FF"/>
                </a:solidFill>
              </a:rPr>
              <a:t>directly</a:t>
            </a:r>
            <a:r>
              <a:rPr lang="en-US" dirty="0"/>
              <a:t> or </a:t>
            </a:r>
            <a:r>
              <a:rPr lang="en-US" i="1" dirty="0">
                <a:solidFill>
                  <a:srgbClr val="0066FF"/>
                </a:solidFill>
              </a:rPr>
              <a:t>indirectly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recursion, a function or method has the ability to call itself to solve the problem. </a:t>
            </a:r>
          </a:p>
          <a:p>
            <a:endParaRPr lang="en-US" dirty="0"/>
          </a:p>
          <a:p>
            <a:r>
              <a:rPr lang="en-US" dirty="0"/>
              <a:t>The process of recursion involves solving a problem by turning it into smaller varieties of itself.</a:t>
            </a:r>
          </a:p>
          <a:p>
            <a:endParaRPr lang="en-US" dirty="0"/>
          </a:p>
          <a:p>
            <a:r>
              <a:rPr lang="en-US" dirty="0"/>
              <a:t>Recursion in the </a:t>
            </a:r>
            <a:r>
              <a:rPr lang="en-US" i="1" dirty="0">
                <a:solidFill>
                  <a:srgbClr val="0066FF"/>
                </a:solidFill>
              </a:rPr>
              <a:t>stack</a:t>
            </a:r>
            <a:r>
              <a:rPr lang="en-US" dirty="0"/>
              <a:t> in data structure is when functions call themselves directly or indirectly.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BD6B-0D51-496E-8C00-9D5C49C8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8EBF-3A6B-427F-B6E7-B45B8B0B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7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3A78-17E5-4CCE-8FCA-FD3CF5F7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6550F-3337-4C02-90B6-F1C2CE18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C8F23-7384-4C3F-84E3-52EE361B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D60B-97EB-4CDC-A90C-1783468F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 descr="Recursion C++ example">
            <a:extLst>
              <a:ext uri="{FF2B5EF4-FFF2-40B4-BE49-F238E27FC236}">
                <a16:creationId xmlns:a16="http://schemas.microsoft.com/office/drawing/2014/main" id="{24D0B7A4-1ADA-4457-B020-E5F812B89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55" y="924943"/>
            <a:ext cx="7557025" cy="539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28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2E4C-9552-4EA5-B266-6F66321A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1C12E-DF16-4544-AEF4-834B8A6F5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3610-DED4-45E8-9462-4B653CD2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C5872-618C-4A9A-8F8D-A4968A8E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154595-B59F-4E00-8E49-E67BB29B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86012"/>
            <a:ext cx="18288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69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44C1-046B-4563-ABB7-C774EED1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28E44-987E-4253-AB6D-0745DB18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3054-9A4B-4C8B-8D48-7D6885FE2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2A47-AC26-4CD7-B4BB-C997A6F2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8A8E1-F920-4F98-9A2F-B96AC883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852487"/>
            <a:ext cx="51625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9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37B-F185-41E0-B68D-5FDFE7CA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Rules/Laws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C1F5-32E0-4679-B57F-29C632F9A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recursive algorithms follow these three rules:</a:t>
            </a:r>
          </a:p>
          <a:p>
            <a:endParaRPr lang="en-US" dirty="0"/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 recursive algorithm must have a </a:t>
            </a:r>
            <a:r>
              <a:rPr lang="en-US" i="1" dirty="0">
                <a:solidFill>
                  <a:srgbClr val="0066FF"/>
                </a:solidFill>
              </a:rPr>
              <a:t>base case </a:t>
            </a:r>
            <a:r>
              <a:rPr lang="en-US" i="1" dirty="0">
                <a:solidFill>
                  <a:srgbClr val="00B050"/>
                </a:solidFill>
              </a:rPr>
              <a:t>(stopping case)</a:t>
            </a:r>
            <a:r>
              <a:rPr lang="en-US" i="1" dirty="0">
                <a:solidFill>
                  <a:srgbClr val="0066FF"/>
                </a:solidFill>
              </a:rPr>
              <a:t>.</a:t>
            </a:r>
            <a:endParaRPr lang="en-US" dirty="0"/>
          </a:p>
          <a:p>
            <a:pPr marL="857250" lvl="1" indent="-457200">
              <a:buFont typeface="+mj-lt"/>
              <a:buAutoNum type="arabicPeriod"/>
            </a:pPr>
            <a:endParaRPr lang="en-US" dirty="0"/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The algorithm must work towards the </a:t>
            </a:r>
            <a:r>
              <a:rPr lang="en-US" i="1" dirty="0">
                <a:solidFill>
                  <a:srgbClr val="0066FF"/>
                </a:solidFill>
              </a:rPr>
              <a:t>base</a:t>
            </a:r>
            <a:r>
              <a:rPr lang="en-US" dirty="0"/>
              <a:t> </a:t>
            </a:r>
            <a:r>
              <a:rPr lang="en-US" i="1" dirty="0">
                <a:solidFill>
                  <a:srgbClr val="0066FF"/>
                </a:solidFill>
              </a:rPr>
              <a:t>case</a:t>
            </a:r>
            <a:r>
              <a:rPr lang="en-US" dirty="0"/>
              <a:t>.</a:t>
            </a:r>
          </a:p>
          <a:p>
            <a:pPr marL="857250" lvl="1" indent="-457200">
              <a:buFont typeface="+mj-lt"/>
              <a:buAutoNum type="arabicPeriod"/>
            </a:pPr>
            <a:endParaRPr lang="en-US" dirty="0"/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 recursive algorithm must call itself, recursively.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BD6B-0D51-496E-8C00-9D5C49C8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8EBF-3A6B-427F-B6E7-B45B8B0B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30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37B-F185-41E0-B68D-5FDFE7CA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Rules/Laws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C1F5-32E0-4679-B57F-29C632F9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66FF"/>
                </a:solidFill>
              </a:rPr>
              <a:t>A recursion algorithm will always have a base case. </a:t>
            </a:r>
          </a:p>
          <a:p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i="1" dirty="0">
                <a:solidFill>
                  <a:srgbClr val="0066FF"/>
                </a:solidFill>
              </a:rPr>
              <a:t>base case </a:t>
            </a:r>
            <a:r>
              <a:rPr lang="en-US" dirty="0"/>
              <a:t>is nothing but the </a:t>
            </a:r>
            <a:r>
              <a:rPr lang="en-US" i="1" dirty="0">
                <a:solidFill>
                  <a:srgbClr val="0066FF"/>
                </a:solidFill>
              </a:rPr>
              <a:t>condition</a:t>
            </a:r>
            <a:r>
              <a:rPr lang="en-US" dirty="0"/>
              <a:t> that helps </a:t>
            </a:r>
            <a:r>
              <a:rPr lang="en-US" i="1" dirty="0">
                <a:solidFill>
                  <a:srgbClr val="0066FF"/>
                </a:solidFill>
              </a:rPr>
              <a:t>initiate</a:t>
            </a:r>
            <a:r>
              <a:rPr lang="en-US" dirty="0"/>
              <a:t> the process of returning to the original call function.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also the </a:t>
            </a:r>
            <a:r>
              <a:rPr lang="en-US" i="1" dirty="0">
                <a:solidFill>
                  <a:srgbClr val="0066FF"/>
                </a:solidFill>
              </a:rPr>
              <a:t>condition</a:t>
            </a:r>
            <a:r>
              <a:rPr lang="en-US" dirty="0"/>
              <a:t> because of which the algorithm is allowed to </a:t>
            </a:r>
            <a:r>
              <a:rPr lang="en-US" i="1" dirty="0">
                <a:solidFill>
                  <a:srgbClr val="0066FF"/>
                </a:solidFill>
              </a:rPr>
              <a:t>stop</a:t>
            </a:r>
            <a:r>
              <a:rPr lang="en-US" dirty="0"/>
              <a:t> the recursion process.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process is also widely known as </a:t>
            </a:r>
            <a:r>
              <a:rPr lang="en-US" i="1" dirty="0">
                <a:solidFill>
                  <a:srgbClr val="0066FF"/>
                </a:solidFill>
              </a:rPr>
              <a:t>winding</a:t>
            </a:r>
            <a:r>
              <a:rPr lang="en-US" dirty="0"/>
              <a:t> the stack.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a crucial part of performing recursion in the </a:t>
            </a:r>
            <a:r>
              <a:rPr lang="en-US" i="1" dirty="0">
                <a:solidFill>
                  <a:srgbClr val="0066FF"/>
                </a:solidFill>
              </a:rPr>
              <a:t>stack</a:t>
            </a:r>
            <a:r>
              <a:rPr lang="en-US" dirty="0"/>
              <a:t> data structure.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BD6B-0D51-496E-8C00-9D5C49C8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8EBF-3A6B-427F-B6E7-B45B8B0B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37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37B-F185-41E0-B68D-5FDFE7CA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Rules/Laws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C1F5-32E0-4679-B57F-29C632F9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0066FF"/>
                </a:solidFill>
              </a:rPr>
              <a:t>To move toward the base case, the recursion algorithm must change its state. 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857250" lvl="1" indent="-457200"/>
            <a:r>
              <a:rPr lang="en-US" dirty="0"/>
              <a:t>It is important that things be modified on subsequent calls so they can be moved closer to the base. </a:t>
            </a:r>
          </a:p>
          <a:p>
            <a:pPr marL="857250" lvl="1" indent="-457200"/>
            <a:endParaRPr lang="en-US" dirty="0"/>
          </a:p>
          <a:p>
            <a:pPr marL="857250" lvl="1" indent="-457200"/>
            <a:r>
              <a:rPr lang="en-US" dirty="0"/>
              <a:t>Changing the state precisely means giving the algorithm modified data to use. </a:t>
            </a:r>
          </a:p>
          <a:p>
            <a:pPr marL="857250" lvl="1" indent="-457200"/>
            <a:endParaRPr lang="en-US" dirty="0"/>
          </a:p>
          <a:p>
            <a:pPr marL="857250" lvl="1" indent="-457200"/>
            <a:r>
              <a:rPr lang="en-US" dirty="0"/>
              <a:t>In most cases, the data that indicates the problem gets smaller and smaller the closer it gets to the base. </a:t>
            </a:r>
          </a:p>
          <a:p>
            <a:pPr marL="857250" lvl="1" indent="-457200"/>
            <a:endParaRPr lang="en-US" dirty="0"/>
          </a:p>
          <a:p>
            <a:pPr marL="857250" lvl="1" indent="-457200"/>
            <a:r>
              <a:rPr lang="en-US" dirty="0"/>
              <a:t>In algorithms like accumulate, where the primary data structure is a vector, focusing on state-changing efforts on the vector is very important.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BD6B-0D51-496E-8C00-9D5C49C8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8EBF-3A6B-427F-B6E7-B45B8B0B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3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37B-F185-41E0-B68D-5FDFE7CA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Rules/Laws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C1F5-32E0-4679-B57F-29C632F9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0066FF"/>
                </a:solidFill>
              </a:rPr>
              <a:t>The recursive algorithm has to call itself. </a:t>
            </a:r>
          </a:p>
          <a:p>
            <a:endParaRPr lang="en-US" dirty="0"/>
          </a:p>
          <a:p>
            <a:pPr lvl="1"/>
            <a:r>
              <a:rPr lang="en-US" dirty="0"/>
              <a:t>This is one of the properties of recursion that can be understood from the very definition of a recursive algorithm.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great thing about recursion is that it divides the big problem into smaller parts and then the programmer can solve each of them individually by writing a function for those smaller problems.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However, when we have to solve a problem with functions, the function has to solve it by calling itself.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BD6B-0D51-496E-8C00-9D5C49C8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8EBF-3A6B-427F-B6E7-B45B8B0B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24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1D33-AABD-40B7-ACC2-C048D5C5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Recursion &amp; Stack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A2A2-3D48-4F59-A5F3-5E77E6EF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Recursion in Computer Science is where a function calls itself. </a:t>
            </a:r>
          </a:p>
          <a:p>
            <a:endParaRPr lang="en-US" dirty="0"/>
          </a:p>
          <a:p>
            <a:r>
              <a:rPr lang="en-US" dirty="0"/>
              <a:t>When a function is called recursively an extra frame(layer) is added to the </a:t>
            </a:r>
            <a:r>
              <a:rPr lang="en-US" i="1" dirty="0">
                <a:solidFill>
                  <a:srgbClr val="0066FF"/>
                </a:solidFill>
              </a:rPr>
              <a:t>stack</a:t>
            </a:r>
            <a:r>
              <a:rPr lang="en-US" dirty="0"/>
              <a:t>, with each subsequent frame being added on top. </a:t>
            </a:r>
          </a:p>
          <a:p>
            <a:endParaRPr lang="en-US" dirty="0"/>
          </a:p>
          <a:p>
            <a:r>
              <a:rPr lang="en-US" dirty="0"/>
              <a:t>Recursion will continue until the base case is reached, at which point the innermost call will return and the top frame removed from the stack.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When a method calls another method (even itself), an </a:t>
            </a:r>
            <a:r>
              <a:rPr lang="en-US" i="1" dirty="0">
                <a:solidFill>
                  <a:srgbClr val="0066FF"/>
                </a:solidFill>
              </a:rPr>
              <a:t>activation record</a:t>
            </a:r>
            <a:r>
              <a:rPr lang="en-US" dirty="0"/>
              <a:t> is stored on the system stack. </a:t>
            </a:r>
            <a:br>
              <a:rPr lang="en-US" dirty="0"/>
            </a:b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4D7CC-C17D-40F4-8916-CDD990A4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C5D8F-3477-46F9-AA86-FEB8316F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63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E0EFFB-8C05-4301-B219-B74D4108E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928468"/>
            <a:ext cx="4514850" cy="3771900"/>
          </a:xfrm>
          <a:prstGeom prst="rect">
            <a:avLst/>
          </a:prstGeom>
        </p:spPr>
      </p:pic>
      <p:pic>
        <p:nvPicPr>
          <p:cNvPr id="4098" name="Picture 2" descr="Recursive Functions in Python">
            <a:extLst>
              <a:ext uri="{FF2B5EF4-FFF2-40B4-BE49-F238E27FC236}">
                <a16:creationId xmlns:a16="http://schemas.microsoft.com/office/drawing/2014/main" id="{232995EB-0E98-4399-8C6E-0996D178B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066" y="4710713"/>
            <a:ext cx="4275868" cy="17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554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CA7FB-DE6C-4F39-B6CA-F4597A86B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024062"/>
            <a:ext cx="52578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06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66FF"/>
                </a:solidFill>
              </a:rPr>
              <a:t>Direct Recursion</a:t>
            </a:r>
          </a:p>
          <a:p>
            <a:endParaRPr lang="en-US" dirty="0"/>
          </a:p>
          <a:p>
            <a:pPr lvl="1" algn="just"/>
            <a:r>
              <a:rPr lang="en-US" dirty="0"/>
              <a:t>Direct recursion occurs when a function calls itself, either directly or through a chain of function calls.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In other words, a function directly references itself in its own definition.</a:t>
            </a:r>
          </a:p>
          <a:p>
            <a:pPr lvl="1" algn="just"/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9120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LcParenR"/>
            </a:pPr>
            <a:r>
              <a:rPr lang="en-US" dirty="0">
                <a:solidFill>
                  <a:srgbClr val="0066FF"/>
                </a:solidFill>
              </a:rPr>
              <a:t>Tail Recursion</a:t>
            </a:r>
          </a:p>
          <a:p>
            <a:pPr marL="457200" indent="-457200">
              <a:buFont typeface="+mj-lt"/>
              <a:buAutoNum type="alphaLcParenR"/>
            </a:pPr>
            <a:endParaRPr lang="en-US" dirty="0"/>
          </a:p>
          <a:p>
            <a:pPr lvl="1" algn="just"/>
            <a:r>
              <a:rPr lang="en-US" dirty="0"/>
              <a:t>Tail recursion occurs when the recursive call is the </a:t>
            </a:r>
            <a:r>
              <a:rPr lang="en-US" i="1" dirty="0">
                <a:solidFill>
                  <a:srgbClr val="0066FF"/>
                </a:solidFill>
              </a:rPr>
              <a:t>last</a:t>
            </a:r>
            <a:r>
              <a:rPr lang="en-US" dirty="0"/>
              <a:t> operation in a function.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This allows for optimization in some programming languages where the compiler or interpreter can replace the recursion with an iterative loop.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8010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lphaLcParenR" startAt="2"/>
            </a:pPr>
            <a:r>
              <a:rPr lang="en-US" dirty="0">
                <a:solidFill>
                  <a:srgbClr val="0066FF"/>
                </a:solidFill>
              </a:rPr>
              <a:t>Head Recursion</a:t>
            </a:r>
          </a:p>
          <a:p>
            <a:pPr lvl="1" algn="just"/>
            <a:r>
              <a:rPr lang="en-US" dirty="0"/>
              <a:t>Head recursion is the opposite of tail recursion. In head recursion, the recursive call is made before any other operation within the function.</a:t>
            </a:r>
          </a:p>
          <a:p>
            <a:pPr lvl="1" algn="just"/>
            <a:endParaRPr lang="en-US" dirty="0"/>
          </a:p>
          <a:p>
            <a:pPr marL="457200" indent="-457200" algn="just">
              <a:buFont typeface="+mj-lt"/>
              <a:buAutoNum type="alphaLcParenR" startAt="3"/>
            </a:pPr>
            <a:r>
              <a:rPr lang="en-US" dirty="0">
                <a:solidFill>
                  <a:srgbClr val="0066FF"/>
                </a:solidFill>
              </a:rPr>
              <a:t>Tree Recursion</a:t>
            </a:r>
          </a:p>
          <a:p>
            <a:pPr lvl="1" algn="just"/>
            <a:r>
              <a:rPr lang="en-US" dirty="0"/>
              <a:t>Tree recursion occurs when a function makes more than one recursive call within its body, typically forming a branching structure like a tree.</a:t>
            </a:r>
          </a:p>
          <a:p>
            <a:pPr lvl="1"/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7659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Font typeface="+mj-lt"/>
              <a:buAutoNum type="alphaLcParenR" startAt="4"/>
            </a:pPr>
            <a:r>
              <a:rPr lang="en-US" dirty="0">
                <a:solidFill>
                  <a:srgbClr val="0066FF"/>
                </a:solidFill>
              </a:rPr>
              <a:t>Nested Recursion</a:t>
            </a:r>
          </a:p>
          <a:p>
            <a:pPr lvl="1" algn="just"/>
            <a:r>
              <a:rPr lang="en-US" dirty="0"/>
              <a:t>Nested recursion occurs when a function calls itself, and that recursive call contains another call to itself.</a:t>
            </a:r>
          </a:p>
          <a:p>
            <a:pPr lvl="1" algn="just"/>
            <a:endParaRPr lang="en-US" dirty="0">
              <a:solidFill>
                <a:srgbClr val="0066FF"/>
              </a:solidFill>
            </a:endParaRPr>
          </a:p>
          <a:p>
            <a:pPr marL="514350" indent="-514350" algn="just">
              <a:buFont typeface="+mj-lt"/>
              <a:buAutoNum type="alphaLcParenR" startAt="5"/>
            </a:pPr>
            <a:r>
              <a:rPr lang="en-US" dirty="0">
                <a:solidFill>
                  <a:srgbClr val="0066FF"/>
                </a:solidFill>
              </a:rPr>
              <a:t>Linear Recursion</a:t>
            </a:r>
            <a:r>
              <a:rPr lang="en-US" b="1" dirty="0"/>
              <a:t>:</a:t>
            </a:r>
            <a:r>
              <a:rPr lang="en-US" dirty="0"/>
              <a:t> Linear recursion is the simplest form of recursion, where a function calls itself only once in each recursive call.</a:t>
            </a:r>
          </a:p>
          <a:p>
            <a:pPr marL="514350" indent="-514350">
              <a:buFont typeface="+mj-lt"/>
              <a:buAutoNum type="alphaLcParenR" startAt="5"/>
            </a:pPr>
            <a:endParaRPr lang="en-US" dirty="0"/>
          </a:p>
          <a:p>
            <a:pPr marL="0" indent="0">
              <a:buNone/>
            </a:pPr>
            <a:endParaRPr lang="en-PK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48370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lphaLcParenR" startAt="6"/>
            </a:pPr>
            <a:r>
              <a:rPr lang="en-US" dirty="0">
                <a:solidFill>
                  <a:srgbClr val="0066FF"/>
                </a:solidFill>
              </a:rPr>
              <a:t>Binary Recursion:</a:t>
            </a:r>
            <a:r>
              <a:rPr lang="en-US" dirty="0"/>
              <a:t> Binary recursion involves a function calling itself twice. It's often used in problems that can be divided into two or more subproblems.</a:t>
            </a:r>
            <a:endParaRPr lang="en-PK" dirty="0"/>
          </a:p>
          <a:p>
            <a:pPr marL="0" indent="0" algn="just">
              <a:buNone/>
            </a:pPr>
            <a:endParaRPr lang="en-US" dirty="0">
              <a:solidFill>
                <a:srgbClr val="0066FF"/>
              </a:solidFill>
            </a:endParaRPr>
          </a:p>
          <a:p>
            <a:pPr marL="457200" indent="-457200" algn="just">
              <a:buFont typeface="+mj-lt"/>
              <a:buAutoNum type="alphaLcParenR" startAt="7"/>
            </a:pPr>
            <a:r>
              <a:rPr lang="en-US" dirty="0">
                <a:solidFill>
                  <a:srgbClr val="0066FF"/>
                </a:solidFill>
              </a:rPr>
              <a:t>Multiple Recursion:</a:t>
            </a:r>
            <a:r>
              <a:rPr lang="en-US" dirty="0"/>
              <a:t> Multiple recursion is a type of recursion where a function makes more than two recursive calls.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4482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6A85-C358-419A-BC88-78DA83E6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Recursion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48A6-0225-48D9-A28B-9B3E9CEB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0066FF"/>
                </a:solidFill>
              </a:rPr>
              <a:t>Indirect Recursion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lvl="1"/>
            <a:r>
              <a:rPr lang="en-US" dirty="0"/>
              <a:t>Indirect recursion occurs when multiple functions call each other in a circular manner.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a sequence of function calls where one function indirectly calls another, which in turn may call the first function or other functions.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in C (Indirect Recursion - Even and Odd Number Check):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D266-3A03-4212-8F1B-B6F17B1B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3D1B-8DFD-43FF-A50E-65481D5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AutoShape 2" descr="https://inprogrammer.com/wp-content/uploads/2023/02/image-16.png">
            <a:extLst>
              <a:ext uri="{FF2B5EF4-FFF2-40B4-BE49-F238E27FC236}">
                <a16:creationId xmlns:a16="http://schemas.microsoft.com/office/drawing/2014/main" id="{7D4EDCE5-FF6E-4196-87E4-8FC4B53ED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3133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5700-FA5B-4631-BBC2-D18FD5FE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Linear Data Structures: Arrays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01A0A-B707-4B7B-A695-42D1FA0A4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Arrays have constant-time access to elements by index but may have fixed sizes in some languages.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44CA1-1999-4F7E-AC4E-7A4D1DA4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C97C6-A3C1-4201-9E15-6D5F78B9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098" name="Picture 2" descr="Array in DS">
            <a:extLst>
              <a:ext uri="{FF2B5EF4-FFF2-40B4-BE49-F238E27FC236}">
                <a16:creationId xmlns:a16="http://schemas.microsoft.com/office/drawing/2014/main" id="{417BFE0A-62D3-4901-A633-9F7A608B6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3" y="1611489"/>
            <a:ext cx="40290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rray in DS">
            <a:extLst>
              <a:ext uri="{FF2B5EF4-FFF2-40B4-BE49-F238E27FC236}">
                <a16:creationId xmlns:a16="http://schemas.microsoft.com/office/drawing/2014/main" id="{736DD566-9A7A-4C97-B553-D3B747CC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3440289"/>
            <a:ext cx="44958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55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BA97-A0C4-421B-AB84-7473C74F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900" dirty="0"/>
              <a:t>Linear Data Structures: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B3744-CEEF-4168-94CE-C7ED30CDB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Arrays:</a:t>
            </a:r>
            <a:r>
              <a:rPr lang="en-US" dirty="0"/>
              <a:t> An ordered collection of elements, where an index or a key identifies each element.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06153-9DDA-443D-981A-5C278129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15200-C81E-4CF1-9D2B-BBC4C510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26" name="Picture 2" descr="C++ Arrays with Detailed Explanation and Examples - Simple Snippets">
            <a:extLst>
              <a:ext uri="{FF2B5EF4-FFF2-40B4-BE49-F238E27FC236}">
                <a16:creationId xmlns:a16="http://schemas.microsoft.com/office/drawing/2014/main" id="{35DE7EA0-FFA2-4B88-BB25-DFFB37690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676400"/>
            <a:ext cx="73437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494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4BF1-83F0-4B5C-BEBE-EC38BFB6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Linear Data Structures: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173B-A6CC-483C-9DE8-5AB2489E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Two-dimensional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5641-9C32-495B-BD8C-7B2E3BE4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150C1-566F-43F5-84AE-0AB866C9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E1B18-FE18-49C2-815F-FFDA3A181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" y="1323975"/>
            <a:ext cx="68675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71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4BF1-83F0-4B5C-BEBE-EC38BFB6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Linear Data Structures: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173B-A6CC-483C-9DE8-5AB2489E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Two-dimensional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5641-9C32-495B-BD8C-7B2E3BE4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150C1-566F-43F5-84AE-0AB866C9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074" name="Picture 2" descr="DS 2D Array">
            <a:extLst>
              <a:ext uri="{FF2B5EF4-FFF2-40B4-BE49-F238E27FC236}">
                <a16:creationId xmlns:a16="http://schemas.microsoft.com/office/drawing/2014/main" id="{AF8D6B83-5396-49A9-A546-B8FD0E4C4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290638"/>
            <a:ext cx="465772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609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4BF1-83F0-4B5C-BEBE-EC38BFB6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Linear Data Structures: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173B-A6CC-483C-9DE8-5AB2489E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Multi-dimensional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5641-9C32-495B-BD8C-7B2E3BE4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150C1-566F-43F5-84AE-0AB866C9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050" name="Picture 2" descr="Multidimensional arrays in PHP - GeeksforGeeks">
            <a:extLst>
              <a:ext uri="{FF2B5EF4-FFF2-40B4-BE49-F238E27FC236}">
                <a16:creationId xmlns:a16="http://schemas.microsoft.com/office/drawing/2014/main" id="{EB41746C-83B2-4DF1-A95F-86CAC7016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2525"/>
            <a:ext cx="9144000" cy="455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16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4BF1-83F0-4B5C-BEBE-EC38BFB6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Linear Data Structures: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173B-A6CC-483C-9DE8-5AB2489E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Multi-dimensional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5641-9C32-495B-BD8C-7B2E3BE4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11-Sep-2024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150C1-566F-43F5-84AE-0AB866C9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7" name="Picture 2" descr="Three-dimensional array visualization">
            <a:extLst>
              <a:ext uri="{FF2B5EF4-FFF2-40B4-BE49-F238E27FC236}">
                <a16:creationId xmlns:a16="http://schemas.microsoft.com/office/drawing/2014/main" id="{5C4A705E-3E65-4CD4-A08A-298F03FFC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85668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883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11-Sep-2024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Props1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207D34-F50E-4D4D-9D47-2ECFF116F129}">
  <ds:schemaRefs>
    <ds:schemaRef ds:uri="http://www.w3.org/XML/1998/namespace"/>
    <ds:schemaRef ds:uri="e41a7a39-cefe-44f5-a3a8-0050e37c33e9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867</Words>
  <Application>Microsoft Office PowerPoint</Application>
  <PresentationFormat>On-screen Show (4:3)</PresentationFormat>
  <Paragraphs>179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Narrow</vt:lpstr>
      <vt:lpstr>Calibri</vt:lpstr>
      <vt:lpstr>MoolBoran</vt:lpstr>
      <vt:lpstr>Office Theme</vt:lpstr>
      <vt:lpstr>Data Structures &amp; Algorithms</vt:lpstr>
      <vt:lpstr>Week-02 Agenda </vt:lpstr>
      <vt:lpstr>Recursion</vt:lpstr>
      <vt:lpstr>PowerPoint Presentation</vt:lpstr>
      <vt:lpstr>Recursion</vt:lpstr>
      <vt:lpstr>Recursion</vt:lpstr>
      <vt:lpstr>Recursion</vt:lpstr>
      <vt:lpstr>Recursion</vt:lpstr>
      <vt:lpstr>Rules/Laws of Recursion</vt:lpstr>
      <vt:lpstr>Rules/Laws of Recursion</vt:lpstr>
      <vt:lpstr>Rules/Laws of Recursion</vt:lpstr>
      <vt:lpstr>Rules/Laws of Recursion</vt:lpstr>
      <vt:lpstr>Recursion &amp; Stack</vt:lpstr>
      <vt:lpstr>Types of Recursion</vt:lpstr>
      <vt:lpstr>Types of Recursion</vt:lpstr>
      <vt:lpstr>Types of Recursion</vt:lpstr>
      <vt:lpstr>Types of Recursion</vt:lpstr>
      <vt:lpstr>Types of Recursion</vt:lpstr>
      <vt:lpstr>Types of Recursion</vt:lpstr>
      <vt:lpstr>Types of Recursion</vt:lpstr>
      <vt:lpstr>Types of Recursion</vt:lpstr>
      <vt:lpstr>Linear Data Structures: Arrays</vt:lpstr>
      <vt:lpstr>Linear Data Structures: Arrays</vt:lpstr>
      <vt:lpstr>Linear Data Structures: Arrays</vt:lpstr>
      <vt:lpstr>Linear Data Structures: Arrays</vt:lpstr>
      <vt:lpstr>Linear Data Structures: Arrays</vt:lpstr>
      <vt:lpstr>Linear Data Structures: Arrays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 BUKC</cp:lastModifiedBy>
  <cp:revision>325</cp:revision>
  <dcterms:created xsi:type="dcterms:W3CDTF">2016-10-27T12:58:45Z</dcterms:created>
  <dcterms:modified xsi:type="dcterms:W3CDTF">2024-09-11T14:28:03Z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