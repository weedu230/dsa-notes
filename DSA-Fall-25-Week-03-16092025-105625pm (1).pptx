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5"/>
  </p:notesMasterIdLst>
  <p:sldIdLst>
    <p:sldId id="256" r:id="rId5"/>
    <p:sldId id="257" r:id="rId6"/>
    <p:sldId id="713" r:id="rId7"/>
    <p:sldId id="715" r:id="rId8"/>
    <p:sldId id="926" r:id="rId9"/>
    <p:sldId id="925" r:id="rId10"/>
    <p:sldId id="652" r:id="rId11"/>
    <p:sldId id="653" r:id="rId12"/>
    <p:sldId id="927" r:id="rId13"/>
    <p:sldId id="654" r:id="rId14"/>
    <p:sldId id="651" r:id="rId15"/>
    <p:sldId id="656" r:id="rId16"/>
    <p:sldId id="928" r:id="rId17"/>
    <p:sldId id="712" r:id="rId18"/>
    <p:sldId id="658" r:id="rId19"/>
    <p:sldId id="659" r:id="rId20"/>
    <p:sldId id="660" r:id="rId21"/>
    <p:sldId id="661" r:id="rId22"/>
    <p:sldId id="662" r:id="rId23"/>
    <p:sldId id="650"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1152" y="11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6ABBB9-D43F-4F6B-B6A1-E0CDD613A533}" type="datetimeFigureOut">
              <a:rPr lang="en-US" smtClean="0"/>
              <a:pPr/>
              <a:t>21-Sep-2024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7D8513B-4632-4E89-ACB7-7E7F9046F24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FFF71D2-D6BA-4174-87E1-0F5D0E08BB86}" type="datetime1">
              <a:rPr lang="en-US" smtClean="0"/>
              <a:t>21-Sep-2024</a:t>
            </a:fld>
            <a:endParaRPr lang="en-US"/>
          </a:p>
        </p:txBody>
      </p:sp>
      <p:sp>
        <p:nvSpPr>
          <p:cNvPr id="5" name="Footer Placeholder 4"/>
          <p:cNvSpPr>
            <a:spLocks noGrp="1"/>
          </p:cNvSpPr>
          <p:nvPr>
            <p:ph type="ftr" sz="quarter" idx="11"/>
          </p:nvPr>
        </p:nvSpPr>
        <p:spPr/>
        <p:txBody>
          <a:bodyPr/>
          <a:lstStyle/>
          <a:p>
            <a:r>
              <a:rPr lang="en-US"/>
              <a:t>Prepared by: Engr. Majid Kaleem</a:t>
            </a:r>
          </a:p>
        </p:txBody>
      </p:sp>
      <p:sp>
        <p:nvSpPr>
          <p:cNvPr id="6" name="Slide Number Placeholder 5"/>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884"/>
            <a:ext cx="9144000" cy="530352"/>
          </a:xfrm>
          <a:solidFill>
            <a:schemeClr val="accent1"/>
          </a:solidFill>
        </p:spPr>
        <p:txBody>
          <a:bodyPr>
            <a:normAutofit/>
          </a:bodyPr>
          <a:lstStyle>
            <a:lvl1pPr>
              <a:defRPr sz="3600" b="1">
                <a:solidFill>
                  <a:schemeClr val="bg1"/>
                </a:solidFill>
                <a:effectLst>
                  <a:outerShdw blurRad="38100" dist="38100" dir="2700000" algn="tl">
                    <a:srgbClr val="000000">
                      <a:alpha val="43137"/>
                    </a:srgbClr>
                  </a:outerShdw>
                </a:effectLst>
                <a:latin typeface="+mj-lt"/>
              </a:defRPr>
            </a:lvl1pPr>
          </a:lstStyle>
          <a:p>
            <a:r>
              <a:rPr lang="en-US" dirty="0"/>
              <a:t>Click to edit Master title style</a:t>
            </a:r>
          </a:p>
        </p:txBody>
      </p:sp>
      <p:sp>
        <p:nvSpPr>
          <p:cNvPr id="3" name="Content Placeholder 2"/>
          <p:cNvSpPr>
            <a:spLocks noGrp="1"/>
          </p:cNvSpPr>
          <p:nvPr>
            <p:ph idx="1"/>
          </p:nvPr>
        </p:nvSpPr>
        <p:spPr>
          <a:xfrm>
            <a:off x="0" y="685800"/>
            <a:ext cx="9144000" cy="5440363"/>
          </a:xfrm>
        </p:spPr>
        <p:txBody>
          <a:bodyPr/>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F43648F-C10C-476D-BA4E-5D96890A4ABC}" type="datetime1">
              <a:rPr lang="en-US" smtClean="0"/>
              <a:t>21-Sep-2024</a:t>
            </a:fld>
            <a:endParaRPr lang="en-US"/>
          </a:p>
        </p:txBody>
      </p:sp>
      <p:sp>
        <p:nvSpPr>
          <p:cNvPr id="6" name="Slide Number Placeholder 5"/>
          <p:cNvSpPr>
            <a:spLocks noGrp="1"/>
          </p:cNvSpPr>
          <p:nvPr>
            <p:ph type="sldNum" sz="quarter" idx="12"/>
          </p:nvPr>
        </p:nvSpPr>
        <p:spPr>
          <a:xfrm>
            <a:off x="8001000" y="6324600"/>
            <a:ext cx="685800" cy="396875"/>
          </a:xfrm>
        </p:spPr>
        <p:txBody>
          <a:bodyPr/>
          <a:lstStyle/>
          <a:p>
            <a:fld id="{67D2A209-9856-462B-A010-2A2374E3EB4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6053AB-C917-44B5-94A4-E19F9582D8A1}" type="datetime1">
              <a:rPr lang="en-US" smtClean="0"/>
              <a:t>21-Sep-2024</a:t>
            </a:fld>
            <a:endParaRPr lang="en-US"/>
          </a:p>
        </p:txBody>
      </p:sp>
      <p:sp>
        <p:nvSpPr>
          <p:cNvPr id="6" name="Slide Number Placeholder 5"/>
          <p:cNvSpPr>
            <a:spLocks noGrp="1"/>
          </p:cNvSpPr>
          <p:nvPr>
            <p:ph type="sldNum" sz="quarter" idx="12"/>
          </p:nvPr>
        </p:nvSpPr>
        <p:spPr/>
        <p:txBody>
          <a:bodyPr/>
          <a:lstStyle/>
          <a:p>
            <a:fld id="{67D2A209-9856-462B-A010-2A2374E3EB4A}" type="slidenum">
              <a:rPr lang="en-US" smtClean="0"/>
              <a:pPr/>
              <a:t>‹#›</a:t>
            </a:fld>
            <a:endParaRPr lang="en-US"/>
          </a:p>
        </p:txBody>
      </p:sp>
      <p:sp>
        <p:nvSpPr>
          <p:cNvPr id="7" name="Footer Placeholder 3"/>
          <p:cNvSpPr>
            <a:spLocks noGrp="1"/>
          </p:cNvSpPr>
          <p:nvPr userDrawn="1">
            <p:ph type="ftr" sz="quarter" idx="11"/>
          </p:nvPr>
        </p:nvSpPr>
        <p:spPr>
          <a:xfrm>
            <a:off x="5774871" y="6324600"/>
            <a:ext cx="2209800" cy="396875"/>
          </a:xfrm>
        </p:spPr>
        <p:txBody>
          <a:bodyPr/>
          <a:lstStyle/>
          <a:p>
            <a:r>
              <a:rPr lang="en-GB" dirty="0"/>
              <a:t>Prepared by: Engr. </a:t>
            </a:r>
            <a:r>
              <a:rPr lang="en-GB" dirty="0" err="1"/>
              <a:t>Majid</a:t>
            </a:r>
            <a:r>
              <a:rPr lang="en-GB" dirty="0"/>
              <a:t> </a:t>
            </a:r>
            <a:r>
              <a:rPr lang="en-GB" dirty="0" err="1"/>
              <a:t>Kaleem</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047A969-A3A4-4905-BB3B-A1F99714489D}" type="datetime1">
              <a:rPr lang="en-US" smtClean="0"/>
              <a:t>21-Sep-2024</a:t>
            </a:fld>
            <a:endParaRPr lang="en-US"/>
          </a:p>
        </p:txBody>
      </p:sp>
      <p:sp>
        <p:nvSpPr>
          <p:cNvPr id="6" name="Footer Placeholder 5"/>
          <p:cNvSpPr>
            <a:spLocks noGrp="1"/>
          </p:cNvSpPr>
          <p:nvPr>
            <p:ph type="ftr" sz="quarter" idx="11"/>
          </p:nvPr>
        </p:nvSpPr>
        <p:spPr/>
        <p:txBody>
          <a:bodyPr/>
          <a:lstStyle/>
          <a:p>
            <a:r>
              <a:rPr lang="en-US"/>
              <a:t>Prepared by: Engr. Majid Kaleem</a:t>
            </a:r>
          </a:p>
        </p:txBody>
      </p:sp>
      <p:sp>
        <p:nvSpPr>
          <p:cNvPr id="7" name="Slide Number Placeholder 6"/>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E81122F-34FE-4A32-AF1E-06D01F4AB465}" type="datetime1">
              <a:rPr lang="en-US" smtClean="0"/>
              <a:t>21-Sep-2024</a:t>
            </a:fld>
            <a:endParaRPr lang="en-US"/>
          </a:p>
        </p:txBody>
      </p:sp>
      <p:sp>
        <p:nvSpPr>
          <p:cNvPr id="8" name="Footer Placeholder 7"/>
          <p:cNvSpPr>
            <a:spLocks noGrp="1"/>
          </p:cNvSpPr>
          <p:nvPr>
            <p:ph type="ftr" sz="quarter" idx="11"/>
          </p:nvPr>
        </p:nvSpPr>
        <p:spPr/>
        <p:txBody>
          <a:bodyPr/>
          <a:lstStyle/>
          <a:p>
            <a:r>
              <a:rPr lang="en-US"/>
              <a:t>Prepared by: Engr. Majid Kaleem</a:t>
            </a:r>
          </a:p>
        </p:txBody>
      </p:sp>
      <p:sp>
        <p:nvSpPr>
          <p:cNvPr id="9" name="Slide Number Placeholder 8"/>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E09BF83-D408-43EE-8C8E-881EB30FED63}" type="datetime1">
              <a:rPr lang="en-US" smtClean="0"/>
              <a:t>21-Sep-2024</a:t>
            </a:fld>
            <a:endParaRPr lang="en-US"/>
          </a:p>
        </p:txBody>
      </p:sp>
      <p:sp>
        <p:nvSpPr>
          <p:cNvPr id="6" name="Footer Placeholder 4"/>
          <p:cNvSpPr>
            <a:spLocks noGrp="1"/>
          </p:cNvSpPr>
          <p:nvPr>
            <p:ph type="ftr" sz="quarter" idx="11"/>
          </p:nvPr>
        </p:nvSpPr>
        <p:spPr>
          <a:xfrm>
            <a:off x="5774871" y="6324600"/>
            <a:ext cx="2209800" cy="396875"/>
          </a:xfrm>
        </p:spPr>
        <p:txBody>
          <a:bodyPr/>
          <a:lstStyle/>
          <a:p>
            <a:r>
              <a:rPr lang="en-GB" dirty="0"/>
              <a:t>Prepared by: Engr. </a:t>
            </a:r>
            <a:r>
              <a:rPr lang="en-GB" dirty="0" err="1"/>
              <a:t>Majid</a:t>
            </a:r>
            <a:r>
              <a:rPr lang="en-GB" dirty="0"/>
              <a:t> </a:t>
            </a:r>
            <a:r>
              <a:rPr lang="en-GB" dirty="0" err="1"/>
              <a:t>Kaleem</a:t>
            </a:r>
            <a:endParaRPr lang="en-US" dirty="0"/>
          </a:p>
        </p:txBody>
      </p:sp>
      <p:sp>
        <p:nvSpPr>
          <p:cNvPr id="7" name="Slide Number Placeholder 5"/>
          <p:cNvSpPr>
            <a:spLocks noGrp="1"/>
          </p:cNvSpPr>
          <p:nvPr>
            <p:ph type="sldNum" sz="quarter" idx="12"/>
          </p:nvPr>
        </p:nvSpPr>
        <p:spPr>
          <a:xfrm>
            <a:off x="8001000" y="6324600"/>
            <a:ext cx="685800" cy="396875"/>
          </a:xfrm>
        </p:spPr>
        <p:txBody>
          <a:bodyPr/>
          <a:lstStyle/>
          <a:p>
            <a:fld id="{67D2A209-9856-462B-A010-2A2374E3EB4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7E6E94-763D-4669-B6E9-51CBF0DE98F8}" type="datetime1">
              <a:rPr lang="en-US" smtClean="0"/>
              <a:t>21-Sep-2024</a:t>
            </a:fld>
            <a:endParaRPr lang="en-US"/>
          </a:p>
        </p:txBody>
      </p:sp>
      <p:sp>
        <p:nvSpPr>
          <p:cNvPr id="5" name="Footer Placeholder 4"/>
          <p:cNvSpPr>
            <a:spLocks noGrp="1"/>
          </p:cNvSpPr>
          <p:nvPr>
            <p:ph type="ftr" sz="quarter" idx="11"/>
          </p:nvPr>
        </p:nvSpPr>
        <p:spPr>
          <a:xfrm>
            <a:off x="5774871" y="6324600"/>
            <a:ext cx="2209800" cy="396875"/>
          </a:xfrm>
        </p:spPr>
        <p:txBody>
          <a:bodyPr/>
          <a:lstStyle>
            <a:lvl1pPr algn="r">
              <a:defRPr sz="1000">
                <a:latin typeface="Arial" pitchFamily="34" charset="0"/>
                <a:cs typeface="Arial" pitchFamily="34" charset="0"/>
              </a:defRPr>
            </a:lvl1pPr>
          </a:lstStyle>
          <a:p>
            <a:r>
              <a:rPr lang="en-GB"/>
              <a:t>Prepared by: Engr. Majid Kaleem</a:t>
            </a:r>
            <a:endParaRPr lang="en-US" dirty="0"/>
          </a:p>
        </p:txBody>
      </p:sp>
      <p:sp>
        <p:nvSpPr>
          <p:cNvPr id="6" name="Slide Number Placeholder 5"/>
          <p:cNvSpPr>
            <a:spLocks noGrp="1"/>
          </p:cNvSpPr>
          <p:nvPr>
            <p:ph type="sldNum" sz="quarter" idx="12"/>
          </p:nvPr>
        </p:nvSpPr>
        <p:spPr>
          <a:xfrm>
            <a:off x="8001000" y="6324600"/>
            <a:ext cx="685800" cy="396875"/>
          </a:xfrm>
        </p:spPr>
        <p:txBody>
          <a:bodyPr/>
          <a:lstStyle/>
          <a:p>
            <a:fld id="{67D2A209-9856-462B-A010-2A2374E3EB4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B90AE6-6DBC-4573-A883-C8B56C3BA319}" type="datetime1">
              <a:rPr lang="en-US" smtClean="0"/>
              <a:t>21-Sep-2024</a:t>
            </a:fld>
            <a:endParaRPr lang="en-US"/>
          </a:p>
        </p:txBody>
      </p:sp>
      <p:sp>
        <p:nvSpPr>
          <p:cNvPr id="6" name="Footer Placeholder 5"/>
          <p:cNvSpPr>
            <a:spLocks noGrp="1"/>
          </p:cNvSpPr>
          <p:nvPr>
            <p:ph type="ftr" sz="quarter" idx="11"/>
          </p:nvPr>
        </p:nvSpPr>
        <p:spPr/>
        <p:txBody>
          <a:bodyPr/>
          <a:lstStyle/>
          <a:p>
            <a:r>
              <a:rPr lang="en-US"/>
              <a:t>Prepared by: Engr. Majid Kaleem</a:t>
            </a:r>
          </a:p>
        </p:txBody>
      </p:sp>
      <p:sp>
        <p:nvSpPr>
          <p:cNvPr id="7" name="Slide Number Placeholder 6"/>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54DD4B-BA74-4081-9C98-F75546208E81}" type="datetime1">
              <a:rPr lang="en-US" smtClean="0"/>
              <a:t>21-Sep-2024</a:t>
            </a:fld>
            <a:endParaRPr lang="en-US"/>
          </a:p>
        </p:txBody>
      </p:sp>
      <p:sp>
        <p:nvSpPr>
          <p:cNvPr id="6" name="Footer Placeholder 5"/>
          <p:cNvSpPr>
            <a:spLocks noGrp="1"/>
          </p:cNvSpPr>
          <p:nvPr>
            <p:ph type="ftr" sz="quarter" idx="11"/>
          </p:nvPr>
        </p:nvSpPr>
        <p:spPr/>
        <p:txBody>
          <a:bodyPr/>
          <a:lstStyle/>
          <a:p>
            <a:r>
              <a:rPr lang="en-US"/>
              <a:t>Prepared by: Engr. Majid Kaleem</a:t>
            </a:r>
          </a:p>
        </p:txBody>
      </p:sp>
      <p:sp>
        <p:nvSpPr>
          <p:cNvPr id="7" name="Slide Number Placeholder 6"/>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56D023-EB81-4F7E-BAFB-BBC0F73C5589}" type="datetime1">
              <a:rPr lang="en-US" smtClean="0"/>
              <a:t>21-Sep-2024</a:t>
            </a:fld>
            <a:endParaRPr lang="en-US"/>
          </a:p>
        </p:txBody>
      </p:sp>
      <p:sp>
        <p:nvSpPr>
          <p:cNvPr id="5" name="Footer Placeholder 4"/>
          <p:cNvSpPr>
            <a:spLocks noGrp="1"/>
          </p:cNvSpPr>
          <p:nvPr>
            <p:ph type="ftr" sz="quarter" idx="11"/>
          </p:nvPr>
        </p:nvSpPr>
        <p:spPr/>
        <p:txBody>
          <a:bodyPr/>
          <a:lstStyle/>
          <a:p>
            <a:r>
              <a:rPr lang="en-US"/>
              <a:t>Prepared by: Engr. Majid Kaleem</a:t>
            </a:r>
          </a:p>
        </p:txBody>
      </p:sp>
      <p:sp>
        <p:nvSpPr>
          <p:cNvPr id="6" name="Slide Number Placeholder 5"/>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63CAF7-3317-49F4-8BCD-6F3AFB74B952}" type="datetime1">
              <a:rPr lang="en-US" smtClean="0"/>
              <a:t>21-Sep-2024</a:t>
            </a:fld>
            <a:endParaRPr lang="en-US"/>
          </a:p>
        </p:txBody>
      </p:sp>
      <p:sp>
        <p:nvSpPr>
          <p:cNvPr id="5" name="Footer Placeholder 4"/>
          <p:cNvSpPr>
            <a:spLocks noGrp="1"/>
          </p:cNvSpPr>
          <p:nvPr>
            <p:ph type="ftr" sz="quarter" idx="11"/>
          </p:nvPr>
        </p:nvSpPr>
        <p:spPr/>
        <p:txBody>
          <a:bodyPr/>
          <a:lstStyle/>
          <a:p>
            <a:r>
              <a:rPr lang="en-US"/>
              <a:t>Prepared by: Engr. Majid Kaleem</a:t>
            </a:r>
          </a:p>
        </p:txBody>
      </p:sp>
      <p:sp>
        <p:nvSpPr>
          <p:cNvPr id="6" name="Slide Number Placeholder 5"/>
          <p:cNvSpPr>
            <a:spLocks noGrp="1"/>
          </p:cNvSpPr>
          <p:nvPr>
            <p:ph type="sldNum" sz="quarter" idx="12"/>
          </p:nvPr>
        </p:nvSpPr>
        <p:spPr/>
        <p:txBody>
          <a:bodyPr/>
          <a:lstStyle/>
          <a:p>
            <a:fld id="{67D2A209-9856-462B-A010-2A2374E3EB4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94185C-045E-4B07-B360-1E4D0D4807A8}" type="datetime1">
              <a:rPr lang="en-US" smtClean="0"/>
              <a:t>21-Sep-2024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Prepared by: Engr. Majid Kaleem</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D2A209-9856-462B-A010-2A2374E3EB4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GB" sz="9600" dirty="0">
                <a:latin typeface="MoolBoran" pitchFamily="34" charset="0"/>
                <a:cs typeface="MoolBoran" pitchFamily="34" charset="0"/>
              </a:rPr>
              <a:t>Data Structures &amp; Algorithms</a:t>
            </a:r>
            <a:endParaRPr lang="en-US" sz="9600" dirty="0">
              <a:latin typeface="MoolBoran" pitchFamily="34" charset="0"/>
              <a:cs typeface="MoolBoran" pitchFamily="34" charset="0"/>
            </a:endParaRPr>
          </a:p>
        </p:txBody>
      </p:sp>
      <p:sp>
        <p:nvSpPr>
          <p:cNvPr id="3" name="Subtitle 2"/>
          <p:cNvSpPr>
            <a:spLocks noGrp="1"/>
          </p:cNvSpPr>
          <p:nvPr>
            <p:ph type="subTitle" idx="1"/>
          </p:nvPr>
        </p:nvSpPr>
        <p:spPr>
          <a:xfrm>
            <a:off x="1371600" y="4267200"/>
            <a:ext cx="6400800" cy="762000"/>
          </a:xfrm>
        </p:spPr>
        <p:txBody>
          <a:bodyPr/>
          <a:lstStyle/>
          <a:p>
            <a:r>
              <a:rPr lang="en-GB" dirty="0">
                <a:solidFill>
                  <a:schemeClr val="tx2"/>
                </a:solidFill>
                <a:latin typeface="MoolBoran" pitchFamily="34" charset="0"/>
                <a:cs typeface="MoolBoran" pitchFamily="34" charset="0"/>
              </a:rPr>
              <a:t>Week-03</a:t>
            </a:r>
            <a:endParaRPr lang="en-US" dirty="0">
              <a:solidFill>
                <a:schemeClr val="tx2"/>
              </a:solidFill>
              <a:latin typeface="MoolBoran" pitchFamily="34" charset="0"/>
              <a:cs typeface="MoolBoran" pitchFamily="34" charset="0"/>
            </a:endParaRPr>
          </a:p>
        </p:txBody>
      </p:sp>
      <p:pic>
        <p:nvPicPr>
          <p:cNvPr id="6" name="Picture 5" descr="logo5.png"/>
          <p:cNvPicPr/>
          <p:nvPr/>
        </p:nvPicPr>
        <p:blipFill>
          <a:blip r:embed="rId2" cstate="print"/>
          <a:stretch>
            <a:fillRect/>
          </a:stretch>
        </p:blipFill>
        <p:spPr>
          <a:xfrm>
            <a:off x="14186" y="0"/>
            <a:ext cx="2729014" cy="778213"/>
          </a:xfrm>
          <a:prstGeom prst="rect">
            <a:avLst/>
          </a:prstGeom>
        </p:spPr>
      </p:pic>
      <p:sp>
        <p:nvSpPr>
          <p:cNvPr id="8" name="Date Placeholder 7">
            <a:extLst>
              <a:ext uri="{FF2B5EF4-FFF2-40B4-BE49-F238E27FC236}">
                <a16:creationId xmlns:a16="http://schemas.microsoft.com/office/drawing/2014/main" id="{1A0F576E-2ADB-4177-AB0E-A05B1562F475}"/>
              </a:ext>
            </a:extLst>
          </p:cNvPr>
          <p:cNvSpPr>
            <a:spLocks noGrp="1"/>
          </p:cNvSpPr>
          <p:nvPr>
            <p:ph type="dt" sz="half" idx="10"/>
          </p:nvPr>
        </p:nvSpPr>
        <p:spPr/>
        <p:txBody>
          <a:bodyPr/>
          <a:lstStyle/>
          <a:p>
            <a:fld id="{E556753D-90AF-4F2E-8EC7-13C4E2C1D86D}" type="datetime1">
              <a:rPr lang="en-US" smtClean="0"/>
              <a:t>21-Sep-2024</a:t>
            </a:fld>
            <a:endParaRPr lang="en-US"/>
          </a:p>
        </p:txBody>
      </p:sp>
      <p:sp>
        <p:nvSpPr>
          <p:cNvPr id="9" name="Slide Number Placeholder 8">
            <a:extLst>
              <a:ext uri="{FF2B5EF4-FFF2-40B4-BE49-F238E27FC236}">
                <a16:creationId xmlns:a16="http://schemas.microsoft.com/office/drawing/2014/main" id="{2F763651-B497-4529-9AFF-59636D160AFF}"/>
              </a:ext>
            </a:extLst>
          </p:cNvPr>
          <p:cNvSpPr>
            <a:spLocks noGrp="1"/>
          </p:cNvSpPr>
          <p:nvPr>
            <p:ph type="sldNum" sz="quarter" idx="12"/>
          </p:nvPr>
        </p:nvSpPr>
        <p:spPr/>
        <p:txBody>
          <a:bodyPr/>
          <a:lstStyle/>
          <a:p>
            <a:fld id="{67D2A209-9856-462B-A010-2A2374E3EB4A}"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25880-FFD1-48AE-9982-FCB0F658DFAA}"/>
              </a:ext>
            </a:extLst>
          </p:cNvPr>
          <p:cNvSpPr>
            <a:spLocks noGrp="1"/>
          </p:cNvSpPr>
          <p:nvPr>
            <p:ph type="title"/>
          </p:nvPr>
        </p:nvSpPr>
        <p:spPr/>
        <p:txBody>
          <a:bodyPr>
            <a:normAutofit fontScale="90000"/>
          </a:bodyPr>
          <a:lstStyle/>
          <a:p>
            <a:r>
              <a:rPr lang="en-US" dirty="0"/>
              <a:t>Week-03 Agenda </a:t>
            </a:r>
          </a:p>
        </p:txBody>
      </p:sp>
      <p:sp>
        <p:nvSpPr>
          <p:cNvPr id="3" name="Content Placeholder 2">
            <a:extLst>
              <a:ext uri="{FF2B5EF4-FFF2-40B4-BE49-F238E27FC236}">
                <a16:creationId xmlns:a16="http://schemas.microsoft.com/office/drawing/2014/main" id="{2581AD53-70E4-4DB2-B00E-814D78E4EBC7}"/>
              </a:ext>
            </a:extLst>
          </p:cNvPr>
          <p:cNvSpPr>
            <a:spLocks noGrp="1"/>
          </p:cNvSpPr>
          <p:nvPr>
            <p:ph idx="1"/>
          </p:nvPr>
        </p:nvSpPr>
        <p:spPr/>
        <p:txBody>
          <a:bodyPr>
            <a:normAutofit/>
          </a:bodyPr>
          <a:lstStyle/>
          <a:p>
            <a:r>
              <a:rPr lang="en-US" dirty="0"/>
              <a:t>Single Linked List</a:t>
            </a:r>
            <a:endParaRPr lang="en-PK" dirty="0"/>
          </a:p>
          <a:p>
            <a:r>
              <a:rPr lang="en-US" dirty="0"/>
              <a:t>Doubly Linked List</a:t>
            </a:r>
          </a:p>
          <a:p>
            <a:r>
              <a:rPr lang="en-US" dirty="0"/>
              <a:t>Circular Linked List</a:t>
            </a:r>
          </a:p>
          <a:p>
            <a:r>
              <a:rPr lang="en-US" dirty="0"/>
              <a:t>Operations on Linked List</a:t>
            </a:r>
            <a:endParaRPr lang="en-PK" dirty="0"/>
          </a:p>
          <a:p>
            <a:endParaRPr lang="en-PK" dirty="0"/>
          </a:p>
        </p:txBody>
      </p:sp>
      <p:sp>
        <p:nvSpPr>
          <p:cNvPr id="6" name="Date Placeholder 5">
            <a:extLst>
              <a:ext uri="{FF2B5EF4-FFF2-40B4-BE49-F238E27FC236}">
                <a16:creationId xmlns:a16="http://schemas.microsoft.com/office/drawing/2014/main" id="{9305886E-6EB7-4207-A593-4BEE2572D03F}"/>
              </a:ext>
            </a:extLst>
          </p:cNvPr>
          <p:cNvSpPr>
            <a:spLocks noGrp="1"/>
          </p:cNvSpPr>
          <p:nvPr>
            <p:ph type="dt" sz="half" idx="10"/>
          </p:nvPr>
        </p:nvSpPr>
        <p:spPr/>
        <p:txBody>
          <a:bodyPr/>
          <a:lstStyle/>
          <a:p>
            <a:fld id="{97D4183C-BF88-40F9-A1FD-0C096233229E}" type="datetime1">
              <a:rPr lang="en-US" smtClean="0"/>
              <a:t>21-Sep-2024</a:t>
            </a:fld>
            <a:endParaRPr lang="en-US" dirty="0"/>
          </a:p>
        </p:txBody>
      </p:sp>
      <p:sp>
        <p:nvSpPr>
          <p:cNvPr id="7" name="Slide Number Placeholder 6">
            <a:extLst>
              <a:ext uri="{FF2B5EF4-FFF2-40B4-BE49-F238E27FC236}">
                <a16:creationId xmlns:a16="http://schemas.microsoft.com/office/drawing/2014/main" id="{AD503029-7C99-49DA-875E-D7B85E2B9871}"/>
              </a:ext>
            </a:extLst>
          </p:cNvPr>
          <p:cNvSpPr>
            <a:spLocks noGrp="1"/>
          </p:cNvSpPr>
          <p:nvPr>
            <p:ph type="sldNum" sz="quarter" idx="12"/>
          </p:nvPr>
        </p:nvSpPr>
        <p:spPr/>
        <p:txBody>
          <a:bodyPr/>
          <a:lstStyle/>
          <a:p>
            <a:fld id="{67D2A209-9856-462B-A010-2A2374E3EB4A}" type="slidenum">
              <a:rPr lang="en-US" smtClean="0"/>
              <a:pPr/>
              <a:t>2</a:t>
            </a:fld>
            <a:endParaRPr lang="en-US"/>
          </a:p>
        </p:txBody>
      </p:sp>
    </p:spTree>
    <p:extLst>
      <p:ext uri="{BB962C8B-B14F-4D97-AF65-F5344CB8AC3E}">
        <p14:creationId xmlns:p14="http://schemas.microsoft.com/office/powerpoint/2010/main" val="3508301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4D465-1648-42AB-B1D2-2CF51C640F22}"/>
              </a:ext>
            </a:extLst>
          </p:cNvPr>
          <p:cNvSpPr>
            <a:spLocks noGrp="1"/>
          </p:cNvSpPr>
          <p:nvPr>
            <p:ph type="title"/>
          </p:nvPr>
        </p:nvSpPr>
        <p:spPr/>
        <p:txBody>
          <a:bodyPr>
            <a:normAutofit fontScale="90000"/>
          </a:bodyPr>
          <a:lstStyle/>
          <a:p>
            <a:r>
              <a:rPr lang="en-US" dirty="0"/>
              <a:t>Linked Lists</a:t>
            </a:r>
            <a:endParaRPr lang="en-PK" dirty="0"/>
          </a:p>
        </p:txBody>
      </p:sp>
      <p:sp>
        <p:nvSpPr>
          <p:cNvPr id="3" name="Content Placeholder 2">
            <a:extLst>
              <a:ext uri="{FF2B5EF4-FFF2-40B4-BE49-F238E27FC236}">
                <a16:creationId xmlns:a16="http://schemas.microsoft.com/office/drawing/2014/main" id="{54DEC420-E40B-4C3F-B5D3-6ECFB719E4AB}"/>
              </a:ext>
            </a:extLst>
          </p:cNvPr>
          <p:cNvSpPr>
            <a:spLocks noGrp="1"/>
          </p:cNvSpPr>
          <p:nvPr>
            <p:ph idx="1"/>
          </p:nvPr>
        </p:nvSpPr>
        <p:spPr/>
        <p:txBody>
          <a:bodyPr>
            <a:normAutofit/>
          </a:bodyPr>
          <a:lstStyle/>
          <a:p>
            <a:pPr algn="just"/>
            <a:r>
              <a:rPr lang="en-US" sz="2400" b="1" dirty="0"/>
              <a:t>Linked Lists:</a:t>
            </a:r>
            <a:r>
              <a:rPr lang="en-US" sz="2400" dirty="0"/>
              <a:t> A collection of nodes, where each node contains data and a reference (or pointer) to the next node in the sequence. </a:t>
            </a:r>
          </a:p>
          <a:p>
            <a:pPr algn="just"/>
            <a:r>
              <a:rPr lang="en-US" sz="2400" dirty="0"/>
              <a:t>Linked lists can be singly linked (forward only) or doubly linked (forward and backward).</a:t>
            </a:r>
            <a:endParaRPr lang="en-PK" sz="2400" dirty="0"/>
          </a:p>
        </p:txBody>
      </p:sp>
      <p:sp>
        <p:nvSpPr>
          <p:cNvPr id="4" name="Date Placeholder 3">
            <a:extLst>
              <a:ext uri="{FF2B5EF4-FFF2-40B4-BE49-F238E27FC236}">
                <a16:creationId xmlns:a16="http://schemas.microsoft.com/office/drawing/2014/main" id="{891CDBB6-AC57-4418-B312-F0E32E19A1EE}"/>
              </a:ext>
            </a:extLst>
          </p:cNvPr>
          <p:cNvSpPr>
            <a:spLocks noGrp="1"/>
          </p:cNvSpPr>
          <p:nvPr>
            <p:ph type="dt" sz="half" idx="10"/>
          </p:nvPr>
        </p:nvSpPr>
        <p:spPr/>
        <p:txBody>
          <a:bodyPr/>
          <a:lstStyle/>
          <a:p>
            <a:fld id="{6CF33436-B2C8-46A8-8735-0F36A200D6C8}" type="datetime1">
              <a:rPr lang="en-US" smtClean="0"/>
              <a:t>21-Sep-2024</a:t>
            </a:fld>
            <a:endParaRPr lang="en-US"/>
          </a:p>
        </p:txBody>
      </p:sp>
      <p:sp>
        <p:nvSpPr>
          <p:cNvPr id="6" name="Slide Number Placeholder 5">
            <a:extLst>
              <a:ext uri="{FF2B5EF4-FFF2-40B4-BE49-F238E27FC236}">
                <a16:creationId xmlns:a16="http://schemas.microsoft.com/office/drawing/2014/main" id="{DFA9130C-849F-4B57-9322-BCDA6BCFAA8F}"/>
              </a:ext>
            </a:extLst>
          </p:cNvPr>
          <p:cNvSpPr>
            <a:spLocks noGrp="1"/>
          </p:cNvSpPr>
          <p:nvPr>
            <p:ph type="sldNum" sz="quarter" idx="12"/>
          </p:nvPr>
        </p:nvSpPr>
        <p:spPr/>
        <p:txBody>
          <a:bodyPr/>
          <a:lstStyle/>
          <a:p>
            <a:fld id="{B579B532-757F-4D00-BD97-1FEC350DEAF2}" type="slidenum">
              <a:rPr lang="en-US" smtClean="0"/>
              <a:pPr/>
              <a:t>3</a:t>
            </a:fld>
            <a:endParaRPr lang="en-US"/>
          </a:p>
        </p:txBody>
      </p:sp>
      <p:pic>
        <p:nvPicPr>
          <p:cNvPr id="4098" name="Picture 2" descr="Applications of linked list data structure - GeeksforGeeks">
            <a:extLst>
              <a:ext uri="{FF2B5EF4-FFF2-40B4-BE49-F238E27FC236}">
                <a16:creationId xmlns:a16="http://schemas.microsoft.com/office/drawing/2014/main" id="{6400F2D7-F965-4C05-A21D-F05EDE10D7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850" y="2543175"/>
            <a:ext cx="7734300" cy="21050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ntroduction to Doubly Linked List – Data Structure and Algorithm Tutorials  - GeeksforGeeks">
            <a:extLst>
              <a:ext uri="{FF2B5EF4-FFF2-40B4-BE49-F238E27FC236}">
                <a16:creationId xmlns:a16="http://schemas.microsoft.com/office/drawing/2014/main" id="{2DA6D7D8-AB03-4450-8BAA-E660C637E1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4648200"/>
            <a:ext cx="8639175"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8046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3C62A-17AD-4140-8965-2BCDC0290FF3}"/>
              </a:ext>
            </a:extLst>
          </p:cNvPr>
          <p:cNvSpPr>
            <a:spLocks noGrp="1"/>
          </p:cNvSpPr>
          <p:nvPr>
            <p:ph type="title"/>
          </p:nvPr>
        </p:nvSpPr>
        <p:spPr/>
        <p:txBody>
          <a:bodyPr>
            <a:normAutofit fontScale="90000"/>
          </a:bodyPr>
          <a:lstStyle/>
          <a:p>
            <a:r>
              <a:rPr lang="en-US" dirty="0"/>
              <a:t>Single Linked Lists</a:t>
            </a:r>
            <a:endParaRPr lang="en-PK" dirty="0"/>
          </a:p>
        </p:txBody>
      </p:sp>
      <p:sp>
        <p:nvSpPr>
          <p:cNvPr id="3" name="Content Placeholder 2">
            <a:extLst>
              <a:ext uri="{FF2B5EF4-FFF2-40B4-BE49-F238E27FC236}">
                <a16:creationId xmlns:a16="http://schemas.microsoft.com/office/drawing/2014/main" id="{C0CD353E-937E-4096-9C3F-686309F53D07}"/>
              </a:ext>
            </a:extLst>
          </p:cNvPr>
          <p:cNvSpPr>
            <a:spLocks noGrp="1"/>
          </p:cNvSpPr>
          <p:nvPr>
            <p:ph idx="1"/>
          </p:nvPr>
        </p:nvSpPr>
        <p:spPr/>
        <p:txBody>
          <a:bodyPr/>
          <a:lstStyle/>
          <a:p>
            <a:pPr algn="just"/>
            <a:r>
              <a:rPr lang="en-US" sz="2400" dirty="0"/>
              <a:t>A Singly Linked List is a linear data structure where each element (node) contains two parts: data and a pointer to the next node in the sequence. It allows traversal in one direction only.</a:t>
            </a:r>
          </a:p>
          <a:p>
            <a:endParaRPr lang="en-US" sz="2400" b="1" dirty="0"/>
          </a:p>
          <a:p>
            <a:r>
              <a:rPr lang="en-US" sz="2400" b="1" dirty="0"/>
              <a:t>Operations and Time Complexity</a:t>
            </a:r>
            <a:r>
              <a:rPr lang="en-US" sz="2400" dirty="0"/>
              <a:t>:</a:t>
            </a:r>
          </a:p>
          <a:p>
            <a:pPr lvl="1"/>
            <a:r>
              <a:rPr lang="en-US" sz="2400" dirty="0"/>
              <a:t>Insertion at the beginning: O(1)</a:t>
            </a:r>
          </a:p>
          <a:p>
            <a:pPr lvl="1"/>
            <a:r>
              <a:rPr lang="en-US" sz="2400" dirty="0"/>
              <a:t>Insertion at the end: O(n)</a:t>
            </a:r>
          </a:p>
          <a:p>
            <a:pPr lvl="1"/>
            <a:r>
              <a:rPr lang="en-US" sz="2400" dirty="0"/>
              <a:t>Deletion: O(n)</a:t>
            </a:r>
          </a:p>
          <a:p>
            <a:pPr lvl="1"/>
            <a:r>
              <a:rPr lang="en-US" sz="2400" dirty="0"/>
              <a:t>Search: O(n)</a:t>
            </a:r>
          </a:p>
          <a:p>
            <a:pPr lvl="1"/>
            <a:r>
              <a:rPr lang="en-US" sz="2400" dirty="0"/>
              <a:t>Traversal: O(n)</a:t>
            </a:r>
          </a:p>
          <a:p>
            <a:endParaRPr lang="en-PK" dirty="0"/>
          </a:p>
        </p:txBody>
      </p:sp>
      <p:sp>
        <p:nvSpPr>
          <p:cNvPr id="4" name="Date Placeholder 3">
            <a:extLst>
              <a:ext uri="{FF2B5EF4-FFF2-40B4-BE49-F238E27FC236}">
                <a16:creationId xmlns:a16="http://schemas.microsoft.com/office/drawing/2014/main" id="{802A4E1C-CBA6-4EDC-B6F8-D6292E543477}"/>
              </a:ext>
            </a:extLst>
          </p:cNvPr>
          <p:cNvSpPr>
            <a:spLocks noGrp="1"/>
          </p:cNvSpPr>
          <p:nvPr>
            <p:ph type="dt" sz="half" idx="10"/>
          </p:nvPr>
        </p:nvSpPr>
        <p:spPr/>
        <p:txBody>
          <a:bodyPr/>
          <a:lstStyle/>
          <a:p>
            <a:fld id="{1F4D54DE-6D10-49BB-BFBC-37EAB063742C}" type="datetime1">
              <a:rPr lang="en-US" smtClean="0"/>
              <a:t>21-Sep-2024</a:t>
            </a:fld>
            <a:endParaRPr lang="en-US"/>
          </a:p>
        </p:txBody>
      </p:sp>
      <p:sp>
        <p:nvSpPr>
          <p:cNvPr id="6" name="Slide Number Placeholder 5">
            <a:extLst>
              <a:ext uri="{FF2B5EF4-FFF2-40B4-BE49-F238E27FC236}">
                <a16:creationId xmlns:a16="http://schemas.microsoft.com/office/drawing/2014/main" id="{FE986E48-938A-4E7B-80B0-70FCD3EAF173}"/>
              </a:ext>
            </a:extLst>
          </p:cNvPr>
          <p:cNvSpPr>
            <a:spLocks noGrp="1"/>
          </p:cNvSpPr>
          <p:nvPr>
            <p:ph type="sldNum" sz="quarter" idx="12"/>
          </p:nvPr>
        </p:nvSpPr>
        <p:spPr/>
        <p:txBody>
          <a:bodyPr/>
          <a:lstStyle/>
          <a:p>
            <a:fld id="{B579B532-757F-4D00-BD97-1FEC350DEAF2}" type="slidenum">
              <a:rPr lang="en-US" smtClean="0"/>
              <a:pPr/>
              <a:t>4</a:t>
            </a:fld>
            <a:endParaRPr lang="en-US"/>
          </a:p>
        </p:txBody>
      </p:sp>
    </p:spTree>
    <p:extLst>
      <p:ext uri="{BB962C8B-B14F-4D97-AF65-F5344CB8AC3E}">
        <p14:creationId xmlns:p14="http://schemas.microsoft.com/office/powerpoint/2010/main" val="628590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3C62A-17AD-4140-8965-2BCDC0290FF3}"/>
              </a:ext>
            </a:extLst>
          </p:cNvPr>
          <p:cNvSpPr>
            <a:spLocks noGrp="1"/>
          </p:cNvSpPr>
          <p:nvPr>
            <p:ph type="title"/>
          </p:nvPr>
        </p:nvSpPr>
        <p:spPr/>
        <p:txBody>
          <a:bodyPr>
            <a:normAutofit fontScale="90000"/>
          </a:bodyPr>
          <a:lstStyle/>
          <a:p>
            <a:r>
              <a:rPr lang="en-US" dirty="0"/>
              <a:t>Single Linked Lists</a:t>
            </a:r>
            <a:endParaRPr lang="en-PK" dirty="0"/>
          </a:p>
        </p:txBody>
      </p:sp>
      <p:sp>
        <p:nvSpPr>
          <p:cNvPr id="3" name="Content Placeholder 2">
            <a:extLst>
              <a:ext uri="{FF2B5EF4-FFF2-40B4-BE49-F238E27FC236}">
                <a16:creationId xmlns:a16="http://schemas.microsoft.com/office/drawing/2014/main" id="{C0CD353E-937E-4096-9C3F-686309F53D07}"/>
              </a:ext>
            </a:extLst>
          </p:cNvPr>
          <p:cNvSpPr>
            <a:spLocks noGrp="1"/>
          </p:cNvSpPr>
          <p:nvPr>
            <p:ph idx="1"/>
          </p:nvPr>
        </p:nvSpPr>
        <p:spPr/>
        <p:txBody>
          <a:bodyPr/>
          <a:lstStyle/>
          <a:p>
            <a:endParaRPr lang="en-PK"/>
          </a:p>
        </p:txBody>
      </p:sp>
      <p:sp>
        <p:nvSpPr>
          <p:cNvPr id="4" name="Date Placeholder 3">
            <a:extLst>
              <a:ext uri="{FF2B5EF4-FFF2-40B4-BE49-F238E27FC236}">
                <a16:creationId xmlns:a16="http://schemas.microsoft.com/office/drawing/2014/main" id="{802A4E1C-CBA6-4EDC-B6F8-D6292E543477}"/>
              </a:ext>
            </a:extLst>
          </p:cNvPr>
          <p:cNvSpPr>
            <a:spLocks noGrp="1"/>
          </p:cNvSpPr>
          <p:nvPr>
            <p:ph type="dt" sz="half" idx="10"/>
          </p:nvPr>
        </p:nvSpPr>
        <p:spPr/>
        <p:txBody>
          <a:bodyPr/>
          <a:lstStyle/>
          <a:p>
            <a:fld id="{1F4D54DE-6D10-49BB-BFBC-37EAB063742C}" type="datetime1">
              <a:rPr lang="en-US" smtClean="0"/>
              <a:t>21-Sep-2024</a:t>
            </a:fld>
            <a:endParaRPr lang="en-US"/>
          </a:p>
        </p:txBody>
      </p:sp>
      <p:sp>
        <p:nvSpPr>
          <p:cNvPr id="6" name="Slide Number Placeholder 5">
            <a:extLst>
              <a:ext uri="{FF2B5EF4-FFF2-40B4-BE49-F238E27FC236}">
                <a16:creationId xmlns:a16="http://schemas.microsoft.com/office/drawing/2014/main" id="{FE986E48-938A-4E7B-80B0-70FCD3EAF173}"/>
              </a:ext>
            </a:extLst>
          </p:cNvPr>
          <p:cNvSpPr>
            <a:spLocks noGrp="1"/>
          </p:cNvSpPr>
          <p:nvPr>
            <p:ph type="sldNum" sz="quarter" idx="12"/>
          </p:nvPr>
        </p:nvSpPr>
        <p:spPr/>
        <p:txBody>
          <a:bodyPr/>
          <a:lstStyle/>
          <a:p>
            <a:fld id="{B579B532-757F-4D00-BD97-1FEC350DEAF2}" type="slidenum">
              <a:rPr lang="en-US" smtClean="0"/>
              <a:pPr/>
              <a:t>5</a:t>
            </a:fld>
            <a:endParaRPr lang="en-US"/>
          </a:p>
        </p:txBody>
      </p:sp>
      <p:pic>
        <p:nvPicPr>
          <p:cNvPr id="5122" name="Picture 2" descr="DS Linked List">
            <a:extLst>
              <a:ext uri="{FF2B5EF4-FFF2-40B4-BE49-F238E27FC236}">
                <a16:creationId xmlns:a16="http://schemas.microsoft.com/office/drawing/2014/main" id="{51368224-A72D-4080-9A16-BFCAE51426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850" y="2581275"/>
            <a:ext cx="6972300"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5818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E4BA6-C02D-49FA-A0E6-16B0DA641DC6}"/>
              </a:ext>
            </a:extLst>
          </p:cNvPr>
          <p:cNvSpPr>
            <a:spLocks noGrp="1"/>
          </p:cNvSpPr>
          <p:nvPr>
            <p:ph type="title"/>
          </p:nvPr>
        </p:nvSpPr>
        <p:spPr/>
        <p:txBody>
          <a:bodyPr>
            <a:normAutofit fontScale="90000"/>
          </a:bodyPr>
          <a:lstStyle/>
          <a:p>
            <a:r>
              <a:rPr lang="en-US" dirty="0"/>
              <a:t>Single Linked Lists</a:t>
            </a:r>
            <a:endParaRPr lang="en-PK" dirty="0"/>
          </a:p>
        </p:txBody>
      </p:sp>
      <p:sp>
        <p:nvSpPr>
          <p:cNvPr id="3" name="Content Placeholder 2">
            <a:extLst>
              <a:ext uri="{FF2B5EF4-FFF2-40B4-BE49-F238E27FC236}">
                <a16:creationId xmlns:a16="http://schemas.microsoft.com/office/drawing/2014/main" id="{58474776-B756-40C8-A952-216AF68317BE}"/>
              </a:ext>
            </a:extLst>
          </p:cNvPr>
          <p:cNvSpPr>
            <a:spLocks noGrp="1"/>
          </p:cNvSpPr>
          <p:nvPr>
            <p:ph idx="1"/>
          </p:nvPr>
        </p:nvSpPr>
        <p:spPr/>
        <p:txBody>
          <a:bodyPr/>
          <a:lstStyle/>
          <a:p>
            <a:r>
              <a:rPr lang="en-US" dirty="0"/>
              <a:t>A Singly-linked list is a collection of nodes linked together in a sequential way where each node of the singly linked list contains a data field and an address field that contains the reference of the next node.</a:t>
            </a:r>
          </a:p>
          <a:p>
            <a:endParaRPr lang="en-US" dirty="0"/>
          </a:p>
          <a:p>
            <a:r>
              <a:rPr lang="en-US" dirty="0"/>
              <a:t>The structure of the node in the Singly Linked List is</a:t>
            </a:r>
          </a:p>
          <a:p>
            <a:endParaRPr lang="en-PK" dirty="0"/>
          </a:p>
        </p:txBody>
      </p:sp>
      <p:sp>
        <p:nvSpPr>
          <p:cNvPr id="4" name="Date Placeholder 3">
            <a:extLst>
              <a:ext uri="{FF2B5EF4-FFF2-40B4-BE49-F238E27FC236}">
                <a16:creationId xmlns:a16="http://schemas.microsoft.com/office/drawing/2014/main" id="{EAFA58B6-0CA0-4BFE-81E7-F5933946B9A6}"/>
              </a:ext>
            </a:extLst>
          </p:cNvPr>
          <p:cNvSpPr>
            <a:spLocks noGrp="1"/>
          </p:cNvSpPr>
          <p:nvPr>
            <p:ph type="dt" sz="half" idx="10"/>
          </p:nvPr>
        </p:nvSpPr>
        <p:spPr/>
        <p:txBody>
          <a:bodyPr/>
          <a:lstStyle/>
          <a:p>
            <a:fld id="{1C95178E-412A-496F-9D4E-20D289503117}" type="datetime1">
              <a:rPr lang="en-US" smtClean="0"/>
              <a:t>21-Sep-2024</a:t>
            </a:fld>
            <a:endParaRPr lang="en-US"/>
          </a:p>
        </p:txBody>
      </p:sp>
      <p:sp>
        <p:nvSpPr>
          <p:cNvPr id="6" name="Slide Number Placeholder 5">
            <a:extLst>
              <a:ext uri="{FF2B5EF4-FFF2-40B4-BE49-F238E27FC236}">
                <a16:creationId xmlns:a16="http://schemas.microsoft.com/office/drawing/2014/main" id="{10062636-3F68-44AF-A5CD-0F05A3D72DDA}"/>
              </a:ext>
            </a:extLst>
          </p:cNvPr>
          <p:cNvSpPr>
            <a:spLocks noGrp="1"/>
          </p:cNvSpPr>
          <p:nvPr>
            <p:ph type="sldNum" sz="quarter" idx="12"/>
          </p:nvPr>
        </p:nvSpPr>
        <p:spPr/>
        <p:txBody>
          <a:bodyPr/>
          <a:lstStyle/>
          <a:p>
            <a:fld id="{B579B532-757F-4D00-BD97-1FEC350DEAF2}" type="slidenum">
              <a:rPr lang="en-US" smtClean="0"/>
              <a:pPr/>
              <a:t>6</a:t>
            </a:fld>
            <a:endParaRPr lang="en-US"/>
          </a:p>
        </p:txBody>
      </p:sp>
      <p:pic>
        <p:nvPicPr>
          <p:cNvPr id="2050" name="Picture 2" descr="https://afteracademy.com/images/types-of-linked-list-and-operation-on-linked-list-node-e40659e7622d3c64.png">
            <a:extLst>
              <a:ext uri="{FF2B5EF4-FFF2-40B4-BE49-F238E27FC236}">
                <a16:creationId xmlns:a16="http://schemas.microsoft.com/office/drawing/2014/main" id="{CEF357A3-4BF1-4097-9354-BB04DDBDF9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9813" y="3400425"/>
            <a:ext cx="4524375" cy="1095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3924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E4BA6-C02D-49FA-A0E6-16B0DA641DC6}"/>
              </a:ext>
            </a:extLst>
          </p:cNvPr>
          <p:cNvSpPr>
            <a:spLocks noGrp="1"/>
          </p:cNvSpPr>
          <p:nvPr>
            <p:ph type="title"/>
          </p:nvPr>
        </p:nvSpPr>
        <p:spPr/>
        <p:txBody>
          <a:bodyPr>
            <a:normAutofit fontScale="90000"/>
          </a:bodyPr>
          <a:lstStyle/>
          <a:p>
            <a:r>
              <a:rPr lang="en-US" dirty="0"/>
              <a:t>Single Linked Lists</a:t>
            </a:r>
            <a:endParaRPr lang="en-PK" dirty="0"/>
          </a:p>
        </p:txBody>
      </p:sp>
      <p:sp>
        <p:nvSpPr>
          <p:cNvPr id="3" name="Content Placeholder 2">
            <a:extLst>
              <a:ext uri="{FF2B5EF4-FFF2-40B4-BE49-F238E27FC236}">
                <a16:creationId xmlns:a16="http://schemas.microsoft.com/office/drawing/2014/main" id="{58474776-B756-40C8-A952-216AF68317BE}"/>
              </a:ext>
            </a:extLst>
          </p:cNvPr>
          <p:cNvSpPr>
            <a:spLocks noGrp="1"/>
          </p:cNvSpPr>
          <p:nvPr>
            <p:ph idx="1"/>
          </p:nvPr>
        </p:nvSpPr>
        <p:spPr/>
        <p:txBody>
          <a:bodyPr/>
          <a:lstStyle/>
          <a:p>
            <a:r>
              <a:rPr lang="en-US" dirty="0"/>
              <a:t>The nodes are connected to each other in this form where the value of the next variable of the last node is NULL i.e. </a:t>
            </a:r>
            <a:r>
              <a:rPr lang="en-US" b="1" i="1" dirty="0"/>
              <a:t>next = NULL </a:t>
            </a:r>
            <a:r>
              <a:rPr lang="en-US" dirty="0"/>
              <a:t>, which indicates the end of the linked list.</a:t>
            </a:r>
            <a:endParaRPr lang="en-PK" dirty="0"/>
          </a:p>
        </p:txBody>
      </p:sp>
      <p:sp>
        <p:nvSpPr>
          <p:cNvPr id="4" name="Date Placeholder 3">
            <a:extLst>
              <a:ext uri="{FF2B5EF4-FFF2-40B4-BE49-F238E27FC236}">
                <a16:creationId xmlns:a16="http://schemas.microsoft.com/office/drawing/2014/main" id="{EAFA58B6-0CA0-4BFE-81E7-F5933946B9A6}"/>
              </a:ext>
            </a:extLst>
          </p:cNvPr>
          <p:cNvSpPr>
            <a:spLocks noGrp="1"/>
          </p:cNvSpPr>
          <p:nvPr>
            <p:ph type="dt" sz="half" idx="10"/>
          </p:nvPr>
        </p:nvSpPr>
        <p:spPr/>
        <p:txBody>
          <a:bodyPr/>
          <a:lstStyle/>
          <a:p>
            <a:fld id="{5E410D8A-2A3F-4FE8-A8F2-336589ED3678}" type="datetime1">
              <a:rPr lang="en-US" smtClean="0"/>
              <a:t>21-Sep-2024</a:t>
            </a:fld>
            <a:endParaRPr lang="en-US"/>
          </a:p>
        </p:txBody>
      </p:sp>
      <p:sp>
        <p:nvSpPr>
          <p:cNvPr id="6" name="Slide Number Placeholder 5">
            <a:extLst>
              <a:ext uri="{FF2B5EF4-FFF2-40B4-BE49-F238E27FC236}">
                <a16:creationId xmlns:a16="http://schemas.microsoft.com/office/drawing/2014/main" id="{10062636-3F68-44AF-A5CD-0F05A3D72DDA}"/>
              </a:ext>
            </a:extLst>
          </p:cNvPr>
          <p:cNvSpPr>
            <a:spLocks noGrp="1"/>
          </p:cNvSpPr>
          <p:nvPr>
            <p:ph type="sldNum" sz="quarter" idx="12"/>
          </p:nvPr>
        </p:nvSpPr>
        <p:spPr/>
        <p:txBody>
          <a:bodyPr/>
          <a:lstStyle/>
          <a:p>
            <a:fld id="{B579B532-757F-4D00-BD97-1FEC350DEAF2}" type="slidenum">
              <a:rPr lang="en-US" smtClean="0"/>
              <a:pPr/>
              <a:t>7</a:t>
            </a:fld>
            <a:endParaRPr lang="en-US"/>
          </a:p>
        </p:txBody>
      </p:sp>
      <p:pic>
        <p:nvPicPr>
          <p:cNvPr id="3074" name="Picture 2" descr="https://afteracademy.com/images/types-of-linked-list-and-operation-on-linked-list-singly-ll-50d2d1d2aacfa1c6.png">
            <a:extLst>
              <a:ext uri="{FF2B5EF4-FFF2-40B4-BE49-F238E27FC236}">
                <a16:creationId xmlns:a16="http://schemas.microsoft.com/office/drawing/2014/main" id="{E36CCAC0-1178-44F0-908B-2C92390707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1700" y="2447925"/>
            <a:ext cx="4800600" cy="1962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8189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E4BA6-C02D-49FA-A0E6-16B0DA641DC6}"/>
              </a:ext>
            </a:extLst>
          </p:cNvPr>
          <p:cNvSpPr>
            <a:spLocks noGrp="1"/>
          </p:cNvSpPr>
          <p:nvPr>
            <p:ph type="title"/>
          </p:nvPr>
        </p:nvSpPr>
        <p:spPr/>
        <p:txBody>
          <a:bodyPr>
            <a:normAutofit fontScale="90000"/>
          </a:bodyPr>
          <a:lstStyle/>
          <a:p>
            <a:r>
              <a:rPr lang="en-US" dirty="0"/>
              <a:t>Double Linked Lists</a:t>
            </a:r>
            <a:endParaRPr lang="en-PK" dirty="0"/>
          </a:p>
        </p:txBody>
      </p:sp>
      <p:sp>
        <p:nvSpPr>
          <p:cNvPr id="3" name="Content Placeholder 2">
            <a:extLst>
              <a:ext uri="{FF2B5EF4-FFF2-40B4-BE49-F238E27FC236}">
                <a16:creationId xmlns:a16="http://schemas.microsoft.com/office/drawing/2014/main" id="{58474776-B756-40C8-A952-216AF68317BE}"/>
              </a:ext>
            </a:extLst>
          </p:cNvPr>
          <p:cNvSpPr>
            <a:spLocks noGrp="1"/>
          </p:cNvSpPr>
          <p:nvPr>
            <p:ph idx="1"/>
          </p:nvPr>
        </p:nvSpPr>
        <p:spPr/>
        <p:txBody>
          <a:bodyPr>
            <a:normAutofit/>
          </a:bodyPr>
          <a:lstStyle/>
          <a:p>
            <a:pPr algn="just"/>
            <a:r>
              <a:rPr lang="en-US" sz="2400" dirty="0"/>
              <a:t>A Doubly Linked List contains an extra memory to store the address of the previous node, together with the address of the next node and data which are there in the singly linked list. So, here we are storing the address of the next as well as the previous nodes.</a:t>
            </a:r>
          </a:p>
          <a:p>
            <a:pPr algn="just"/>
            <a:endParaRPr lang="en-US" sz="2400" dirty="0"/>
          </a:p>
          <a:p>
            <a:pPr algn="just"/>
            <a:r>
              <a:rPr lang="en-US" sz="2400" dirty="0"/>
              <a:t>The following is the structure of the node in the Doubly Linked List(DLL):</a:t>
            </a:r>
          </a:p>
        </p:txBody>
      </p:sp>
      <p:sp>
        <p:nvSpPr>
          <p:cNvPr id="4" name="Date Placeholder 3">
            <a:extLst>
              <a:ext uri="{FF2B5EF4-FFF2-40B4-BE49-F238E27FC236}">
                <a16:creationId xmlns:a16="http://schemas.microsoft.com/office/drawing/2014/main" id="{EAFA58B6-0CA0-4BFE-81E7-F5933946B9A6}"/>
              </a:ext>
            </a:extLst>
          </p:cNvPr>
          <p:cNvSpPr>
            <a:spLocks noGrp="1"/>
          </p:cNvSpPr>
          <p:nvPr>
            <p:ph type="dt" sz="half" idx="10"/>
          </p:nvPr>
        </p:nvSpPr>
        <p:spPr/>
        <p:txBody>
          <a:bodyPr/>
          <a:lstStyle/>
          <a:p>
            <a:fld id="{42C9834B-0AAC-4D3A-AC72-ABD05BAF4D6E}" type="datetime1">
              <a:rPr lang="en-US" smtClean="0"/>
              <a:t>21-Sep-2024</a:t>
            </a:fld>
            <a:endParaRPr lang="en-US"/>
          </a:p>
        </p:txBody>
      </p:sp>
      <p:sp>
        <p:nvSpPr>
          <p:cNvPr id="6" name="Slide Number Placeholder 5">
            <a:extLst>
              <a:ext uri="{FF2B5EF4-FFF2-40B4-BE49-F238E27FC236}">
                <a16:creationId xmlns:a16="http://schemas.microsoft.com/office/drawing/2014/main" id="{10062636-3F68-44AF-A5CD-0F05A3D72DDA}"/>
              </a:ext>
            </a:extLst>
          </p:cNvPr>
          <p:cNvSpPr>
            <a:spLocks noGrp="1"/>
          </p:cNvSpPr>
          <p:nvPr>
            <p:ph type="sldNum" sz="quarter" idx="12"/>
          </p:nvPr>
        </p:nvSpPr>
        <p:spPr/>
        <p:txBody>
          <a:bodyPr/>
          <a:lstStyle/>
          <a:p>
            <a:fld id="{B579B532-757F-4D00-BD97-1FEC350DEAF2}" type="slidenum">
              <a:rPr lang="en-US" smtClean="0"/>
              <a:pPr/>
              <a:t>8</a:t>
            </a:fld>
            <a:endParaRPr lang="en-US"/>
          </a:p>
        </p:txBody>
      </p:sp>
      <p:pic>
        <p:nvPicPr>
          <p:cNvPr id="4098" name="Picture 2" descr="https://afteracademy.com/images/types-of-linked-list-and-operation-on-linked-list-dll-node-353bd14e2cddd08e.png">
            <a:extLst>
              <a:ext uri="{FF2B5EF4-FFF2-40B4-BE49-F238E27FC236}">
                <a16:creationId xmlns:a16="http://schemas.microsoft.com/office/drawing/2014/main" id="{4B0E7030-2FF9-49C7-A327-3B671C912E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4114800"/>
            <a:ext cx="5943600" cy="1866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5663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E4BA6-C02D-49FA-A0E6-16B0DA641DC6}"/>
              </a:ext>
            </a:extLst>
          </p:cNvPr>
          <p:cNvSpPr>
            <a:spLocks noGrp="1"/>
          </p:cNvSpPr>
          <p:nvPr>
            <p:ph type="title"/>
          </p:nvPr>
        </p:nvSpPr>
        <p:spPr/>
        <p:txBody>
          <a:bodyPr>
            <a:normAutofit fontScale="90000"/>
          </a:bodyPr>
          <a:lstStyle/>
          <a:p>
            <a:r>
              <a:rPr lang="en-US" dirty="0"/>
              <a:t>Double Linked Lists</a:t>
            </a:r>
            <a:endParaRPr lang="en-PK" dirty="0"/>
          </a:p>
        </p:txBody>
      </p:sp>
      <p:sp>
        <p:nvSpPr>
          <p:cNvPr id="3" name="Content Placeholder 2">
            <a:extLst>
              <a:ext uri="{FF2B5EF4-FFF2-40B4-BE49-F238E27FC236}">
                <a16:creationId xmlns:a16="http://schemas.microsoft.com/office/drawing/2014/main" id="{58474776-B756-40C8-A952-216AF68317BE}"/>
              </a:ext>
            </a:extLst>
          </p:cNvPr>
          <p:cNvSpPr>
            <a:spLocks noGrp="1"/>
          </p:cNvSpPr>
          <p:nvPr>
            <p:ph idx="1"/>
          </p:nvPr>
        </p:nvSpPr>
        <p:spPr/>
        <p:txBody>
          <a:bodyPr>
            <a:normAutofit/>
          </a:bodyPr>
          <a:lstStyle/>
          <a:p>
            <a:pPr algn="just"/>
            <a:r>
              <a:rPr lang="en-US" sz="2400" dirty="0"/>
              <a:t>A Doubly Linked List is a linear data structure where each node contains three parts: data, a pointer to the next node, and a pointer to the previous node. It allows traversal in both directions (forward and backward).</a:t>
            </a:r>
          </a:p>
          <a:p>
            <a:endParaRPr lang="en-US" sz="2400" b="1" dirty="0"/>
          </a:p>
          <a:p>
            <a:r>
              <a:rPr lang="en-US" sz="2400" b="1" dirty="0"/>
              <a:t>Operations and Time Complexity</a:t>
            </a:r>
            <a:r>
              <a:rPr lang="en-US" sz="2400" dirty="0"/>
              <a:t>:</a:t>
            </a:r>
          </a:p>
          <a:p>
            <a:pPr lvl="1"/>
            <a:r>
              <a:rPr lang="en-US" sz="2400" dirty="0"/>
              <a:t>Insertion at the beginning: O(1) </a:t>
            </a:r>
          </a:p>
          <a:p>
            <a:pPr lvl="1"/>
            <a:r>
              <a:rPr lang="en-US" sz="2400" dirty="0"/>
              <a:t>Insertion at the end: O(1) </a:t>
            </a:r>
          </a:p>
          <a:p>
            <a:pPr lvl="1"/>
            <a:r>
              <a:rPr lang="en-US" sz="2400" dirty="0"/>
              <a:t>Deletion: O(1) for the head and tail, O(n) for any arbitrary node</a:t>
            </a:r>
          </a:p>
          <a:p>
            <a:pPr lvl="1"/>
            <a:r>
              <a:rPr lang="en-US" sz="2400" dirty="0"/>
              <a:t>Search: O(n)O(n)O(n)</a:t>
            </a:r>
          </a:p>
          <a:p>
            <a:pPr lvl="1"/>
            <a:r>
              <a:rPr lang="en-US" sz="2400" dirty="0"/>
              <a:t>Traversal: O(n)</a:t>
            </a:r>
          </a:p>
          <a:p>
            <a:pPr algn="just"/>
            <a:endParaRPr lang="en-US" sz="2400" dirty="0"/>
          </a:p>
        </p:txBody>
      </p:sp>
      <p:sp>
        <p:nvSpPr>
          <p:cNvPr id="4" name="Date Placeholder 3">
            <a:extLst>
              <a:ext uri="{FF2B5EF4-FFF2-40B4-BE49-F238E27FC236}">
                <a16:creationId xmlns:a16="http://schemas.microsoft.com/office/drawing/2014/main" id="{EAFA58B6-0CA0-4BFE-81E7-F5933946B9A6}"/>
              </a:ext>
            </a:extLst>
          </p:cNvPr>
          <p:cNvSpPr>
            <a:spLocks noGrp="1"/>
          </p:cNvSpPr>
          <p:nvPr>
            <p:ph type="dt" sz="half" idx="10"/>
          </p:nvPr>
        </p:nvSpPr>
        <p:spPr/>
        <p:txBody>
          <a:bodyPr/>
          <a:lstStyle/>
          <a:p>
            <a:fld id="{42C9834B-0AAC-4D3A-AC72-ABD05BAF4D6E}" type="datetime1">
              <a:rPr lang="en-US" smtClean="0"/>
              <a:t>21-Sep-2024</a:t>
            </a:fld>
            <a:endParaRPr lang="en-US"/>
          </a:p>
        </p:txBody>
      </p:sp>
      <p:sp>
        <p:nvSpPr>
          <p:cNvPr id="6" name="Slide Number Placeholder 5">
            <a:extLst>
              <a:ext uri="{FF2B5EF4-FFF2-40B4-BE49-F238E27FC236}">
                <a16:creationId xmlns:a16="http://schemas.microsoft.com/office/drawing/2014/main" id="{10062636-3F68-44AF-A5CD-0F05A3D72DDA}"/>
              </a:ext>
            </a:extLst>
          </p:cNvPr>
          <p:cNvSpPr>
            <a:spLocks noGrp="1"/>
          </p:cNvSpPr>
          <p:nvPr>
            <p:ph type="sldNum" sz="quarter" idx="12"/>
          </p:nvPr>
        </p:nvSpPr>
        <p:spPr/>
        <p:txBody>
          <a:bodyPr/>
          <a:lstStyle/>
          <a:p>
            <a:fld id="{B579B532-757F-4D00-BD97-1FEC350DEAF2}" type="slidenum">
              <a:rPr lang="en-US" smtClean="0"/>
              <a:pPr/>
              <a:t>9</a:t>
            </a:fld>
            <a:endParaRPr lang="en-US"/>
          </a:p>
        </p:txBody>
      </p:sp>
    </p:spTree>
    <p:extLst>
      <p:ext uri="{BB962C8B-B14F-4D97-AF65-F5344CB8AC3E}">
        <p14:creationId xmlns:p14="http://schemas.microsoft.com/office/powerpoint/2010/main" val="2430245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E4BA6-C02D-49FA-A0E6-16B0DA641DC6}"/>
              </a:ext>
            </a:extLst>
          </p:cNvPr>
          <p:cNvSpPr>
            <a:spLocks noGrp="1"/>
          </p:cNvSpPr>
          <p:nvPr>
            <p:ph type="title"/>
          </p:nvPr>
        </p:nvSpPr>
        <p:spPr/>
        <p:txBody>
          <a:bodyPr>
            <a:normAutofit fontScale="90000"/>
          </a:bodyPr>
          <a:lstStyle/>
          <a:p>
            <a:r>
              <a:rPr lang="en-US" dirty="0"/>
              <a:t>Double Linked Lists</a:t>
            </a:r>
            <a:endParaRPr lang="en-PK" dirty="0"/>
          </a:p>
        </p:txBody>
      </p:sp>
      <p:sp>
        <p:nvSpPr>
          <p:cNvPr id="3" name="Content Placeholder 2">
            <a:extLst>
              <a:ext uri="{FF2B5EF4-FFF2-40B4-BE49-F238E27FC236}">
                <a16:creationId xmlns:a16="http://schemas.microsoft.com/office/drawing/2014/main" id="{58474776-B756-40C8-A952-216AF68317BE}"/>
              </a:ext>
            </a:extLst>
          </p:cNvPr>
          <p:cNvSpPr>
            <a:spLocks noGrp="1"/>
          </p:cNvSpPr>
          <p:nvPr>
            <p:ph idx="1"/>
          </p:nvPr>
        </p:nvSpPr>
        <p:spPr/>
        <p:txBody>
          <a:bodyPr/>
          <a:lstStyle/>
          <a:p>
            <a:r>
              <a:rPr lang="en-US" dirty="0"/>
              <a:t>The nodes are connected to each other in this form where the first node has </a:t>
            </a:r>
            <a:r>
              <a:rPr lang="en-US" b="1" dirty="0" err="1"/>
              <a:t>prev</a:t>
            </a:r>
            <a:r>
              <a:rPr lang="en-US" b="1" dirty="0"/>
              <a:t> = NULL </a:t>
            </a:r>
            <a:r>
              <a:rPr lang="en-US" dirty="0"/>
              <a:t>and the last node has </a:t>
            </a:r>
            <a:r>
              <a:rPr lang="en-US" b="1" dirty="0"/>
              <a:t>next = NULL </a:t>
            </a:r>
            <a:r>
              <a:rPr lang="en-US" dirty="0"/>
              <a:t>.</a:t>
            </a:r>
          </a:p>
        </p:txBody>
      </p:sp>
      <p:sp>
        <p:nvSpPr>
          <p:cNvPr id="4" name="Date Placeholder 3">
            <a:extLst>
              <a:ext uri="{FF2B5EF4-FFF2-40B4-BE49-F238E27FC236}">
                <a16:creationId xmlns:a16="http://schemas.microsoft.com/office/drawing/2014/main" id="{EAFA58B6-0CA0-4BFE-81E7-F5933946B9A6}"/>
              </a:ext>
            </a:extLst>
          </p:cNvPr>
          <p:cNvSpPr>
            <a:spLocks noGrp="1"/>
          </p:cNvSpPr>
          <p:nvPr>
            <p:ph type="dt" sz="half" idx="10"/>
          </p:nvPr>
        </p:nvSpPr>
        <p:spPr/>
        <p:txBody>
          <a:bodyPr/>
          <a:lstStyle/>
          <a:p>
            <a:fld id="{D50812C3-646E-42D5-9F3B-9B68869C9262}" type="datetime1">
              <a:rPr lang="en-US" smtClean="0"/>
              <a:t>21-Sep-2024</a:t>
            </a:fld>
            <a:endParaRPr lang="en-US"/>
          </a:p>
        </p:txBody>
      </p:sp>
      <p:sp>
        <p:nvSpPr>
          <p:cNvPr id="6" name="Slide Number Placeholder 5">
            <a:extLst>
              <a:ext uri="{FF2B5EF4-FFF2-40B4-BE49-F238E27FC236}">
                <a16:creationId xmlns:a16="http://schemas.microsoft.com/office/drawing/2014/main" id="{10062636-3F68-44AF-A5CD-0F05A3D72DDA}"/>
              </a:ext>
            </a:extLst>
          </p:cNvPr>
          <p:cNvSpPr>
            <a:spLocks noGrp="1"/>
          </p:cNvSpPr>
          <p:nvPr>
            <p:ph type="sldNum" sz="quarter" idx="12"/>
          </p:nvPr>
        </p:nvSpPr>
        <p:spPr/>
        <p:txBody>
          <a:bodyPr/>
          <a:lstStyle/>
          <a:p>
            <a:fld id="{B579B532-757F-4D00-BD97-1FEC350DEAF2}" type="slidenum">
              <a:rPr lang="en-US" smtClean="0"/>
              <a:pPr/>
              <a:t>10</a:t>
            </a:fld>
            <a:endParaRPr lang="en-US"/>
          </a:p>
        </p:txBody>
      </p:sp>
      <p:pic>
        <p:nvPicPr>
          <p:cNvPr id="5122" name="Picture 2" descr="https://afteracademy.com/images/types-of-linked-list-and-operation-on-linked-list-dll-0aef50d611177434.png">
            <a:extLst>
              <a:ext uri="{FF2B5EF4-FFF2-40B4-BE49-F238E27FC236}">
                <a16:creationId xmlns:a16="http://schemas.microsoft.com/office/drawing/2014/main" id="{884E210B-B748-48C4-B6E4-29AC81C582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363" y="2800350"/>
            <a:ext cx="7915275" cy="125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749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ADF1A-E1A9-4BEA-933A-569BF06DE769}"/>
              </a:ext>
            </a:extLst>
          </p:cNvPr>
          <p:cNvSpPr>
            <a:spLocks noGrp="1"/>
          </p:cNvSpPr>
          <p:nvPr>
            <p:ph type="title"/>
          </p:nvPr>
        </p:nvSpPr>
        <p:spPr/>
        <p:txBody>
          <a:bodyPr>
            <a:normAutofit fontScale="90000"/>
          </a:bodyPr>
          <a:lstStyle/>
          <a:p>
            <a:r>
              <a:rPr lang="en-US" dirty="0"/>
              <a:t>Double Linked List</a:t>
            </a:r>
          </a:p>
        </p:txBody>
      </p:sp>
      <p:sp>
        <p:nvSpPr>
          <p:cNvPr id="3" name="Content Placeholder 2">
            <a:extLst>
              <a:ext uri="{FF2B5EF4-FFF2-40B4-BE49-F238E27FC236}">
                <a16:creationId xmlns:a16="http://schemas.microsoft.com/office/drawing/2014/main" id="{482D0AB6-E467-4CFE-82A2-80721B17D4CA}"/>
              </a:ext>
            </a:extLst>
          </p:cNvPr>
          <p:cNvSpPr>
            <a:spLocks noGrp="1"/>
          </p:cNvSpPr>
          <p:nvPr>
            <p:ph idx="1"/>
          </p:nvPr>
        </p:nvSpPr>
        <p:spPr/>
        <p:txBody>
          <a:bodyPr/>
          <a:lstStyle/>
          <a:p>
            <a:r>
              <a:rPr lang="en-US" dirty="0"/>
              <a:t>100, 200, &amp; 300 are memory locations.</a:t>
            </a:r>
          </a:p>
          <a:p>
            <a:r>
              <a:rPr lang="en-US" dirty="0"/>
              <a:t>88, 67, &amp; 92 are data values.</a:t>
            </a:r>
          </a:p>
        </p:txBody>
      </p:sp>
      <p:sp>
        <p:nvSpPr>
          <p:cNvPr id="4" name="Date Placeholder 3">
            <a:extLst>
              <a:ext uri="{FF2B5EF4-FFF2-40B4-BE49-F238E27FC236}">
                <a16:creationId xmlns:a16="http://schemas.microsoft.com/office/drawing/2014/main" id="{C8482E41-A51F-4EEA-97D6-41E1E80FAC83}"/>
              </a:ext>
            </a:extLst>
          </p:cNvPr>
          <p:cNvSpPr>
            <a:spLocks noGrp="1"/>
          </p:cNvSpPr>
          <p:nvPr>
            <p:ph type="dt" sz="half" idx="10"/>
          </p:nvPr>
        </p:nvSpPr>
        <p:spPr/>
        <p:txBody>
          <a:bodyPr/>
          <a:lstStyle/>
          <a:p>
            <a:fld id="{1F43648F-C10C-476D-BA4E-5D96890A4ABC}" type="datetime1">
              <a:rPr lang="en-US" smtClean="0"/>
              <a:t>21-Sep-2024</a:t>
            </a:fld>
            <a:endParaRPr lang="en-US"/>
          </a:p>
        </p:txBody>
      </p:sp>
      <p:sp>
        <p:nvSpPr>
          <p:cNvPr id="5" name="Slide Number Placeholder 4">
            <a:extLst>
              <a:ext uri="{FF2B5EF4-FFF2-40B4-BE49-F238E27FC236}">
                <a16:creationId xmlns:a16="http://schemas.microsoft.com/office/drawing/2014/main" id="{5B1C35A1-262D-471C-A339-6CA70C6328B4}"/>
              </a:ext>
            </a:extLst>
          </p:cNvPr>
          <p:cNvSpPr>
            <a:spLocks noGrp="1"/>
          </p:cNvSpPr>
          <p:nvPr>
            <p:ph type="sldNum" sz="quarter" idx="12"/>
          </p:nvPr>
        </p:nvSpPr>
        <p:spPr/>
        <p:txBody>
          <a:bodyPr/>
          <a:lstStyle/>
          <a:p>
            <a:fld id="{67D2A209-9856-462B-A010-2A2374E3EB4A}" type="slidenum">
              <a:rPr lang="en-US" smtClean="0"/>
              <a:pPr/>
              <a:t>11</a:t>
            </a:fld>
            <a:endParaRPr lang="en-US"/>
          </a:p>
        </p:txBody>
      </p:sp>
      <p:pic>
        <p:nvPicPr>
          <p:cNvPr id="1026" name="Picture 2" descr="Doubly Linked List Program in C - Sanfoundry">
            <a:extLst>
              <a:ext uri="{FF2B5EF4-FFF2-40B4-BE49-F238E27FC236}">
                <a16:creationId xmlns:a16="http://schemas.microsoft.com/office/drawing/2014/main" id="{4267550D-F488-4979-BA4B-9574624462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0225" y="2333625"/>
            <a:ext cx="5543550" cy="219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2815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E4BA6-C02D-49FA-A0E6-16B0DA641DC6}"/>
              </a:ext>
            </a:extLst>
          </p:cNvPr>
          <p:cNvSpPr>
            <a:spLocks noGrp="1"/>
          </p:cNvSpPr>
          <p:nvPr>
            <p:ph type="title"/>
          </p:nvPr>
        </p:nvSpPr>
        <p:spPr/>
        <p:txBody>
          <a:bodyPr>
            <a:normAutofit fontScale="90000"/>
          </a:bodyPr>
          <a:lstStyle/>
          <a:p>
            <a:r>
              <a:rPr lang="en-US" dirty="0"/>
              <a:t>Circular Linked Lists</a:t>
            </a:r>
            <a:endParaRPr lang="en-PK" dirty="0"/>
          </a:p>
        </p:txBody>
      </p:sp>
      <p:sp>
        <p:nvSpPr>
          <p:cNvPr id="3" name="Content Placeholder 2">
            <a:extLst>
              <a:ext uri="{FF2B5EF4-FFF2-40B4-BE49-F238E27FC236}">
                <a16:creationId xmlns:a16="http://schemas.microsoft.com/office/drawing/2014/main" id="{58474776-B756-40C8-A952-216AF68317BE}"/>
              </a:ext>
            </a:extLst>
          </p:cNvPr>
          <p:cNvSpPr>
            <a:spLocks noGrp="1"/>
          </p:cNvSpPr>
          <p:nvPr>
            <p:ph idx="1"/>
          </p:nvPr>
        </p:nvSpPr>
        <p:spPr/>
        <p:txBody>
          <a:bodyPr/>
          <a:lstStyle/>
          <a:p>
            <a:r>
              <a:rPr lang="en-US" dirty="0"/>
              <a:t>A circular linked list is either a singly or doubly linked list in which there are no </a:t>
            </a:r>
            <a:r>
              <a:rPr lang="en-US" b="1" i="1" dirty="0"/>
              <a:t>NULL </a:t>
            </a:r>
            <a:r>
              <a:rPr lang="en-US" dirty="0"/>
              <a:t>values. </a:t>
            </a:r>
          </a:p>
          <a:p>
            <a:endParaRPr lang="en-US" dirty="0"/>
          </a:p>
          <a:p>
            <a:r>
              <a:rPr lang="en-US" dirty="0"/>
              <a:t>Here, we can implement the Circular Linked List by making use of Singly or Doubly Linked List. </a:t>
            </a:r>
          </a:p>
          <a:p>
            <a:endParaRPr lang="en-US" dirty="0"/>
          </a:p>
          <a:p>
            <a:r>
              <a:rPr lang="en-US" dirty="0"/>
              <a:t>In the case of a singly linked list, the next of the last node contains the address of the first node, and in the case of a doubly-linked list, the next of last node contains the address of the first node and </a:t>
            </a:r>
            <a:r>
              <a:rPr lang="en-US" dirty="0" err="1"/>
              <a:t>prev</a:t>
            </a:r>
            <a:r>
              <a:rPr lang="en-US" dirty="0"/>
              <a:t> of the first node contains the address of the last node.</a:t>
            </a:r>
          </a:p>
        </p:txBody>
      </p:sp>
      <p:sp>
        <p:nvSpPr>
          <p:cNvPr id="4" name="Date Placeholder 3">
            <a:extLst>
              <a:ext uri="{FF2B5EF4-FFF2-40B4-BE49-F238E27FC236}">
                <a16:creationId xmlns:a16="http://schemas.microsoft.com/office/drawing/2014/main" id="{EAFA58B6-0CA0-4BFE-81E7-F5933946B9A6}"/>
              </a:ext>
            </a:extLst>
          </p:cNvPr>
          <p:cNvSpPr>
            <a:spLocks noGrp="1"/>
          </p:cNvSpPr>
          <p:nvPr>
            <p:ph type="dt" sz="half" idx="10"/>
          </p:nvPr>
        </p:nvSpPr>
        <p:spPr/>
        <p:txBody>
          <a:bodyPr/>
          <a:lstStyle/>
          <a:p>
            <a:fld id="{8DA47023-246E-4227-A998-59DF41550F5F}" type="datetime1">
              <a:rPr lang="en-US" smtClean="0"/>
              <a:t>21-Sep-2024</a:t>
            </a:fld>
            <a:endParaRPr lang="en-US"/>
          </a:p>
        </p:txBody>
      </p:sp>
      <p:sp>
        <p:nvSpPr>
          <p:cNvPr id="6" name="Slide Number Placeholder 5">
            <a:extLst>
              <a:ext uri="{FF2B5EF4-FFF2-40B4-BE49-F238E27FC236}">
                <a16:creationId xmlns:a16="http://schemas.microsoft.com/office/drawing/2014/main" id="{10062636-3F68-44AF-A5CD-0F05A3D72DDA}"/>
              </a:ext>
            </a:extLst>
          </p:cNvPr>
          <p:cNvSpPr>
            <a:spLocks noGrp="1"/>
          </p:cNvSpPr>
          <p:nvPr>
            <p:ph type="sldNum" sz="quarter" idx="12"/>
          </p:nvPr>
        </p:nvSpPr>
        <p:spPr/>
        <p:txBody>
          <a:bodyPr/>
          <a:lstStyle/>
          <a:p>
            <a:fld id="{B579B532-757F-4D00-BD97-1FEC350DEAF2}" type="slidenum">
              <a:rPr lang="en-US" smtClean="0"/>
              <a:pPr/>
              <a:t>12</a:t>
            </a:fld>
            <a:endParaRPr lang="en-US"/>
          </a:p>
        </p:txBody>
      </p:sp>
    </p:spTree>
    <p:extLst>
      <p:ext uri="{BB962C8B-B14F-4D97-AF65-F5344CB8AC3E}">
        <p14:creationId xmlns:p14="http://schemas.microsoft.com/office/powerpoint/2010/main" val="229162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E4BA6-C02D-49FA-A0E6-16B0DA641DC6}"/>
              </a:ext>
            </a:extLst>
          </p:cNvPr>
          <p:cNvSpPr>
            <a:spLocks noGrp="1"/>
          </p:cNvSpPr>
          <p:nvPr>
            <p:ph type="title"/>
          </p:nvPr>
        </p:nvSpPr>
        <p:spPr/>
        <p:txBody>
          <a:bodyPr>
            <a:normAutofit fontScale="90000"/>
          </a:bodyPr>
          <a:lstStyle/>
          <a:p>
            <a:r>
              <a:rPr lang="en-US" dirty="0"/>
              <a:t>Circular Linked Lists</a:t>
            </a:r>
            <a:endParaRPr lang="en-PK" dirty="0"/>
          </a:p>
        </p:txBody>
      </p:sp>
      <p:sp>
        <p:nvSpPr>
          <p:cNvPr id="3" name="Content Placeholder 2">
            <a:extLst>
              <a:ext uri="{FF2B5EF4-FFF2-40B4-BE49-F238E27FC236}">
                <a16:creationId xmlns:a16="http://schemas.microsoft.com/office/drawing/2014/main" id="{58474776-B756-40C8-A952-216AF68317BE}"/>
              </a:ext>
            </a:extLst>
          </p:cNvPr>
          <p:cNvSpPr>
            <a:spLocks noGrp="1"/>
          </p:cNvSpPr>
          <p:nvPr>
            <p:ph idx="1"/>
          </p:nvPr>
        </p:nvSpPr>
        <p:spPr/>
        <p:txBody>
          <a:bodyPr>
            <a:normAutofit/>
          </a:bodyPr>
          <a:lstStyle/>
          <a:p>
            <a:pPr algn="just"/>
            <a:r>
              <a:rPr lang="en-US" sz="2400" dirty="0"/>
              <a:t>A Circular Linked List is a variation where the last node points back to the first node, forming a circular structure. It can be either singly or doubly linked.</a:t>
            </a:r>
          </a:p>
          <a:p>
            <a:pPr algn="just"/>
            <a:endParaRPr lang="en-US" sz="2400" b="1" dirty="0"/>
          </a:p>
          <a:p>
            <a:pPr algn="just"/>
            <a:r>
              <a:rPr lang="en-US" sz="2400" b="1" dirty="0"/>
              <a:t>Operations and Time Complexity</a:t>
            </a:r>
            <a:r>
              <a:rPr lang="en-US" sz="2400" dirty="0"/>
              <a:t>:</a:t>
            </a:r>
          </a:p>
          <a:p>
            <a:pPr lvl="1" algn="just"/>
            <a:r>
              <a:rPr lang="en-US" sz="2400" dirty="0"/>
              <a:t>Insertion at the beginning: O(</a:t>
            </a:r>
            <a:r>
              <a:rPr lang="en-US" sz="2400"/>
              <a:t>1)</a:t>
            </a:r>
            <a:endParaRPr lang="en-US" sz="2400" dirty="0"/>
          </a:p>
          <a:p>
            <a:pPr lvl="1" algn="just"/>
            <a:r>
              <a:rPr lang="en-US" sz="2400" dirty="0"/>
              <a:t>Insertion at the end: O(n)</a:t>
            </a:r>
          </a:p>
          <a:p>
            <a:pPr lvl="1" algn="just"/>
            <a:r>
              <a:rPr lang="en-US" sz="2400" dirty="0"/>
              <a:t>Deletion: O(n)</a:t>
            </a:r>
          </a:p>
          <a:p>
            <a:pPr lvl="1" algn="just"/>
            <a:r>
              <a:rPr lang="en-US" sz="2400" dirty="0"/>
              <a:t>Search: O(n)</a:t>
            </a:r>
          </a:p>
          <a:p>
            <a:pPr lvl="1" algn="just"/>
            <a:r>
              <a:rPr lang="en-US" sz="2400" dirty="0"/>
              <a:t>Traversal: O(n)</a:t>
            </a:r>
          </a:p>
        </p:txBody>
      </p:sp>
      <p:sp>
        <p:nvSpPr>
          <p:cNvPr id="4" name="Date Placeholder 3">
            <a:extLst>
              <a:ext uri="{FF2B5EF4-FFF2-40B4-BE49-F238E27FC236}">
                <a16:creationId xmlns:a16="http://schemas.microsoft.com/office/drawing/2014/main" id="{EAFA58B6-0CA0-4BFE-81E7-F5933946B9A6}"/>
              </a:ext>
            </a:extLst>
          </p:cNvPr>
          <p:cNvSpPr>
            <a:spLocks noGrp="1"/>
          </p:cNvSpPr>
          <p:nvPr>
            <p:ph type="dt" sz="half" idx="10"/>
          </p:nvPr>
        </p:nvSpPr>
        <p:spPr/>
        <p:txBody>
          <a:bodyPr/>
          <a:lstStyle/>
          <a:p>
            <a:fld id="{8DA47023-246E-4227-A998-59DF41550F5F}" type="datetime1">
              <a:rPr lang="en-US" smtClean="0"/>
              <a:t>21-Sep-2024</a:t>
            </a:fld>
            <a:endParaRPr lang="en-US"/>
          </a:p>
        </p:txBody>
      </p:sp>
      <p:sp>
        <p:nvSpPr>
          <p:cNvPr id="6" name="Slide Number Placeholder 5">
            <a:extLst>
              <a:ext uri="{FF2B5EF4-FFF2-40B4-BE49-F238E27FC236}">
                <a16:creationId xmlns:a16="http://schemas.microsoft.com/office/drawing/2014/main" id="{10062636-3F68-44AF-A5CD-0F05A3D72DDA}"/>
              </a:ext>
            </a:extLst>
          </p:cNvPr>
          <p:cNvSpPr>
            <a:spLocks noGrp="1"/>
          </p:cNvSpPr>
          <p:nvPr>
            <p:ph type="sldNum" sz="quarter" idx="12"/>
          </p:nvPr>
        </p:nvSpPr>
        <p:spPr/>
        <p:txBody>
          <a:bodyPr/>
          <a:lstStyle/>
          <a:p>
            <a:fld id="{B579B532-757F-4D00-BD97-1FEC350DEAF2}" type="slidenum">
              <a:rPr lang="en-US" smtClean="0"/>
              <a:pPr/>
              <a:t>13</a:t>
            </a:fld>
            <a:endParaRPr lang="en-US"/>
          </a:p>
        </p:txBody>
      </p:sp>
    </p:spTree>
    <p:extLst>
      <p:ext uri="{BB962C8B-B14F-4D97-AF65-F5344CB8AC3E}">
        <p14:creationId xmlns:p14="http://schemas.microsoft.com/office/powerpoint/2010/main" val="1848537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95700-FA5B-4631-BBC2-D18FD5FE6462}"/>
              </a:ext>
            </a:extLst>
          </p:cNvPr>
          <p:cNvSpPr>
            <a:spLocks noGrp="1"/>
          </p:cNvSpPr>
          <p:nvPr>
            <p:ph type="title"/>
          </p:nvPr>
        </p:nvSpPr>
        <p:spPr/>
        <p:txBody>
          <a:bodyPr>
            <a:normAutofit fontScale="90000"/>
          </a:bodyPr>
          <a:lstStyle/>
          <a:p>
            <a:r>
              <a:rPr lang="en-US" dirty="0"/>
              <a:t>Circular Linked Lists</a:t>
            </a:r>
            <a:endParaRPr lang="en-PK" cap="small" dirty="0"/>
          </a:p>
        </p:txBody>
      </p:sp>
      <p:sp>
        <p:nvSpPr>
          <p:cNvPr id="3" name="Content Placeholder 2">
            <a:extLst>
              <a:ext uri="{FF2B5EF4-FFF2-40B4-BE49-F238E27FC236}">
                <a16:creationId xmlns:a16="http://schemas.microsoft.com/office/drawing/2014/main" id="{64C01A0A-B707-4B7B-A695-42D1FA0A4E25}"/>
              </a:ext>
            </a:extLst>
          </p:cNvPr>
          <p:cNvSpPr>
            <a:spLocks noGrp="1"/>
          </p:cNvSpPr>
          <p:nvPr>
            <p:ph idx="1"/>
          </p:nvPr>
        </p:nvSpPr>
        <p:spPr/>
        <p:txBody>
          <a:bodyPr/>
          <a:lstStyle/>
          <a:p>
            <a:endParaRPr lang="en-US" dirty="0"/>
          </a:p>
          <a:p>
            <a:pPr marL="457200" indent="-457200">
              <a:buFont typeface="+mj-lt"/>
              <a:buAutoNum type="arabicPeriod"/>
            </a:pPr>
            <a:endParaRPr lang="en-PK" dirty="0"/>
          </a:p>
        </p:txBody>
      </p:sp>
      <p:sp>
        <p:nvSpPr>
          <p:cNvPr id="4" name="Date Placeholder 3">
            <a:extLst>
              <a:ext uri="{FF2B5EF4-FFF2-40B4-BE49-F238E27FC236}">
                <a16:creationId xmlns:a16="http://schemas.microsoft.com/office/drawing/2014/main" id="{22544CA1-1999-4F7E-AC4E-7A4D1DA42F24}"/>
              </a:ext>
            </a:extLst>
          </p:cNvPr>
          <p:cNvSpPr>
            <a:spLocks noGrp="1"/>
          </p:cNvSpPr>
          <p:nvPr>
            <p:ph type="dt" sz="half" idx="10"/>
          </p:nvPr>
        </p:nvSpPr>
        <p:spPr/>
        <p:txBody>
          <a:bodyPr/>
          <a:lstStyle/>
          <a:p>
            <a:fld id="{202E9FE8-0D22-4333-AD6B-7BA8B36E0806}" type="datetime1">
              <a:rPr lang="en-US" smtClean="0"/>
              <a:t>21-Sep-2024</a:t>
            </a:fld>
            <a:endParaRPr lang="en-US"/>
          </a:p>
        </p:txBody>
      </p:sp>
      <p:sp>
        <p:nvSpPr>
          <p:cNvPr id="6" name="Slide Number Placeholder 5">
            <a:extLst>
              <a:ext uri="{FF2B5EF4-FFF2-40B4-BE49-F238E27FC236}">
                <a16:creationId xmlns:a16="http://schemas.microsoft.com/office/drawing/2014/main" id="{14AC97C6-A3C1-4201-9E15-6D5F78B9C8AB}"/>
              </a:ext>
            </a:extLst>
          </p:cNvPr>
          <p:cNvSpPr>
            <a:spLocks noGrp="1"/>
          </p:cNvSpPr>
          <p:nvPr>
            <p:ph type="sldNum" sz="quarter" idx="12"/>
          </p:nvPr>
        </p:nvSpPr>
        <p:spPr/>
        <p:txBody>
          <a:bodyPr/>
          <a:lstStyle/>
          <a:p>
            <a:fld id="{B579B532-757F-4D00-BD97-1FEC350DEAF2}" type="slidenum">
              <a:rPr lang="en-US" smtClean="0"/>
              <a:pPr/>
              <a:t>14</a:t>
            </a:fld>
            <a:endParaRPr lang="en-US"/>
          </a:p>
        </p:txBody>
      </p:sp>
      <p:pic>
        <p:nvPicPr>
          <p:cNvPr id="3076" name="Picture 4" descr="Circular Singly Linked List">
            <a:extLst>
              <a:ext uri="{FF2B5EF4-FFF2-40B4-BE49-F238E27FC236}">
                <a16:creationId xmlns:a16="http://schemas.microsoft.com/office/drawing/2014/main" id="{79827C78-0E49-45F5-B058-54779C35E5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2066925"/>
            <a:ext cx="7572375" cy="272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2308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E4BA6-C02D-49FA-A0E6-16B0DA641DC6}"/>
              </a:ext>
            </a:extLst>
          </p:cNvPr>
          <p:cNvSpPr>
            <a:spLocks noGrp="1"/>
          </p:cNvSpPr>
          <p:nvPr>
            <p:ph type="title"/>
          </p:nvPr>
        </p:nvSpPr>
        <p:spPr/>
        <p:txBody>
          <a:bodyPr>
            <a:normAutofit fontScale="90000"/>
          </a:bodyPr>
          <a:lstStyle/>
          <a:p>
            <a:r>
              <a:rPr lang="en-US" dirty="0"/>
              <a:t>Operations on Linked Lists</a:t>
            </a:r>
            <a:endParaRPr lang="en-PK" dirty="0"/>
          </a:p>
        </p:txBody>
      </p:sp>
      <p:sp>
        <p:nvSpPr>
          <p:cNvPr id="3" name="Content Placeholder 2">
            <a:extLst>
              <a:ext uri="{FF2B5EF4-FFF2-40B4-BE49-F238E27FC236}">
                <a16:creationId xmlns:a16="http://schemas.microsoft.com/office/drawing/2014/main" id="{58474776-B756-40C8-A952-216AF68317BE}"/>
              </a:ext>
            </a:extLst>
          </p:cNvPr>
          <p:cNvSpPr>
            <a:spLocks noGrp="1"/>
          </p:cNvSpPr>
          <p:nvPr>
            <p:ph idx="1"/>
          </p:nvPr>
        </p:nvSpPr>
        <p:spPr/>
        <p:txBody>
          <a:bodyPr/>
          <a:lstStyle/>
          <a:p>
            <a:r>
              <a:rPr lang="en-US" dirty="0">
                <a:solidFill>
                  <a:srgbClr val="0066FF"/>
                </a:solidFill>
              </a:rPr>
              <a:t>Traversal</a:t>
            </a:r>
            <a:r>
              <a:rPr lang="en-US" dirty="0"/>
              <a:t>: To traverse all the nodes one after another.</a:t>
            </a:r>
          </a:p>
          <a:p>
            <a:r>
              <a:rPr lang="en-US" dirty="0">
                <a:solidFill>
                  <a:srgbClr val="0066FF"/>
                </a:solidFill>
              </a:rPr>
              <a:t>Insertion</a:t>
            </a:r>
            <a:r>
              <a:rPr lang="en-US" dirty="0"/>
              <a:t>: To add a node at the given position.</a:t>
            </a:r>
          </a:p>
          <a:p>
            <a:r>
              <a:rPr lang="en-US" dirty="0">
                <a:solidFill>
                  <a:srgbClr val="0066FF"/>
                </a:solidFill>
              </a:rPr>
              <a:t>Deletion</a:t>
            </a:r>
            <a:r>
              <a:rPr lang="en-US" dirty="0"/>
              <a:t>: To delete a node.</a:t>
            </a:r>
          </a:p>
          <a:p>
            <a:r>
              <a:rPr lang="en-US" dirty="0">
                <a:solidFill>
                  <a:srgbClr val="0066FF"/>
                </a:solidFill>
              </a:rPr>
              <a:t>Searching</a:t>
            </a:r>
            <a:r>
              <a:rPr lang="en-US" dirty="0"/>
              <a:t>: To search an element(s) by value.</a:t>
            </a:r>
          </a:p>
          <a:p>
            <a:r>
              <a:rPr lang="en-US" dirty="0">
                <a:solidFill>
                  <a:srgbClr val="0066FF"/>
                </a:solidFill>
              </a:rPr>
              <a:t>Updating</a:t>
            </a:r>
            <a:r>
              <a:rPr lang="en-US" dirty="0"/>
              <a:t>: To update a node.</a:t>
            </a:r>
          </a:p>
          <a:p>
            <a:r>
              <a:rPr lang="en-US" dirty="0">
                <a:solidFill>
                  <a:srgbClr val="0066FF"/>
                </a:solidFill>
              </a:rPr>
              <a:t>Sorting</a:t>
            </a:r>
            <a:r>
              <a:rPr lang="en-US" b="1" dirty="0"/>
              <a:t>: </a:t>
            </a:r>
            <a:r>
              <a:rPr lang="en-US" dirty="0"/>
              <a:t>To arrange nodes in a linked list in a specific order.</a:t>
            </a:r>
          </a:p>
          <a:p>
            <a:r>
              <a:rPr lang="en-US" dirty="0">
                <a:solidFill>
                  <a:srgbClr val="0066FF"/>
                </a:solidFill>
              </a:rPr>
              <a:t>Merging</a:t>
            </a:r>
            <a:r>
              <a:rPr lang="en-US" b="1" dirty="0"/>
              <a:t>: </a:t>
            </a:r>
            <a:r>
              <a:rPr lang="en-US" dirty="0"/>
              <a:t>To merge two linked lists into one.</a:t>
            </a:r>
          </a:p>
          <a:p>
            <a:endParaRPr lang="en-US" dirty="0"/>
          </a:p>
        </p:txBody>
      </p:sp>
      <p:sp>
        <p:nvSpPr>
          <p:cNvPr id="4" name="Date Placeholder 3">
            <a:extLst>
              <a:ext uri="{FF2B5EF4-FFF2-40B4-BE49-F238E27FC236}">
                <a16:creationId xmlns:a16="http://schemas.microsoft.com/office/drawing/2014/main" id="{EAFA58B6-0CA0-4BFE-81E7-F5933946B9A6}"/>
              </a:ext>
            </a:extLst>
          </p:cNvPr>
          <p:cNvSpPr>
            <a:spLocks noGrp="1"/>
          </p:cNvSpPr>
          <p:nvPr>
            <p:ph type="dt" sz="half" idx="10"/>
          </p:nvPr>
        </p:nvSpPr>
        <p:spPr/>
        <p:txBody>
          <a:bodyPr/>
          <a:lstStyle/>
          <a:p>
            <a:fld id="{8DA7A88F-B965-4EEE-9977-F11A8C394086}" type="datetime1">
              <a:rPr lang="en-US" smtClean="0"/>
              <a:t>21-Sep-2024</a:t>
            </a:fld>
            <a:endParaRPr lang="en-US"/>
          </a:p>
        </p:txBody>
      </p:sp>
      <p:sp>
        <p:nvSpPr>
          <p:cNvPr id="6" name="Slide Number Placeholder 5">
            <a:extLst>
              <a:ext uri="{FF2B5EF4-FFF2-40B4-BE49-F238E27FC236}">
                <a16:creationId xmlns:a16="http://schemas.microsoft.com/office/drawing/2014/main" id="{10062636-3F68-44AF-A5CD-0F05A3D72DDA}"/>
              </a:ext>
            </a:extLst>
          </p:cNvPr>
          <p:cNvSpPr>
            <a:spLocks noGrp="1"/>
          </p:cNvSpPr>
          <p:nvPr>
            <p:ph type="sldNum" sz="quarter" idx="12"/>
          </p:nvPr>
        </p:nvSpPr>
        <p:spPr/>
        <p:txBody>
          <a:bodyPr/>
          <a:lstStyle/>
          <a:p>
            <a:fld id="{B579B532-757F-4D00-BD97-1FEC350DEAF2}" type="slidenum">
              <a:rPr lang="en-US" smtClean="0"/>
              <a:pPr/>
              <a:t>15</a:t>
            </a:fld>
            <a:endParaRPr lang="en-US"/>
          </a:p>
        </p:txBody>
      </p:sp>
    </p:spTree>
    <p:extLst>
      <p:ext uri="{BB962C8B-B14F-4D97-AF65-F5344CB8AC3E}">
        <p14:creationId xmlns:p14="http://schemas.microsoft.com/office/powerpoint/2010/main" val="1486202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E4BA6-C02D-49FA-A0E6-16B0DA641DC6}"/>
              </a:ext>
            </a:extLst>
          </p:cNvPr>
          <p:cNvSpPr>
            <a:spLocks noGrp="1"/>
          </p:cNvSpPr>
          <p:nvPr>
            <p:ph type="title"/>
          </p:nvPr>
        </p:nvSpPr>
        <p:spPr/>
        <p:txBody>
          <a:bodyPr>
            <a:normAutofit fontScale="90000"/>
          </a:bodyPr>
          <a:lstStyle/>
          <a:p>
            <a:r>
              <a:rPr lang="en-US" dirty="0"/>
              <a:t>Operations on Linked Lists</a:t>
            </a:r>
            <a:endParaRPr lang="en-PK" dirty="0"/>
          </a:p>
        </p:txBody>
      </p:sp>
      <p:sp>
        <p:nvSpPr>
          <p:cNvPr id="3" name="Content Placeholder 2">
            <a:extLst>
              <a:ext uri="{FF2B5EF4-FFF2-40B4-BE49-F238E27FC236}">
                <a16:creationId xmlns:a16="http://schemas.microsoft.com/office/drawing/2014/main" id="{58474776-B756-40C8-A952-216AF68317BE}"/>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EAFA58B6-0CA0-4BFE-81E7-F5933946B9A6}"/>
              </a:ext>
            </a:extLst>
          </p:cNvPr>
          <p:cNvSpPr>
            <a:spLocks noGrp="1"/>
          </p:cNvSpPr>
          <p:nvPr>
            <p:ph type="dt" sz="half" idx="10"/>
          </p:nvPr>
        </p:nvSpPr>
        <p:spPr/>
        <p:txBody>
          <a:bodyPr/>
          <a:lstStyle/>
          <a:p>
            <a:fld id="{9AFDFD8E-DED6-44C4-9523-90560B310A58}" type="datetime1">
              <a:rPr lang="en-US" smtClean="0"/>
              <a:t>21-Sep-2024</a:t>
            </a:fld>
            <a:endParaRPr lang="en-US"/>
          </a:p>
        </p:txBody>
      </p:sp>
      <p:sp>
        <p:nvSpPr>
          <p:cNvPr id="6" name="Slide Number Placeholder 5">
            <a:extLst>
              <a:ext uri="{FF2B5EF4-FFF2-40B4-BE49-F238E27FC236}">
                <a16:creationId xmlns:a16="http://schemas.microsoft.com/office/drawing/2014/main" id="{10062636-3F68-44AF-A5CD-0F05A3D72DDA}"/>
              </a:ext>
            </a:extLst>
          </p:cNvPr>
          <p:cNvSpPr>
            <a:spLocks noGrp="1"/>
          </p:cNvSpPr>
          <p:nvPr>
            <p:ph type="sldNum" sz="quarter" idx="12"/>
          </p:nvPr>
        </p:nvSpPr>
        <p:spPr/>
        <p:txBody>
          <a:bodyPr/>
          <a:lstStyle/>
          <a:p>
            <a:fld id="{B579B532-757F-4D00-BD97-1FEC350DEAF2}" type="slidenum">
              <a:rPr lang="en-US" smtClean="0"/>
              <a:pPr/>
              <a:t>16</a:t>
            </a:fld>
            <a:endParaRPr lang="en-US"/>
          </a:p>
        </p:txBody>
      </p:sp>
      <p:pic>
        <p:nvPicPr>
          <p:cNvPr id="7170" name="Picture 2" descr="https://afteracademy.com/images/types-of-linked-list-and-operation-on-linked-list-insert-begin-c5d6d8aebb19c584.png">
            <a:extLst>
              <a:ext uri="{FF2B5EF4-FFF2-40B4-BE49-F238E27FC236}">
                <a16:creationId xmlns:a16="http://schemas.microsoft.com/office/drawing/2014/main" id="{2B7CC48F-C97F-4D17-8996-297FC22FF3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304925"/>
            <a:ext cx="6400800" cy="4248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9247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E4BA6-C02D-49FA-A0E6-16B0DA641DC6}"/>
              </a:ext>
            </a:extLst>
          </p:cNvPr>
          <p:cNvSpPr>
            <a:spLocks noGrp="1"/>
          </p:cNvSpPr>
          <p:nvPr>
            <p:ph type="title"/>
          </p:nvPr>
        </p:nvSpPr>
        <p:spPr/>
        <p:txBody>
          <a:bodyPr>
            <a:normAutofit fontScale="90000"/>
          </a:bodyPr>
          <a:lstStyle/>
          <a:p>
            <a:r>
              <a:rPr lang="en-US" dirty="0"/>
              <a:t>Operations on Linked Lists</a:t>
            </a:r>
            <a:endParaRPr lang="en-PK" dirty="0"/>
          </a:p>
        </p:txBody>
      </p:sp>
      <p:sp>
        <p:nvSpPr>
          <p:cNvPr id="3" name="Content Placeholder 2">
            <a:extLst>
              <a:ext uri="{FF2B5EF4-FFF2-40B4-BE49-F238E27FC236}">
                <a16:creationId xmlns:a16="http://schemas.microsoft.com/office/drawing/2014/main" id="{58474776-B756-40C8-A952-216AF68317BE}"/>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EAFA58B6-0CA0-4BFE-81E7-F5933946B9A6}"/>
              </a:ext>
            </a:extLst>
          </p:cNvPr>
          <p:cNvSpPr>
            <a:spLocks noGrp="1"/>
          </p:cNvSpPr>
          <p:nvPr>
            <p:ph type="dt" sz="half" idx="10"/>
          </p:nvPr>
        </p:nvSpPr>
        <p:spPr/>
        <p:txBody>
          <a:bodyPr/>
          <a:lstStyle/>
          <a:p>
            <a:fld id="{8380A02B-E5D5-4D40-B612-A778C8A8041F}" type="datetime1">
              <a:rPr lang="en-US" smtClean="0"/>
              <a:t>21-Sep-2024</a:t>
            </a:fld>
            <a:endParaRPr lang="en-US"/>
          </a:p>
        </p:txBody>
      </p:sp>
      <p:sp>
        <p:nvSpPr>
          <p:cNvPr id="6" name="Slide Number Placeholder 5">
            <a:extLst>
              <a:ext uri="{FF2B5EF4-FFF2-40B4-BE49-F238E27FC236}">
                <a16:creationId xmlns:a16="http://schemas.microsoft.com/office/drawing/2014/main" id="{10062636-3F68-44AF-A5CD-0F05A3D72DDA}"/>
              </a:ext>
            </a:extLst>
          </p:cNvPr>
          <p:cNvSpPr>
            <a:spLocks noGrp="1"/>
          </p:cNvSpPr>
          <p:nvPr>
            <p:ph type="sldNum" sz="quarter" idx="12"/>
          </p:nvPr>
        </p:nvSpPr>
        <p:spPr/>
        <p:txBody>
          <a:bodyPr/>
          <a:lstStyle/>
          <a:p>
            <a:fld id="{B579B532-757F-4D00-BD97-1FEC350DEAF2}" type="slidenum">
              <a:rPr lang="en-US" smtClean="0"/>
              <a:pPr/>
              <a:t>17</a:t>
            </a:fld>
            <a:endParaRPr lang="en-US"/>
          </a:p>
        </p:txBody>
      </p:sp>
      <p:pic>
        <p:nvPicPr>
          <p:cNvPr id="8194" name="Picture 2" descr="https://afteracademy.com/images/types-of-linked-list-and-operation-on-linked-list-insert-end-684624578d427ddd.png">
            <a:extLst>
              <a:ext uri="{FF2B5EF4-FFF2-40B4-BE49-F238E27FC236}">
                <a16:creationId xmlns:a16="http://schemas.microsoft.com/office/drawing/2014/main" id="{36F3163F-AE19-4031-8501-2ED6855EAE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425" y="1400175"/>
            <a:ext cx="7677150" cy="4057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8862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E4BA6-C02D-49FA-A0E6-16B0DA641DC6}"/>
              </a:ext>
            </a:extLst>
          </p:cNvPr>
          <p:cNvSpPr>
            <a:spLocks noGrp="1"/>
          </p:cNvSpPr>
          <p:nvPr>
            <p:ph type="title"/>
          </p:nvPr>
        </p:nvSpPr>
        <p:spPr/>
        <p:txBody>
          <a:bodyPr>
            <a:normAutofit fontScale="90000"/>
          </a:bodyPr>
          <a:lstStyle/>
          <a:p>
            <a:r>
              <a:rPr lang="en-US" dirty="0"/>
              <a:t>Operations on Linked Lists</a:t>
            </a:r>
            <a:endParaRPr lang="en-PK" dirty="0"/>
          </a:p>
        </p:txBody>
      </p:sp>
      <p:sp>
        <p:nvSpPr>
          <p:cNvPr id="3" name="Content Placeholder 2">
            <a:extLst>
              <a:ext uri="{FF2B5EF4-FFF2-40B4-BE49-F238E27FC236}">
                <a16:creationId xmlns:a16="http://schemas.microsoft.com/office/drawing/2014/main" id="{58474776-B756-40C8-A952-216AF68317BE}"/>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EAFA58B6-0CA0-4BFE-81E7-F5933946B9A6}"/>
              </a:ext>
            </a:extLst>
          </p:cNvPr>
          <p:cNvSpPr>
            <a:spLocks noGrp="1"/>
          </p:cNvSpPr>
          <p:nvPr>
            <p:ph type="dt" sz="half" idx="10"/>
          </p:nvPr>
        </p:nvSpPr>
        <p:spPr/>
        <p:txBody>
          <a:bodyPr/>
          <a:lstStyle/>
          <a:p>
            <a:fld id="{278BE381-3D84-426F-A2FE-AAE2E8163542}" type="datetime1">
              <a:rPr lang="en-US" smtClean="0"/>
              <a:t>21-Sep-2024</a:t>
            </a:fld>
            <a:endParaRPr lang="en-US"/>
          </a:p>
        </p:txBody>
      </p:sp>
      <p:sp>
        <p:nvSpPr>
          <p:cNvPr id="6" name="Slide Number Placeholder 5">
            <a:extLst>
              <a:ext uri="{FF2B5EF4-FFF2-40B4-BE49-F238E27FC236}">
                <a16:creationId xmlns:a16="http://schemas.microsoft.com/office/drawing/2014/main" id="{10062636-3F68-44AF-A5CD-0F05A3D72DDA}"/>
              </a:ext>
            </a:extLst>
          </p:cNvPr>
          <p:cNvSpPr>
            <a:spLocks noGrp="1"/>
          </p:cNvSpPr>
          <p:nvPr>
            <p:ph type="sldNum" sz="quarter" idx="12"/>
          </p:nvPr>
        </p:nvSpPr>
        <p:spPr/>
        <p:txBody>
          <a:bodyPr/>
          <a:lstStyle/>
          <a:p>
            <a:fld id="{B579B532-757F-4D00-BD97-1FEC350DEAF2}" type="slidenum">
              <a:rPr lang="en-US" smtClean="0"/>
              <a:pPr/>
              <a:t>18</a:t>
            </a:fld>
            <a:endParaRPr lang="en-US"/>
          </a:p>
        </p:txBody>
      </p:sp>
      <p:pic>
        <p:nvPicPr>
          <p:cNvPr id="9218" name="Picture 2" descr="https://afteracademy.com/images/types-of-linked-list-and-operation-on-linked-list-insert-after-5628be6cb96413e0.png">
            <a:extLst>
              <a:ext uri="{FF2B5EF4-FFF2-40B4-BE49-F238E27FC236}">
                <a16:creationId xmlns:a16="http://schemas.microsoft.com/office/drawing/2014/main" id="{C9132E3E-09FA-4C8D-AAD7-E52FB74E33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9763" y="1304925"/>
            <a:ext cx="5324475" cy="4248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0312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E4BA6-C02D-49FA-A0E6-16B0DA641DC6}"/>
              </a:ext>
            </a:extLst>
          </p:cNvPr>
          <p:cNvSpPr>
            <a:spLocks noGrp="1"/>
          </p:cNvSpPr>
          <p:nvPr>
            <p:ph type="title"/>
          </p:nvPr>
        </p:nvSpPr>
        <p:spPr/>
        <p:txBody>
          <a:bodyPr>
            <a:normAutofit fontScale="90000"/>
          </a:bodyPr>
          <a:lstStyle/>
          <a:p>
            <a:r>
              <a:rPr lang="en-US" dirty="0"/>
              <a:t>Operations on Linked Lists</a:t>
            </a:r>
            <a:endParaRPr lang="en-PK" dirty="0"/>
          </a:p>
        </p:txBody>
      </p:sp>
      <p:sp>
        <p:nvSpPr>
          <p:cNvPr id="3" name="Content Placeholder 2">
            <a:extLst>
              <a:ext uri="{FF2B5EF4-FFF2-40B4-BE49-F238E27FC236}">
                <a16:creationId xmlns:a16="http://schemas.microsoft.com/office/drawing/2014/main" id="{58474776-B756-40C8-A952-216AF68317BE}"/>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EAFA58B6-0CA0-4BFE-81E7-F5933946B9A6}"/>
              </a:ext>
            </a:extLst>
          </p:cNvPr>
          <p:cNvSpPr>
            <a:spLocks noGrp="1"/>
          </p:cNvSpPr>
          <p:nvPr>
            <p:ph type="dt" sz="half" idx="10"/>
          </p:nvPr>
        </p:nvSpPr>
        <p:spPr/>
        <p:txBody>
          <a:bodyPr/>
          <a:lstStyle/>
          <a:p>
            <a:fld id="{3A777D11-6692-48B2-B8AC-3A78605A0175}" type="datetime1">
              <a:rPr lang="en-US" smtClean="0"/>
              <a:t>21-Sep-2024</a:t>
            </a:fld>
            <a:endParaRPr lang="en-US"/>
          </a:p>
        </p:txBody>
      </p:sp>
      <p:sp>
        <p:nvSpPr>
          <p:cNvPr id="6" name="Slide Number Placeholder 5">
            <a:extLst>
              <a:ext uri="{FF2B5EF4-FFF2-40B4-BE49-F238E27FC236}">
                <a16:creationId xmlns:a16="http://schemas.microsoft.com/office/drawing/2014/main" id="{10062636-3F68-44AF-A5CD-0F05A3D72DDA}"/>
              </a:ext>
            </a:extLst>
          </p:cNvPr>
          <p:cNvSpPr>
            <a:spLocks noGrp="1"/>
          </p:cNvSpPr>
          <p:nvPr>
            <p:ph type="sldNum" sz="quarter" idx="12"/>
          </p:nvPr>
        </p:nvSpPr>
        <p:spPr/>
        <p:txBody>
          <a:bodyPr/>
          <a:lstStyle/>
          <a:p>
            <a:fld id="{B579B532-757F-4D00-BD97-1FEC350DEAF2}" type="slidenum">
              <a:rPr lang="en-US" smtClean="0"/>
              <a:pPr/>
              <a:t>19</a:t>
            </a:fld>
            <a:endParaRPr lang="en-US"/>
          </a:p>
        </p:txBody>
      </p:sp>
      <p:pic>
        <p:nvPicPr>
          <p:cNvPr id="10242" name="Picture 2" descr="https://afteracademy.com/images/types-of-linked-list-and-operation-on-linked-list-delete-78a0ff22f7e88ee3.png">
            <a:extLst>
              <a:ext uri="{FF2B5EF4-FFF2-40B4-BE49-F238E27FC236}">
                <a16:creationId xmlns:a16="http://schemas.microsoft.com/office/drawing/2014/main" id="{E0A35017-3318-4AFA-B752-9BB745D7E3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588" y="1881188"/>
            <a:ext cx="7362825" cy="3095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2084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0C0A412-059E-4719-96A6-DE66B01C14B3}" type="datetime1">
              <a:rPr lang="en-US" smtClean="0"/>
              <a:pPr/>
              <a:t>21-Sep-2024</a:t>
            </a:fld>
            <a:endParaRPr lang="en-US"/>
          </a:p>
        </p:txBody>
      </p:sp>
      <p:sp>
        <p:nvSpPr>
          <p:cNvPr id="6" name="Slide Number Placeholder 5"/>
          <p:cNvSpPr>
            <a:spLocks noGrp="1"/>
          </p:cNvSpPr>
          <p:nvPr>
            <p:ph type="sldNum" sz="quarter" idx="12"/>
          </p:nvPr>
        </p:nvSpPr>
        <p:spPr/>
        <p:txBody>
          <a:bodyPr/>
          <a:lstStyle/>
          <a:p>
            <a:fld id="{B579B532-757F-4D00-BD97-1FEC350DEAF2}" type="slidenum">
              <a:rPr lang="en-US" smtClean="0"/>
              <a:pPr/>
              <a:t>20</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516" y="2699658"/>
            <a:ext cx="7326985" cy="1371429"/>
          </a:xfrm>
          <a:prstGeom prst="rect">
            <a:avLst/>
          </a:prstGeom>
        </p:spPr>
      </p:pic>
    </p:spTree>
    <p:extLst>
      <p:ext uri="{BB962C8B-B14F-4D97-AF65-F5344CB8AC3E}">
        <p14:creationId xmlns:p14="http://schemas.microsoft.com/office/powerpoint/2010/main" val="7136477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EDDBCD85B0433498E6BCE505FFEC7DE" ma:contentTypeVersion="15" ma:contentTypeDescription="Create a new document." ma:contentTypeScope="" ma:versionID="528d693c7cc464012b779c9363db476b">
  <xsd:schema xmlns:xsd="http://www.w3.org/2001/XMLSchema" xmlns:xs="http://www.w3.org/2001/XMLSchema" xmlns:p="http://schemas.microsoft.com/office/2006/metadata/properties" xmlns:ns3="e41a7a39-cefe-44f5-a3a8-0050e37c33e9" targetNamespace="http://schemas.microsoft.com/office/2006/metadata/properties" ma:root="true" ma:fieldsID="1b749ea39c3268e2a9a91a038912fe54" ns3:_="">
    <xsd:import namespace="e41a7a39-cefe-44f5-a3a8-0050e37c33e9"/>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1a7a39-cefe-44f5-a3a8-0050e37c33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e41a7a39-cefe-44f5-a3a8-0050e37c33e9" xsi:nil="true"/>
  </documentManagement>
</p:properties>
</file>

<file path=customXml/itemProps1.xml><?xml version="1.0" encoding="utf-8"?>
<ds:datastoreItem xmlns:ds="http://schemas.openxmlformats.org/officeDocument/2006/customXml" ds:itemID="{DEE6FB4D-CE75-428E-8BA2-C8B22E71D9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41a7a39-cefe-44f5-a3a8-0050e37c33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A849042-65C2-42FE-8C8E-7D0E8A47297C}">
  <ds:schemaRefs>
    <ds:schemaRef ds:uri="http://schemas.microsoft.com/sharepoint/v3/contenttype/forms"/>
  </ds:schemaRefs>
</ds:datastoreItem>
</file>

<file path=customXml/itemProps3.xml><?xml version="1.0" encoding="utf-8"?>
<ds:datastoreItem xmlns:ds="http://schemas.openxmlformats.org/officeDocument/2006/customXml" ds:itemID="{3E207D34-F50E-4D4D-9D47-2ECFF116F129}">
  <ds:schemaRefs>
    <ds:schemaRef ds:uri="http://schemas.microsoft.com/office/2006/metadata/properties"/>
    <ds:schemaRef ds:uri="http://schemas.microsoft.com/office/2006/documentManagement/types"/>
    <ds:schemaRef ds:uri="http://schemas.openxmlformats.org/package/2006/metadata/core-properties"/>
    <ds:schemaRef ds:uri="http://purl.org/dc/elements/1.1/"/>
    <ds:schemaRef ds:uri="http://purl.org/dc/terms/"/>
    <ds:schemaRef ds:uri="http://www.w3.org/XML/1998/namespace"/>
    <ds:schemaRef ds:uri="http://purl.org/dc/dcmitype/"/>
    <ds:schemaRef ds:uri="http://schemas.microsoft.com/office/infopath/2007/PartnerControls"/>
    <ds:schemaRef ds:uri="e41a7a39-cefe-44f5-a3a8-0050e37c33e9"/>
  </ds:schemaRefs>
</ds:datastoreItem>
</file>

<file path=docProps/app.xml><?xml version="1.0" encoding="utf-8"?>
<Properties xmlns="http://schemas.openxmlformats.org/officeDocument/2006/extended-properties" xmlns:vt="http://schemas.openxmlformats.org/officeDocument/2006/docPropsVTypes">
  <TotalTime>1382</TotalTime>
  <Words>670</Words>
  <Application>Microsoft Office PowerPoint</Application>
  <PresentationFormat>On-screen Show (4:3)</PresentationFormat>
  <Paragraphs>112</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MoolBoran</vt:lpstr>
      <vt:lpstr>Office Theme</vt:lpstr>
      <vt:lpstr>Data Structures &amp; Algorithms</vt:lpstr>
      <vt:lpstr>Week-03 Agenda </vt:lpstr>
      <vt:lpstr>Linked Lists</vt:lpstr>
      <vt:lpstr>Single Linked Lists</vt:lpstr>
      <vt:lpstr>Single Linked Lists</vt:lpstr>
      <vt:lpstr>Single Linked Lists</vt:lpstr>
      <vt:lpstr>Single Linked Lists</vt:lpstr>
      <vt:lpstr>Double Linked Lists</vt:lpstr>
      <vt:lpstr>Double Linked Lists</vt:lpstr>
      <vt:lpstr>Double Linked Lists</vt:lpstr>
      <vt:lpstr>Double Linked List</vt:lpstr>
      <vt:lpstr>Circular Linked Lists</vt:lpstr>
      <vt:lpstr>Circular Linked Lists</vt:lpstr>
      <vt:lpstr>Circular Linked Lists</vt:lpstr>
      <vt:lpstr>Operations on Linked Lists</vt:lpstr>
      <vt:lpstr>Operations on Linked Lists</vt:lpstr>
      <vt:lpstr>Operations on Linked Lists</vt:lpstr>
      <vt:lpstr>Operations on Linked Lists</vt:lpstr>
      <vt:lpstr>Operations on Linked Lists</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Majid Kaleem</dc:creator>
  <cp:lastModifiedBy>majid kaleem BUKC</cp:lastModifiedBy>
  <cp:revision>335</cp:revision>
  <dcterms:created xsi:type="dcterms:W3CDTF">2016-10-27T12:58:45Z</dcterms:created>
  <dcterms:modified xsi:type="dcterms:W3CDTF">2024-09-21T14:17:49Z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0x0101004EDDBCD85B0433498E6BCE505FFEC7DE</vt:lpwstr>
  </property>
</Properties>
</file>